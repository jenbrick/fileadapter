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c0a503dddfa4ade" /><Relationship Type="http://schemas.openxmlformats.org/officeDocument/2006/relationships/extended-properties" Target="/docProps/app.xml" Id="R9056157b6f164a96" /><Relationship Type="http://schemas.openxmlformats.org/officeDocument/2006/relationships/officeDocument" Target="/ppt/presentation.xml" Id="R3db460e5d4a04a02" /></Relationships>
</file>

<file path=ppt/presentation.xml><?xml version="1.0" encoding="utf-8"?>
<p:presentation xmlns:p="http://schemas.openxmlformats.org/presentationml/2006/main">
  <p:sldMasterIdLst>
    <p:sldMasterId xmlns:r="http://schemas.openxmlformats.org/officeDocument/2006/relationships" id="2147483648" r:id="Rdc0ff7d78a3b47ef"/>
  </p:sldMasterIdLst>
  <p:notesMasterIdLst>
    <p:notesMasterId xmlns:r="http://schemas.openxmlformats.org/officeDocument/2006/relationships" r:id="Rfe236ddc33df460d"/>
  </p:notesMasterIdLst>
  <p:sldIdLst>
    <p:sldId xmlns:r="http://schemas.openxmlformats.org/officeDocument/2006/relationships" id="256" r:id="Ra9a2b1bebb2c4f76"/>
    <p:sldId xmlns:r="http://schemas.openxmlformats.org/officeDocument/2006/relationships" id="257" r:id="Ra447e61693364f6c"/>
    <p:sldId xmlns:r="http://schemas.openxmlformats.org/officeDocument/2006/relationships" id="258" r:id="R81ba5042145c44d0"/>
    <p:sldId xmlns:r="http://schemas.openxmlformats.org/officeDocument/2006/relationships" id="259" r:id="R15084a22d8c14ef0"/>
    <p:sldId xmlns:r="http://schemas.openxmlformats.org/officeDocument/2006/relationships" id="260" r:id="Rd77e79b94d7d4011"/>
    <p:sldId xmlns:r="http://schemas.openxmlformats.org/officeDocument/2006/relationships" id="261" r:id="R0d88cd77d47749e9"/>
    <p:sldId xmlns:r="http://schemas.openxmlformats.org/officeDocument/2006/relationships" id="262" r:id="R1147a0045c0b48b0"/>
    <p:sldId xmlns:r="http://schemas.openxmlformats.org/officeDocument/2006/relationships" id="263" r:id="Ra7c7ddb4d171457a"/>
    <p:sldId xmlns:r="http://schemas.openxmlformats.org/officeDocument/2006/relationships" id="264" r:id="R092f4649b1e14bc0"/>
    <p:sldId xmlns:r="http://schemas.openxmlformats.org/officeDocument/2006/relationships" id="265" r:id="Rb6725504333949be"/>
    <p:sldId xmlns:r="http://schemas.openxmlformats.org/officeDocument/2006/relationships" id="266" r:id="R32e1bc9113284134"/>
    <p:sldId xmlns:r="http://schemas.openxmlformats.org/officeDocument/2006/relationships" id="267" r:id="R55d2bd6fc6f240e9"/>
    <p:sldId xmlns:r="http://schemas.openxmlformats.org/officeDocument/2006/relationships" id="268" r:id="R6ca7aefffe95412d"/>
    <p:sldId xmlns:r="http://schemas.openxmlformats.org/officeDocument/2006/relationships" id="269" r:id="R072702c0b1404ab4"/>
    <p:sldId xmlns:r="http://schemas.openxmlformats.org/officeDocument/2006/relationships" id="270" r:id="R5fa2e40e904745a2"/>
    <p:sldId xmlns:r="http://schemas.openxmlformats.org/officeDocument/2006/relationships" id="271" r:id="R252ca67e85764d73"/>
    <p:sldId xmlns:r="http://schemas.openxmlformats.org/officeDocument/2006/relationships" id="272" r:id="Rd6b04703a9344757"/>
    <p:sldId xmlns:r="http://schemas.openxmlformats.org/officeDocument/2006/relationships" id="273" r:id="R251cc5fb9e844f54"/>
    <p:sldId xmlns:r="http://schemas.openxmlformats.org/officeDocument/2006/relationships" id="274" r:id="R42cc8017725845a3"/>
    <p:sldId xmlns:r="http://schemas.openxmlformats.org/officeDocument/2006/relationships" id="275" r:id="Rc074f4f91bf34e52"/>
    <p:sldId xmlns:r="http://schemas.openxmlformats.org/officeDocument/2006/relationships" id="276" r:id="R79e530262253466c"/>
    <p:sldId xmlns:r="http://schemas.openxmlformats.org/officeDocument/2006/relationships" id="277" r:id="Ra6e48e1ca0614c7d"/>
    <p:sldId xmlns:r="http://schemas.openxmlformats.org/officeDocument/2006/relationships" id="278" r:id="Rd51ab8ad897849ea"/>
    <p:sldId xmlns:r="http://schemas.openxmlformats.org/officeDocument/2006/relationships" id="279" r:id="R8ae219b8adcb42a6"/>
    <p:sldId xmlns:r="http://schemas.openxmlformats.org/officeDocument/2006/relationships" id="280" r:id="Rb119ae649b1f4c34"/>
    <p:sldId xmlns:r="http://schemas.openxmlformats.org/officeDocument/2006/relationships" id="281" r:id="R3d7c2a45d2484b9d"/>
    <p:sldId xmlns:r="http://schemas.openxmlformats.org/officeDocument/2006/relationships" id="282" r:id="R4e12ac463cf448ea"/>
    <p:sldId xmlns:r="http://schemas.openxmlformats.org/officeDocument/2006/relationships" id="283" r:id="Rb2ae2f56b4a942f6"/>
    <p:sldId xmlns:r="http://schemas.openxmlformats.org/officeDocument/2006/relationships" id="284" r:id="R638aeb86a6674512"/>
    <p:sldId xmlns:r="http://schemas.openxmlformats.org/officeDocument/2006/relationships" id="285" r:id="Rbb358da784f745a4"/>
    <p:sldId xmlns:r="http://schemas.openxmlformats.org/officeDocument/2006/relationships" id="286" r:id="Rb15a2b3d5f8644c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50b2401ca8846b5" /><Relationship Type="http://schemas.openxmlformats.org/officeDocument/2006/relationships/slideMaster" Target="/ppt/slideMasters/slideMaster1.xml" Id="Rdc0ff7d78a3b47ef" /><Relationship Type="http://schemas.openxmlformats.org/officeDocument/2006/relationships/notesMaster" Target="/ppt/notesMasters/notesMaster1.xml" Id="Rfe236ddc33df460d" /><Relationship Type="http://schemas.openxmlformats.org/officeDocument/2006/relationships/presProps" Target="/ppt/presProps.xml" Id="Ra5bfd6a77ca0401b" /><Relationship Type="http://schemas.openxmlformats.org/officeDocument/2006/relationships/tableStyles" Target="/ppt/tableStyles.xml" Id="R912c8ca9cc0a455b" /><Relationship Type="http://schemas.openxmlformats.org/officeDocument/2006/relationships/slide" Target="/ppt/slides/slide1.xml" Id="Ra9a2b1bebb2c4f76" /><Relationship Type="http://schemas.openxmlformats.org/officeDocument/2006/relationships/slide" Target="/ppt/slides/slide2.xml" Id="Ra447e61693364f6c" /><Relationship Type="http://schemas.openxmlformats.org/officeDocument/2006/relationships/slide" Target="/ppt/slides/slide3.xml" Id="R81ba5042145c44d0" /><Relationship Type="http://schemas.openxmlformats.org/officeDocument/2006/relationships/slide" Target="/ppt/slides/slide4.xml" Id="R15084a22d8c14ef0" /><Relationship Type="http://schemas.openxmlformats.org/officeDocument/2006/relationships/slide" Target="/ppt/slides/slide5.xml" Id="Rd77e79b94d7d4011" /><Relationship Type="http://schemas.openxmlformats.org/officeDocument/2006/relationships/slide" Target="/ppt/slides/slide6.xml" Id="R0d88cd77d47749e9" /><Relationship Type="http://schemas.openxmlformats.org/officeDocument/2006/relationships/slide" Target="/ppt/slides/slide7.xml" Id="R1147a0045c0b48b0" /><Relationship Type="http://schemas.openxmlformats.org/officeDocument/2006/relationships/slide" Target="/ppt/slides/slide8.xml" Id="Ra7c7ddb4d171457a" /><Relationship Type="http://schemas.openxmlformats.org/officeDocument/2006/relationships/slide" Target="/ppt/slides/slide9.xml" Id="R092f4649b1e14bc0" /><Relationship Type="http://schemas.openxmlformats.org/officeDocument/2006/relationships/slide" Target="/ppt/slides/slide10.xml" Id="Rb6725504333949be" /><Relationship Type="http://schemas.openxmlformats.org/officeDocument/2006/relationships/slide" Target="/ppt/slides/slide11.xml" Id="R32e1bc9113284134" /><Relationship Type="http://schemas.openxmlformats.org/officeDocument/2006/relationships/slide" Target="/ppt/slides/slide12.xml" Id="R55d2bd6fc6f240e9" /><Relationship Type="http://schemas.openxmlformats.org/officeDocument/2006/relationships/slide" Target="/ppt/slides/slide13.xml" Id="R6ca7aefffe95412d" /><Relationship Type="http://schemas.openxmlformats.org/officeDocument/2006/relationships/slide" Target="/ppt/slides/slide14.xml" Id="R072702c0b1404ab4" /><Relationship Type="http://schemas.openxmlformats.org/officeDocument/2006/relationships/slide" Target="/ppt/slides/slide15.xml" Id="R5fa2e40e904745a2" /><Relationship Type="http://schemas.openxmlformats.org/officeDocument/2006/relationships/slide" Target="/ppt/slides/slide16.xml" Id="R252ca67e85764d73" /><Relationship Type="http://schemas.openxmlformats.org/officeDocument/2006/relationships/slide" Target="/ppt/slides/slide17.xml" Id="Rd6b04703a9344757" /><Relationship Type="http://schemas.openxmlformats.org/officeDocument/2006/relationships/slide" Target="/ppt/slides/slide18.xml" Id="R251cc5fb9e844f54" /><Relationship Type="http://schemas.openxmlformats.org/officeDocument/2006/relationships/slide" Target="/ppt/slides/slide19.xml" Id="R42cc8017725845a3" /><Relationship Type="http://schemas.openxmlformats.org/officeDocument/2006/relationships/slide" Target="/ppt/slides/slide20.xml" Id="Rc074f4f91bf34e52" /><Relationship Type="http://schemas.openxmlformats.org/officeDocument/2006/relationships/slide" Target="/ppt/slides/slide21.xml" Id="R79e530262253466c" /><Relationship Type="http://schemas.openxmlformats.org/officeDocument/2006/relationships/slide" Target="/ppt/slides/slide22.xml" Id="Ra6e48e1ca0614c7d" /><Relationship Type="http://schemas.openxmlformats.org/officeDocument/2006/relationships/slide" Target="/ppt/slides/slide23.xml" Id="Rd51ab8ad897849ea" /><Relationship Type="http://schemas.openxmlformats.org/officeDocument/2006/relationships/slide" Target="/ppt/slides/slide24.xml" Id="R8ae219b8adcb42a6" /><Relationship Type="http://schemas.openxmlformats.org/officeDocument/2006/relationships/slide" Target="/ppt/slides/slide25.xml" Id="Rb119ae649b1f4c34" /><Relationship Type="http://schemas.openxmlformats.org/officeDocument/2006/relationships/slide" Target="/ppt/slides/slide26.xml" Id="R3d7c2a45d2484b9d" /><Relationship Type="http://schemas.openxmlformats.org/officeDocument/2006/relationships/slide" Target="/ppt/slides/slide27.xml" Id="R4e12ac463cf448ea" /><Relationship Type="http://schemas.openxmlformats.org/officeDocument/2006/relationships/slide" Target="/ppt/slides/slide28.xml" Id="Rb2ae2f56b4a942f6" /><Relationship Type="http://schemas.openxmlformats.org/officeDocument/2006/relationships/slide" Target="/ppt/slides/slide29.xml" Id="R638aeb86a6674512" /><Relationship Type="http://schemas.openxmlformats.org/officeDocument/2006/relationships/slide" Target="/ppt/slides/slide30.xml" Id="Rbb358da784f745a4" /><Relationship Type="http://schemas.openxmlformats.org/officeDocument/2006/relationships/slide" Target="/ppt/slides/slide31.xml" Id="Rb15a2b3d5f8644c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fb6a2df1579433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6be4bb8043a42c5" /><Relationship Type="http://schemas.openxmlformats.org/officeDocument/2006/relationships/notesMaster" Target="/ppt/notesMasters/notesMaster1.xml" Id="Rbb9ad5eb29544b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8f78a25f4c7b469b" /><Relationship Type="http://schemas.openxmlformats.org/officeDocument/2006/relationships/notesMaster" Target="/ppt/notesMasters/notesMaster1.xml" Id="R86bf27ad56de44e5" /></Relationships>
</file>

<file path=ppt/notesSlides/_rels/notesSlide3.xml.rels>&#65279;<?xml version="1.0" encoding="utf-8"?><Relationships xmlns="http://schemas.openxmlformats.org/package/2006/relationships"><Relationship Type="http://schemas.openxmlformats.org/officeDocument/2006/relationships/slide" Target="/ppt/slides/slide3.xml" Id="R8aaf48925ec6417b" /><Relationship Type="http://schemas.openxmlformats.org/officeDocument/2006/relationships/notesMaster" Target="/ppt/notesMasters/notesMaster1.xml" Id="R070ea560b0a54806" /></Relationships>
</file>

<file path=ppt/notesSlides/_rels/notesSlide4.xml.rels>&#65279;<?xml version="1.0" encoding="utf-8"?><Relationships xmlns="http://schemas.openxmlformats.org/package/2006/relationships"><Relationship Type="http://schemas.openxmlformats.org/officeDocument/2006/relationships/slide" Target="/ppt/slides/slide4.xml" Id="R535952f98f61464a" /><Relationship Type="http://schemas.openxmlformats.org/officeDocument/2006/relationships/notesMaster" Target="/ppt/notesMasters/notesMaster1.xml" Id="Rd5a4f03a2fc44557" /></Relationships>
</file>

<file path=ppt/notesSlides/_rels/notesSlide5.xml.rels>&#65279;<?xml version="1.0" encoding="utf-8"?><Relationships xmlns="http://schemas.openxmlformats.org/package/2006/relationships"><Relationship Type="http://schemas.openxmlformats.org/officeDocument/2006/relationships/slide" Target="/ppt/slides/slide5.xml" Id="R1ab4639b9ebf4f8e" /><Relationship Type="http://schemas.openxmlformats.org/officeDocument/2006/relationships/notesMaster" Target="/ppt/notesMasters/notesMaster1.xml" Id="R5637511a69464e74" /></Relationships>
</file>

<file path=ppt/notesSlides/_rels/notesSlide6.xml.rels>&#65279;<?xml version="1.0" encoding="utf-8"?><Relationships xmlns="http://schemas.openxmlformats.org/package/2006/relationships"><Relationship Type="http://schemas.openxmlformats.org/officeDocument/2006/relationships/slide" Target="/ppt/slides/slide6.xml" Id="Rf259d43a6f254a6d" /><Relationship Type="http://schemas.openxmlformats.org/officeDocument/2006/relationships/notesMaster" Target="/ppt/notesMasters/notesMaster1.xml" Id="Rd060f606808e4318" /></Relationships>
</file>

<file path=ppt/notesSlides/_rels/notesSlide7.xml.rels>&#65279;<?xml version="1.0" encoding="utf-8"?><Relationships xmlns="http://schemas.openxmlformats.org/package/2006/relationships"><Relationship Type="http://schemas.openxmlformats.org/officeDocument/2006/relationships/slide" Target="/ppt/slides/slide7.xml" Id="R5c20f04a06804c8c" /><Relationship Type="http://schemas.openxmlformats.org/officeDocument/2006/relationships/notesMaster" Target="/ppt/notesMasters/notesMaster1.xml" Id="R01b85ef773244c6e" /></Relationships>
</file>

<file path=ppt/notesSlides/_rels/notesSlide8.xml.rels>&#65279;<?xml version="1.0" encoding="utf-8"?><Relationships xmlns="http://schemas.openxmlformats.org/package/2006/relationships"><Relationship Type="http://schemas.openxmlformats.org/officeDocument/2006/relationships/slide" Target="/ppt/slides/slide8.xml" Id="Rc3e8f361c1d9413b" /><Relationship Type="http://schemas.openxmlformats.org/officeDocument/2006/relationships/notesMaster" Target="/ppt/notesMasters/notesMaster1.xml" Id="R7df2fc1f509c4d4d" /></Relationships>
</file>

<file path=ppt/notesSlides/_rels/notesSlide9.xml.rels>&#65279;<?xml version="1.0" encoding="utf-8"?><Relationships xmlns="http://schemas.openxmlformats.org/package/2006/relationships"><Relationship Type="http://schemas.openxmlformats.org/officeDocument/2006/relationships/slide" Target="/ppt/slides/slide9.xml" Id="R8d19cbae450042b0" /><Relationship Type="http://schemas.openxmlformats.org/officeDocument/2006/relationships/notesMaster" Target="/ppt/notesMasters/notesMaster1.xml" Id="R537d4276bae54e8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f2457ddc5f84aa7" /><Relationship Type="http://schemas.openxmlformats.org/officeDocument/2006/relationships/notesMaster" Target="/ppt/notesMasters/notesMaster1.xml" Id="R89c837016d4f4bb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33406e636e84bf2" /><Relationship Type="http://schemas.openxmlformats.org/officeDocument/2006/relationships/notesMaster" Target="/ppt/notesMasters/notesMaster1.xml" Id="Rd2e5d7b672484d6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20f4cf7640c422a" /><Relationship Type="http://schemas.openxmlformats.org/officeDocument/2006/relationships/notesMaster" Target="/ppt/notesMasters/notesMaster1.xml" Id="R83e1c87948a0496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2c90f6a44204885" /><Relationship Type="http://schemas.openxmlformats.org/officeDocument/2006/relationships/notesMaster" Target="/ppt/notesMasters/notesMaster1.xml" Id="R270517d4f39f46f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e0130e311e0400c" /><Relationship Type="http://schemas.openxmlformats.org/officeDocument/2006/relationships/notesMaster" Target="/ppt/notesMasters/notesMaster1.xml" Id="R4807ac9f0aa1479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db6d7f86c7e4801" /><Relationship Type="http://schemas.openxmlformats.org/officeDocument/2006/relationships/notesMaster" Target="/ppt/notesMasters/notesMaster1.xml" Id="Rc12b766936f44f8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1b46bbf53504c9b" /><Relationship Type="http://schemas.openxmlformats.org/officeDocument/2006/relationships/notesMaster" Target="/ppt/notesMasters/notesMaster1.xml" Id="R10cf387762a045d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0a8e8d9cd1840c6" /><Relationship Type="http://schemas.openxmlformats.org/officeDocument/2006/relationships/notesMaster" Target="/ppt/notesMasters/notesMaster1.xml" Id="Rdec441003201407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dcb9aba55644f7a" /><Relationship Type="http://schemas.openxmlformats.org/officeDocument/2006/relationships/notesMaster" Target="/ppt/notesMasters/notesMaster1.xml" Id="Ra8e27e6124064d3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5520e3b64f44fbb" /><Relationship Type="http://schemas.openxmlformats.org/officeDocument/2006/relationships/notesMaster" Target="/ppt/notesMasters/notesMaster1.xml" Id="R0030e2c82e6f443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1fd0c03cc1a459d" /><Relationship Type="http://schemas.openxmlformats.org/officeDocument/2006/relationships/notesMaster" Target="/ppt/notesMasters/notesMaster1.xml" Id="R86e35e8cbb9443a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69773bcdcfb4123" /><Relationship Type="http://schemas.openxmlformats.org/officeDocument/2006/relationships/notesMaster" Target="/ppt/notesMasters/notesMaster1.xml" Id="Rb8e77ca1c03440f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ffac271cf494cd8" /><Relationship Type="http://schemas.openxmlformats.org/officeDocument/2006/relationships/notesMaster" Target="/ppt/notesMasters/notesMaster1.xml" Id="R077aa3f55899454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c48999b85054d82" /><Relationship Type="http://schemas.openxmlformats.org/officeDocument/2006/relationships/notesMaster" Target="/ppt/notesMasters/notesMaster1.xml" Id="R94bc66460c2b4ac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2479e86877a4368" /><Relationship Type="http://schemas.openxmlformats.org/officeDocument/2006/relationships/notesMaster" Target="/ppt/notesMasters/notesMaster1.xml" Id="Rbefb5eb8bf6d47b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a0912888d7248ff" /><Relationship Type="http://schemas.openxmlformats.org/officeDocument/2006/relationships/notesMaster" Target="/ppt/notesMasters/notesMaster1.xml" Id="R957cf96a32c74ed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18e6c35c1a04241" /><Relationship Type="http://schemas.openxmlformats.org/officeDocument/2006/relationships/notesMaster" Target="/ppt/notesMasters/notesMaster1.xml" Id="Rbcd1098b6be645d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b408d9369da48dd" /><Relationship Type="http://schemas.openxmlformats.org/officeDocument/2006/relationships/notesMaster" Target="/ppt/notesMasters/notesMaster1.xml" Id="R14a47d0cab8a4dc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0fbdae3844948a1" /><Relationship Type="http://schemas.openxmlformats.org/officeDocument/2006/relationships/notesMaster" Target="/ppt/notesMasters/notesMaster1.xml" Id="R96a1cf5d5fb7440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994e8230ebe459b" /><Relationship Type="http://schemas.openxmlformats.org/officeDocument/2006/relationships/notesMaster" Target="/ppt/notesMasters/notesMaster1.xml" Id="Rbc964ab827b24a8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74650c50d784904" /><Relationship Type="http://schemas.openxmlformats.org/officeDocument/2006/relationships/notesMaster" Target="/ppt/notesMasters/notesMaster1.xml" Id="R31f74efec96442a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5853d1531d341d4" /><Relationship Type="http://schemas.openxmlformats.org/officeDocument/2006/relationships/notesMaster" Target="/ppt/notesMasters/notesMaster1.xml" Id="R2382d06d6de542b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the implemented POC, its integration ports and the contract decisions still needed. The supplied feed fields and proposed upsert objects define this iteration. This is not a claim to implement an official CMS file standard.</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file with the chosen adapter, normalize the row, validate intent and required data, resolve member/manager/GUIDs, assemble bodies and freeze the member plan. Stage all requests before the first consent POST. PREVIEW can call HTTP lookup. The consent-demo profile uses fixtures. Zero preferences produces an empty plan.</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docs/consent.md includes all 30 fields individually and states each disposition. External contract is not copied to internal contract. Policy dates are not consent dates. A trailing comma in the supplied field list is not a 31st header.</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five synthetic sample members produce six requests. Present null also means no change. Missing preference fields fail preflight because they may indicate an incorrect layout. Codes normalize whitespace and case, then use an explicit map. Confirm blank/no-change semantics with the service team.</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actual interface returns Profile.Format rather than a filename extension. Spring injects every FileFormatAdapter implementation into AdapterRegistry. The registry rejects duplicate format registrations. A parser owns its file resources for the entire read callback. Every emitted number must be positive, strictly increasing and stable across repeated parsing of the same bytes. FileProcessor enforces increasing values. The number identifies the persisted request and participates in its idempotency key. A logical CSV record can span multiple physical lines.</a:t>
            </a:r>
          </a:p>
          <a:p xmlns:a="http://schemas.openxmlformats.org/drawingml/2006/main">
            <a:r>
              <a:t/>
            </a:r>
          </a:p>
          <a:p xmlns:a="http://schemas.openxmlformats.org/drawingml/2006/main">
            <a:r>
              <a:t>Sources:</a:t>
            </a:r>
          </a:p>
          <a:p xmlns:a="http://schemas.openxmlformats.org/drawingml/2006/main">
            <a:r>
              <a:t>https://github.com/jenbrick/fileadapter/blob/main/src/main/java/com/jenbrick/fileadapter/source/FileFormatAdapter.java</a:t>
            </a:r>
          </a:p>
          <a:p xmlns:a="http://schemas.openxmlformats.org/drawingml/2006/main">
            <a:r>
              <a:t>https://github.com/jenbrick/fileadapter/blob/main/src/main/java/com/jenbrick/fileadapter/source/AdapterRegistry.java</a:t>
            </a:r>
          </a:p>
          <a:p xmlns:a="http://schemas.openxmlformats.org/drawingml/2006/main">
            <a:r>
              <a:t>https://github.com/jenbrick/fileadapter/blob/main/src/main/java/com/jenbrick/fileadapter/source/SourceRecord.java</a:t>
            </a:r>
          </a:p>
          <a:p xmlns:a="http://schemas.openxmlformats.org/drawingml/2006/main">
            <a:r>
              <a:t>https://github.com/jenbrick/fileadapter/blob/main/src/main/java/com/jenbrick/fileadapter/processing/FileProcessor.java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four existing parsers serve the consent feed. CSV and pipe examples include headed and headerless layouts. Fixed width uses the supplied 30-field order and illustrative character ranges. XML selects /members/member. JSON mode chooses the record boundary.</a:t>
            </a:r>
          </a:p>
          <a:p xmlns:a="http://schemas.openxmlformats.org/drawingml/2006/main">
            <a:r>
              <a:t/>
            </a:r>
          </a:p>
          <a:p xmlns:a="http://schemas.openxmlformats.org/drawingml/2006/main">
            <a:r>
              <a:t>Sources:</a:t>
            </a:r>
          </a:p>
          <a:p xmlns:a="http://schemas.openxmlformats.org/drawingml/2006/main">
            <a:r>
              <a:t>https://github.com/jenbrick/fileadapter/blob/main/docs/formats.md</a:t>
            </a:r>
          </a:p>
          <a:p xmlns:a="http://schemas.openxmlformats.org/drawingml/2006/main">
            <a:r>
              <a:t>https://github.com/jenbrick/fileadapter/blob/main/docs/consent.md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excerpt. application.yml defines preference and relationship maps, date pattern, source metadata and lookup settings too. YAML anchors share one consent settings block across the nine consent layouts. Generic employee profiles still use mappings and contract. Explicit profile ID overrides filename matching in one-shot mode.</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left side wraps the long field names for slide readability and is not literal runnable CSV. See examples/consent/consent.csv for valid input. SourceNormalizer can resolve aliases or JSON Pointer paths for alternate layouts. Consent fields must remain strings or null to preserve identifiers.</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default ConfiguredMemberResolver supplies a proposed HTTP facade contract plus explicit fixture mode. It does not assume the actual company API. Replace this port or put a facade in front of the required company calls. Lookup must be read-only even though transport uses POST. The worker never fabricates database keys or assumes the manager equals the owner.</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full lookup request includes member names, gender, external group, payer ID, policy ID and target codes. The full response includes an independently resolved manager identity. Require exactly one match in the facade. Null consent GUID means new insert, while a returned GUID identifies an update. Authentication uses CONSENT_LOOKUP_BEARER_TOKEN, separate from UPSERT_BEARER_TOKEN.</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omitted transactionDetails object appears on its own slide. Full valid bodies are in examples/consent/expected-requests.jsonl. Explicit null consentGuid requests insert in the supplied contract. A resolved providerConsentGuid would be used for update. End date is null because the input has no dedicated consent end date.</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input row can request provider and payer consent together, but the service receives separate target-specific bodies. This implementation treats transactionDetails as a top-level sibling of coverage and includes owner PIN for both targets. These normalize inconsistencies in the provided example and require service-team confirmation.</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Other coverage fields are nullable. Relationship uses an explicit map to SELF, SPOUSE, DEPENDENT or OTHER. Confirm whether the supplied RELATIONSHIP_CODE means relationship to policy holder or only membership relation. PAYER_DATE_OF_BIRTH is subscriber DOB. Payer name/address and plan fields have no agreed target paths and remain only in the retained input.</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synthetic dependent example has owner PIN 00A and manager PIN XYZ. This proves PINs are not numeric conversions and manager is not silently copied from owner. sourceDateTime normally comes from UTC plan creation and is reused for both targets. Demo config supplies a fixed timestamp. Real transaction identity and manager authorization must be agreed with the integration owners.</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Default source dates use strict uuuu-MM-dd. Configure MM/dd/uuuu for US dates; output remains ISO yyyy-MM-dd. Codes trim and normalize case before explicit map translation. No-change rows require neither member lookup nor unused payer field validation. Payer-only validation requires payer ID, policy ID and mapped relationship. Coverage subscriber DOB is validated when present.</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generic preflight principle now covers external enrichment and zero/one/two-request consent assembly. Earlier requests may exist in the durable ledger, but cannot be delivered while the run is STAGING. A later malformed, unresolved or invalid member prevents all consent POSTs. A file with valid no-change rows succeeds with zero requests. Empty/header-only files fail.</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ConsentPlanStore saves the complete validated request list per member row in H2, including empty plans. A crash before saving a plan may repeat its read-only lookup. A crash after saving reuses the plan with its original timestamp and identifiers. Staging can clear/rebuild request rows safely because no POST starts until READY. There is no distributed transaction with the lookup or consent service.</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https://github.com/jenbrick/fileadapter/blob/main/src/main/java/com/jenbrick/fileadapter/consent/ConsentPlanStore.java</a:t>
            </a:r>
          </a:p>
          <a:p xmlns:a="http://schemas.openxmlformats.org/drawingml/2006/main">
            <a:r>
              <a:t>https://github.com/jenbrick/fileadapter/blob/main/src/main/java/com/jenbrick/fileadapter/processing/FileProcessor.java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Consent snapshots use engine version 2; old version 1 employee snapshots remain readable. Filename is not part of identity. Same content/profile/mode/delivery settings deduplicate. Different files or settings can create new business events, so the consent service still needs appropriate uniqueness/upsert and concurrency rules. Bump the rules version deliberately when retrying an identical FAILED run after fixing lookup behavior.</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actual preview wrapper has source metadata, requests containing the actual bodies, and requestDetails containing origin metadata in matching order. Send only individual request bodies to the consent service. requests.jsonl has no wrapper or origin fields. Fixture previews make no HTTP calls; ordinary consent previews can call HTTP lookup but never consent upsert.</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https://github.com/jenbrick/fileadapter/blob/main/src/main/java/com/jenbrick/fileadapter/processing/PreviewWriter.java</a:t>
            </a:r>
          </a:p>
          <a:p xmlns:a="http://schemas.openxmlformats.org/drawingml/2006/main">
            <a:r>
              <a:t>https://github.com/jenbrick/fileadapter/blob/main/docs/consent.md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outcomes apply to consent delivery, not the lookup facade. Lookup requires HTTP 200 with a valid unique resolution and does not use automatic retries. Upsert retries depend on replay-safe. Idempotency keys remain stable for the same request. A 202 response needs a defined asynchronous contract or explicit agreed acknowledgement setting.</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https://github.com/jenbrick/fileadapter/blob/main/src/main/java/com/jenbrick/fileadapter/delivery/HttpUpsertClient.java</a:t>
            </a:r>
          </a:p>
          <a:p xmlns:a="http://schemas.openxmlformats.org/drawingml/2006/main">
            <a:r>
              <a:t>https://github.com/jenbrick/fileadapter/blob/main/src/main/java/com/jenbrick/fileadapter/delivery/UpsertClient.java</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live integration test acknowledges provider then fails payer, resumes using the same payer key/body and skips provider. Lookup count does not increase during delivery recovery. Default replay-safe is false. An unsafe uncertain POST stays paused even with explicit resume. Changed files/configuration create new keys, so idempotency does not substitute for business uniqueness.</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file state machine remains the same for consent ingestion. STAGING now includes enrichment and fan-out. Preview bypasses DELIVERING and finishes as PREVIEWED. Acknowledgement belongs to each consent request. PAUSED requires explicit resume and service replay safety. FAILED cannot be resumed. The local H2 ledger has no cross-system exactly-once guarantee.</a:t>
            </a:r>
          </a:p>
          <a:p xmlns:a="http://schemas.openxmlformats.org/drawingml/2006/main">
            <a:r>
              <a:t/>
            </a:r>
          </a:p>
          <a:p xmlns:a="http://schemas.openxmlformats.org/drawingml/2006/main">
            <a:r>
              <a:t>Sources:</a:t>
            </a:r>
          </a:p>
          <a:p xmlns:a="http://schemas.openxmlformats.org/drawingml/2006/main">
            <a:r>
              <a:t>https://github.com/jenbrick/fileadapter/blob/main/src/main/java/com/jenbrick/fileadapter/processing/FileProcessor.java</a:t>
            </a:r>
          </a:p>
          <a:p xmlns:a="http://schemas.openxmlformats.org/drawingml/2006/main">
            <a:r>
              <a:t>https://github.com/jenbrick/fileadapter/blob/main/src/main/java/com/jenbrick/fileadapter/processing/ProcessingLedger.java</a:t>
            </a:r>
          </a:p>
          <a:p xmlns:a="http://schemas.openxmlformats.org/drawingml/2006/main">
            <a:r>
              <a:t>https://github.com/jenbrick/fileadapter/blob/main/src/main/java/com/jenbrick/fileadapter/processing/DirectoryPoller.java</a:t>
            </a:r>
          </a:p>
          <a:p xmlns:a="http://schemas.openxmlformats.org/drawingml/2006/main">
            <a:r>
              <a:t>https://github.com/jenbrick/fileadapter/blob/main/src/main/java/com/jenbrick/fileadapter/FileAdapterApplication.java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generic mapping package continues to support employee examples. Consent profiles route to the planner instead. ConfiguredMemberResolver implements the default proposed HTTP protocol and synthetic fixtures. ConsentPlanStore adds an H2 table; ProcessingLedger migrates the request origin column with backward fallback.</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https://github.com/jenbrick/fileadapter/blob/main/docs/architecture.md</a:t>
            </a:r>
          </a:p>
          <a:p xmlns:a="http://schemas.openxmlformats.org/drawingml/2006/main">
            <a:r>
              <a:t>https://github.com/jenbrick/fileadapter/blob/main/docs/extensions.md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 complete ingestion.profiles list in external overrides because Spring replaces lists instead of merging elements. Version consent rules for meaningful behavior changes. Current output shape is coded explicitly in the planner, keeping domain assembly readable while input syntax stays configurable. Add full schema validation when the approved API contract is available.</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https://github.com/jenbrick/fileadapter/blob/main/docs/extensions.md</a:t>
            </a:r>
          </a:p>
          <a:p xmlns:a="http://schemas.openxmlformats.org/drawingml/2006/main">
            <a:r>
              <a:t>https://github.com/jenbrick/fileadapter/blob/main/docs/consent.md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Java must already be on PATH with JAVA_HOME pointing to a JDK root. Gradle can provision a compiler JDK but needs an initial runtime. Demo disables polling, uses PREVIEW, fixes source metadata and writes to var-consent-demo. LIVE refuses fixture lookup. All sample names, identities and coverage data are synthetic.</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full guide also includes headerless CSV, headed pipe and JSON object examples. Every five-member file produces the same six bodies. The fixed-width sample uses 544 Unicode code points and no header. These illustrative widths must be replaced by the production specification. XML path is /members/member. Headerless field order is the supplied 30-field sequence.</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is optional for the Java application but required for the standard-library mock. The mock resolves only synthetic fixtures and captures accepted bodies under var-consent-mock. Its idempotency memory lasts only while the Python process stays alive. Real lookups need company contracts and authentication. Never use this mock for real member data.</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https://github.com/jenbrick/fileadapter/blob/main/scripts/mock_consent_services.py</a:t>
            </a:r>
          </a:p>
          <a:p xmlns:a="http://schemas.openxmlformats.org/drawingml/2006/main">
            <a:r>
              <a:t>https://github.com/jenbrick/fileadapter/blob/main/docs/consent.md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one server should bind the port. Stop an old mock before starting the failure exercise. Set the lookup and upsert environment URLs as on the prior slide. The configured max-attempts of one causes a PAUSED state after the synthetic payer 503. Resume uses saved replay-safe settings and the same body/key. Do not enable replay safety against a real service without its guarantee.</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Tests include invalid preference/date/relationship, unresolved identity, manager/PIN checks, alphanumeric identifiers, no-change rows, JSON/XML/fixed-width/pipe parity, full-file preflight, partial success and stable retry keys. Package demos exercise actual java -jar startup and preview output. Deployment remains one worker with local persistent H2. Storage access, retention, monitoring and service-side reconciliation need company ownership.</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https://github.com/jenbrick/fileadapter/blob/main/src/test/java/com/jenbrick/fileadapter/ConsentPreviewIntegrationTest.java</a:t>
            </a:r>
          </a:p>
          <a:p xmlns:a="http://schemas.openxmlformats.org/drawingml/2006/main">
            <a:r>
              <a:t>https://github.com/jenbrick/fileadapter/blob/main/src/test/java/com/jenbrick/fileadapter/ConsentLiveIntegrationTest.java</a:t>
            </a:r>
          </a:p>
          <a:p xmlns:a="http://schemas.openxmlformats.org/drawingml/2006/main">
            <a:r>
              <a:t>https://github.com/jenbrick/fileadapter/blob/main/src/test/java/com/jenbrick/fileadapter/consent/ConsentRulesTest.java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POC assumes top-level transactionDetails, owner PIN for both targets, explicit null end date and coverage on payer GRANT and RVOKE. It assumes RELATIONSHIP_CODE maps to relationship to policy holder. Confirm those choices and publish final OpenAPI/JSON Schema plus lookup protocols before production use.</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Java paths on this slide are relative to src/main/java/com/jenbrick/fileadapter. Existing generic employee examples remain supported. The repository can be copied internally as file-adapter-poc while the built artifact remains fileadapter-0.1.0.jar. Do not confuse the shared GitHub origin with the separate internal company remote.</a:t>
            </a:r>
          </a:p>
          <a:p xmlns:a="http://schemas.openxmlformats.org/drawingml/2006/main">
            <a:r>
              <a:t/>
            </a:r>
          </a:p>
          <a:p xmlns:a="http://schemas.openxmlformats.org/drawingml/2006/main">
            <a:r>
              <a:t>CMS consent POC revision (27 October 2026).</a:t>
            </a:r>
          </a:p>
          <a:p xmlns:a="http://schemas.openxmlformats.org/drawingml/2006/main">
            <a:r>
              <a:t>Sources:</a:t>
            </a:r>
          </a:p>
          <a:p xmlns:a="http://schemas.openxmlformats.org/drawingml/2006/main">
            <a:r>
              <a:t>https://github.com/jenbrick/fileadapter/blob/main/README.md</a:t>
            </a:r>
          </a:p>
          <a:p xmlns:a="http://schemas.openxmlformats.org/drawingml/2006/main">
            <a:r>
              <a:t>https://github.com/jenbrick/fileadapter/blob/main/docs/consent.md</a:t>
            </a:r>
          </a:p>
          <a:p xmlns:a="http://schemas.openxmlformats.org/drawingml/2006/main">
            <a:r>
              <a:t>https://github.com/jenbrick/fileadapter/blob/main/docs/presentations/README.md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72e5ae97c764cc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af1486a65ee4e6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949a33e87374f5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43d36277ab341b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1677dfc18c94b7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c7614d0ebee478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2B67AED-07FD-4564-852E-4A1A0E9F33B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5626AC9-1B46-4D23-9499-00086AFFDA8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1311655-EA59-4BB1-A1B4-67CF1A20D7B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066244F-A58C-4752-A76E-DC35EF3B98F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DFF1173-4660-4210-91B3-56EF7CE3542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E5E3ECE-B3C1-40E6-89C0-644298151B6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0122A2A-CACF-43D0-A818-135C928F72E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94DFD92-E5F4-43DD-B772-CFBFE193520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BA20F5-3894-4CF9-A8B5-5D19C34FA26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25DC556-249C-4DD8-A79A-EA96622FC77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04186df014843d4" /><Relationship Type="http://schemas.openxmlformats.org/officeDocument/2006/relationships/slideLayout" Target="/ppt/slideLayouts/slideLayout1.xml" Id="Ra4601cd777ae4765" /><Relationship Type="http://schemas.openxmlformats.org/officeDocument/2006/relationships/slideLayout" Target="/ppt/slideLayouts/slideLayout2.xml" Id="Rc00fc08d276f4479" /><Relationship Type="http://schemas.openxmlformats.org/officeDocument/2006/relationships/slideLayout" Target="/ppt/slideLayouts/slideLayout3.xml" Id="R7b1f5c69e5d44e81" /><Relationship Type="http://schemas.openxmlformats.org/officeDocument/2006/relationships/slideLayout" Target="/ppt/slideLayouts/slideLayout4.xml" Id="R8e396f1866304ea8" /><Relationship Type="http://schemas.openxmlformats.org/officeDocument/2006/relationships/slideLayout" Target="/ppt/slideLayouts/slideLayout5.xml" Id="R24a9999789634c36" /><Relationship Type="http://schemas.openxmlformats.org/officeDocument/2006/relationships/slideLayout" Target="/ppt/slideLayouts/slideLayout6.xml" Id="Rda66197a926549d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4601cd777ae4765"/>
    <p:sldLayoutId xmlns:r="http://schemas.openxmlformats.org/officeDocument/2006/relationships" id="2147483650" r:id="Rc00fc08d276f4479"/>
    <p:sldLayoutId xmlns:r="http://schemas.openxmlformats.org/officeDocument/2006/relationships" id="2147483651" r:id="R7b1f5c69e5d44e81"/>
    <p:sldLayoutId xmlns:r="http://schemas.openxmlformats.org/officeDocument/2006/relationships" id="2147483652" r:id="R8e396f1866304ea8"/>
    <p:sldLayoutId xmlns:r="http://schemas.openxmlformats.org/officeDocument/2006/relationships" id="2147483653" r:id="R24a9999789634c36"/>
    <p:sldLayoutId xmlns:r="http://schemas.openxmlformats.org/officeDocument/2006/relationships" id="2147483654" r:id="Rda66197a926549d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9f6d23c196a417a" /><Relationship Type="http://schemas.openxmlformats.org/officeDocument/2006/relationships/notesSlide" Target="/ppt/notesSlides/notesSlide1.xml" Id="R904f057d706644f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d98018e83cc4f11" /><Relationship Type="http://schemas.openxmlformats.org/officeDocument/2006/relationships/notesSlide" Target="/ppt/notesSlides/notesSlide2.xml" Id="Re7a03fe2280e46b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e7020baa69d4f64" /><Relationship Type="http://schemas.openxmlformats.org/officeDocument/2006/relationships/notesSlide" Target="/ppt/notesSlides/notesSlide3.xml" Id="R224fad24d8b644b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f8cb784d9f14469" /><Relationship Type="http://schemas.openxmlformats.org/officeDocument/2006/relationships/notesSlide" Target="/ppt/notesSlides/notesSlide4.xml" Id="R62366e21ca7947e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6b0e18a6b7642a4" /><Relationship Type="http://schemas.openxmlformats.org/officeDocument/2006/relationships/notesSlide" Target="/ppt/notesSlides/notesSlide5.xml" Id="R89312a80f95f4c1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08396860da647bc" /><Relationship Type="http://schemas.openxmlformats.org/officeDocument/2006/relationships/notesSlide" Target="/ppt/notesSlides/notesSlide6.xml" Id="Ra61d129f50e84f5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919afc40e874507" /><Relationship Type="http://schemas.openxmlformats.org/officeDocument/2006/relationships/notesSlide" Target="/ppt/notesSlides/notesSlide7.xml" Id="R4c78c6f2cb29490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58cd31006724684" /><Relationship Type="http://schemas.openxmlformats.org/officeDocument/2006/relationships/notesSlide" Target="/ppt/notesSlides/notesSlide8.xml" Id="Rd73c37439a3c4f3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c11941ff16e4d03" /><Relationship Type="http://schemas.openxmlformats.org/officeDocument/2006/relationships/notesSlide" Target="/ppt/notesSlides/notesSlide9.xml" Id="Rb53b10fc0efb480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166e60a3f934181" /><Relationship Type="http://schemas.openxmlformats.org/officeDocument/2006/relationships/notesSlide" Target="/ppt/notesSlides/notesSlide10.xml" Id="Rbf446b48159e448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523a7806121425b" /><Relationship Type="http://schemas.openxmlformats.org/officeDocument/2006/relationships/notesSlide" Target="/ppt/notesSlides/notesSlide11.xml" Id="R6c14700828b2484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cd067d66a3a4e78" /><Relationship Type="http://schemas.openxmlformats.org/officeDocument/2006/relationships/notesSlide" Target="/ppt/notesSlides/notesSlide12.xml" Id="R7db76c3a2fdd458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6d42353de11404a" /><Relationship Type="http://schemas.openxmlformats.org/officeDocument/2006/relationships/notesSlide" Target="/ppt/notesSlides/notesSlide13.xml" Id="R73ed55a7e6a3418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c09daa884d54297" /><Relationship Type="http://schemas.openxmlformats.org/officeDocument/2006/relationships/notesSlide" Target="/ppt/notesSlides/notesSlide14.xml" Id="R7af789b57326499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2c8c087d04a4b9f" /><Relationship Type="http://schemas.openxmlformats.org/officeDocument/2006/relationships/notesSlide" Target="/ppt/notesSlides/notesSlide15.xml" Id="Rda49bfe59cfb4c8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2114eecad6140da" /><Relationship Type="http://schemas.openxmlformats.org/officeDocument/2006/relationships/notesSlide" Target="/ppt/notesSlides/notesSlide16.xml" Id="R224f76cfb31047a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98f18cfaaaa4003" /><Relationship Type="http://schemas.openxmlformats.org/officeDocument/2006/relationships/notesSlide" Target="/ppt/notesSlides/notesSlide17.xml" Id="Re8949f43c812451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707ed17e385416a" /><Relationship Type="http://schemas.openxmlformats.org/officeDocument/2006/relationships/notesSlide" Target="/ppt/notesSlides/notesSlide18.xml" Id="R9f40d5563b20440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7a4334678194198" /><Relationship Type="http://schemas.openxmlformats.org/officeDocument/2006/relationships/notesSlide" Target="/ppt/notesSlides/notesSlide19.xml" Id="Ra6c551b22e734c2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4ea51adf2c546e3" /><Relationship Type="http://schemas.openxmlformats.org/officeDocument/2006/relationships/notesSlide" Target="/ppt/notesSlides/notesSlide20.xml" Id="R3d3c0660dba9409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7eb05948f474ecd" /><Relationship Type="http://schemas.openxmlformats.org/officeDocument/2006/relationships/notesSlide" Target="/ppt/notesSlides/notesSlide21.xml" Id="R8990b18f816c43d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118862595b348c9" /><Relationship Type="http://schemas.openxmlformats.org/officeDocument/2006/relationships/notesSlide" Target="/ppt/notesSlides/notesSlide22.xml" Id="R88df34fb738f4cf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75b3d9824d947a3" /><Relationship Type="http://schemas.openxmlformats.org/officeDocument/2006/relationships/notesSlide" Target="/ppt/notesSlides/notesSlide23.xml" Id="Rf7645b4b60d547e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dbd8528a21843db" /><Relationship Type="http://schemas.openxmlformats.org/officeDocument/2006/relationships/notesSlide" Target="/ppt/notesSlides/notesSlide24.xml" Id="R58ac50bcccea4f4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a7fffb9bd61842c5" /><Relationship Type="http://schemas.openxmlformats.org/officeDocument/2006/relationships/notesSlide" Target="/ppt/notesSlides/notesSlide25.xml" Id="R21b3170e04d24b2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779d3551873440e6" /><Relationship Type="http://schemas.openxmlformats.org/officeDocument/2006/relationships/notesSlide" Target="/ppt/notesSlides/notesSlide26.xml" Id="R5cf480bdafba47c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5d17dc6d619445bc" /><Relationship Type="http://schemas.openxmlformats.org/officeDocument/2006/relationships/notesSlide" Target="/ppt/notesSlides/notesSlide27.xml" Id="R50a38ea5fe184ef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a3f0463a8ed14412" /><Relationship Type="http://schemas.openxmlformats.org/officeDocument/2006/relationships/notesSlide" Target="/ppt/notesSlides/notesSlide28.xml" Id="R96baed24b5844b9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2c3d2872c57f456f" /><Relationship Type="http://schemas.openxmlformats.org/officeDocument/2006/relationships/notesSlide" Target="/ppt/notesSlides/notesSlide29.xml" Id="R859cb93823fb43d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58595dca247486c" /><Relationship Type="http://schemas.openxmlformats.org/officeDocument/2006/relationships/notesSlide" Target="/ppt/notesSlides/notesSlide30.xml" Id="Rac071739b6b1427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7a28a116eb44cac" /><Relationship Type="http://schemas.openxmlformats.org/officeDocument/2006/relationships/notesSlide" Target="/ppt/notesSlides/notesSlide31.xml" Id="R332a23d809624d9e" /></Relationships>
</file>

<file path=ppt/slides/slide1.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6" name="slide-number">
            <a:extLst xmlns:a="http://schemas.openxmlformats.org/drawingml/2006/main">
              <a:ext uri="{FF2B5EF4-FFF2-40B4-BE49-F238E27FC236}">
                <a16:creationId xmlns:a16="http://schemas.microsoft.com/office/drawing/2014/main" id="{21826243-37F0-4F71-9B7B-5EE6D4EF66D4}"/>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C5DADF"/>
                </a:solidFill>
                <a:latin typeface="DejaVu Sans"/>
                <a:ea typeface="DejaVu Sans"/>
                <a:cs typeface="DejaVu Sans"/>
              </a:defRPr>
            </a:defPPr>
            <a:lvl1pPr algn="r">
              <a:defRPr sz="1275" b="0">
                <a:solidFill>
                  <a:srgbClr val="C5DADF"/>
                </a:solidFill>
                <a:latin typeface="DejaVu Sans"/>
                <a:ea typeface="DejaVu Sans"/>
                <a:cs typeface="DejaVu Sans"/>
              </a:defRPr>
            </a:lvl1pPr>
            <a:lvl2pPr algn="r">
              <a:defRPr sz="1275" b="0">
                <a:solidFill>
                  <a:srgbClr val="C5DADF"/>
                </a:solidFill>
                <a:latin typeface="DejaVu Sans"/>
                <a:ea typeface="DejaVu Sans"/>
                <a:cs typeface="DejaVu Sans"/>
              </a:defRPr>
            </a:lvl2pPr>
            <a:lvl3pPr algn="r">
              <a:defRPr sz="1275" b="0">
                <a:solidFill>
                  <a:srgbClr val="C5DADF"/>
                </a:solidFill>
                <a:latin typeface="DejaVu Sans"/>
                <a:ea typeface="DejaVu Sans"/>
                <a:cs typeface="DejaVu Sans"/>
              </a:defRPr>
            </a:lvl3pPr>
            <a:lvl4pPr algn="r">
              <a:defRPr sz="1275" b="0">
                <a:solidFill>
                  <a:srgbClr val="C5DADF"/>
                </a:solidFill>
                <a:latin typeface="DejaVu Sans"/>
                <a:ea typeface="DejaVu Sans"/>
                <a:cs typeface="DejaVu Sans"/>
              </a:defRPr>
            </a:lvl4pPr>
            <a:lvl5pPr algn="r">
              <a:defRPr sz="1275" b="0">
                <a:solidFill>
                  <a:srgbClr val="C5DADF"/>
                </a:solidFill>
                <a:latin typeface="DejaVu Sans"/>
                <a:ea typeface="DejaVu Sans"/>
                <a:cs typeface="DejaVu Sans"/>
              </a:defRPr>
            </a:lvl5pPr>
            <a:lvl6pPr algn="r">
              <a:defRPr sz="1275" b="0">
                <a:solidFill>
                  <a:srgbClr val="C5DADF"/>
                </a:solidFill>
                <a:latin typeface="DejaVu Sans"/>
                <a:ea typeface="DejaVu Sans"/>
                <a:cs typeface="DejaVu Sans"/>
              </a:defRPr>
            </a:lvl6pPr>
            <a:lvl7pPr algn="r">
              <a:defRPr sz="1275" b="0">
                <a:solidFill>
                  <a:srgbClr val="C5DADF"/>
                </a:solidFill>
                <a:latin typeface="DejaVu Sans"/>
                <a:ea typeface="DejaVu Sans"/>
                <a:cs typeface="DejaVu Sans"/>
              </a:defRPr>
            </a:lvl7pPr>
            <a:lvl8pPr algn="r">
              <a:defRPr sz="1275" b="0">
                <a:solidFill>
                  <a:srgbClr val="C5DADF"/>
                </a:solidFill>
                <a:latin typeface="DejaVu Sans"/>
                <a:ea typeface="DejaVu Sans"/>
                <a:cs typeface="DejaVu Sans"/>
              </a:defRPr>
            </a:lvl8pPr>
            <a:lvl9pPr algn="r">
              <a:defRPr sz="1275" b="0">
                <a:solidFill>
                  <a:srgbClr val="C5DADF"/>
                </a:solidFill>
                <a:latin typeface="DejaVu Sans"/>
                <a:ea typeface="DejaVu Sans"/>
                <a:cs typeface="DejaVu Sans"/>
              </a:defRPr>
            </a:lvl9pPr>
          </a:lstStyle>
          <a:p xmlns:a="http://schemas.openxmlformats.org/drawingml/2006/main">
            <a:pPr algn="r">
              <a:lnSpc>
                <a:spcPct val="115000"/>
              </a:lnSpc>
              <a:buNone/>
              <a:defRPr sz="1275" b="0">
                <a:solidFill>
                  <a:srgbClr val="C5DADF"/>
                </a:solidFill>
                <a:latin typeface="DejaVu Sans"/>
                <a:ea typeface="DejaVu Sans"/>
                <a:cs typeface="DejaVu Sans"/>
              </a:defRPr>
            </a:pPr>
            <a:r>
              <a:rPr sz="1275" b="0">
                <a:solidFill>
                  <a:srgbClr val="C5DADF"/>
                </a:solidFill>
                <a:latin typeface="DejaVu Sans"/>
                <a:ea typeface="DejaVu Sans"/>
                <a:cs typeface="DejaVu Sans"/>
              </a:rPr>
              <a:t>1</a:t>
            </a:r>
          </a:p>
        </p:txBody>
      </p:sp>
      <p:sp>
        <p:nvSpPr>
          <p:cNvPr id="2" name="text-1">
            <a:extLst xmlns:a="http://schemas.openxmlformats.org/drawingml/2006/main">
              <a:ext uri="{FF2B5EF4-FFF2-40B4-BE49-F238E27FC236}">
                <a16:creationId xmlns:a16="http://schemas.microsoft.com/office/drawing/2014/main" id="{2A2FED40-80E7-4659-BB13-00BDD77A32EB}"/>
              </a:ext>
            </a:extLst>
          </p:cNvPr>
          <p:cNvSpPr>
            <a:spLocks xmlns:a="http://schemas.openxmlformats.org/drawingml/2006/main" noGrp="1"/>
          </p:cNvSpPr>
          <p:nvPr/>
        </p:nvSpPr>
        <p:spPr>
          <a:xfrm xmlns:a="http://schemas.openxmlformats.org/drawingml/2006/main">
            <a:off x="609600" y="1695450"/>
            <a:ext cx="108585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5100" b="1">
                <a:solidFill>
                  <a:srgbClr val="FFFFFF"/>
                </a:solidFill>
                <a:latin typeface="DejaVu Sans"/>
                <a:ea typeface="DejaVu Sans"/>
                <a:cs typeface="DejaVu Sans"/>
              </a:defRPr>
            </a:defPPr>
            <a:lvl1pPr algn="l">
              <a:defRPr sz="5100" b="1">
                <a:solidFill>
                  <a:srgbClr val="FFFFFF"/>
                </a:solidFill>
                <a:latin typeface="DejaVu Sans"/>
                <a:ea typeface="DejaVu Sans"/>
                <a:cs typeface="DejaVu Sans"/>
              </a:defRPr>
            </a:lvl1pPr>
            <a:lvl2pPr algn="l">
              <a:defRPr sz="5100" b="1">
                <a:solidFill>
                  <a:srgbClr val="FFFFFF"/>
                </a:solidFill>
                <a:latin typeface="DejaVu Sans"/>
                <a:ea typeface="DejaVu Sans"/>
                <a:cs typeface="DejaVu Sans"/>
              </a:defRPr>
            </a:lvl2pPr>
            <a:lvl3pPr algn="l">
              <a:defRPr sz="5100" b="1">
                <a:solidFill>
                  <a:srgbClr val="FFFFFF"/>
                </a:solidFill>
                <a:latin typeface="DejaVu Sans"/>
                <a:ea typeface="DejaVu Sans"/>
                <a:cs typeface="DejaVu Sans"/>
              </a:defRPr>
            </a:lvl3pPr>
            <a:lvl4pPr algn="l">
              <a:defRPr sz="5100" b="1">
                <a:solidFill>
                  <a:srgbClr val="FFFFFF"/>
                </a:solidFill>
                <a:latin typeface="DejaVu Sans"/>
                <a:ea typeface="DejaVu Sans"/>
                <a:cs typeface="DejaVu Sans"/>
              </a:defRPr>
            </a:lvl4pPr>
            <a:lvl5pPr algn="l">
              <a:defRPr sz="5100" b="1">
                <a:solidFill>
                  <a:srgbClr val="FFFFFF"/>
                </a:solidFill>
                <a:latin typeface="DejaVu Sans"/>
                <a:ea typeface="DejaVu Sans"/>
                <a:cs typeface="DejaVu Sans"/>
              </a:defRPr>
            </a:lvl5pPr>
            <a:lvl6pPr algn="l">
              <a:defRPr sz="5100" b="1">
                <a:solidFill>
                  <a:srgbClr val="FFFFFF"/>
                </a:solidFill>
                <a:latin typeface="DejaVu Sans"/>
                <a:ea typeface="DejaVu Sans"/>
                <a:cs typeface="DejaVu Sans"/>
              </a:defRPr>
            </a:lvl6pPr>
            <a:lvl7pPr algn="l">
              <a:defRPr sz="5100" b="1">
                <a:solidFill>
                  <a:srgbClr val="FFFFFF"/>
                </a:solidFill>
                <a:latin typeface="DejaVu Sans"/>
                <a:ea typeface="DejaVu Sans"/>
                <a:cs typeface="DejaVu Sans"/>
              </a:defRPr>
            </a:lvl7pPr>
            <a:lvl8pPr algn="l">
              <a:defRPr sz="5100" b="1">
                <a:solidFill>
                  <a:srgbClr val="FFFFFF"/>
                </a:solidFill>
                <a:latin typeface="DejaVu Sans"/>
                <a:ea typeface="DejaVu Sans"/>
                <a:cs typeface="DejaVu Sans"/>
              </a:defRPr>
            </a:lvl8pPr>
            <a:lvl9pPr algn="l">
              <a:defRPr sz="5100" b="1">
                <a:solidFill>
                  <a:srgbClr val="FFFFFF"/>
                </a:solidFill>
                <a:latin typeface="DejaVu Sans"/>
                <a:ea typeface="DejaVu Sans"/>
                <a:cs typeface="DejaVu Sans"/>
              </a:defRPr>
            </a:lvl9pPr>
          </a:lstStyle>
          <a:p xmlns:a="http://schemas.openxmlformats.org/drawingml/2006/main">
            <a:pPr algn="l">
              <a:lnSpc>
                <a:spcPct val="115000"/>
              </a:lnSpc>
              <a:buNone/>
              <a:defRPr sz="5100" b="1">
                <a:solidFill>
                  <a:srgbClr val="FFFFFF"/>
                </a:solidFill>
                <a:latin typeface="DejaVu Sans"/>
                <a:ea typeface="DejaVu Sans"/>
                <a:cs typeface="DejaVu Sans"/>
              </a:defRPr>
            </a:pPr>
            <a:r>
              <a:rPr sz="5100" b="1">
                <a:solidFill>
                  <a:srgbClr val="FFFFFF"/>
                </a:solidFill>
                <a:latin typeface="DejaVu Sans"/>
                <a:ea typeface="DejaVu Sans"/>
                <a:cs typeface="DejaVu Sans"/>
              </a:rPr>
              <a:t>CMS Interop Consent</a:t>
            </a:r>
          </a:p>
        </p:txBody>
      </p:sp>
      <p:sp>
        <p:nvSpPr>
          <p:cNvPr id="3" name="text-2">
            <a:extLst xmlns:a="http://schemas.openxmlformats.org/drawingml/2006/main">
              <a:ext uri="{FF2B5EF4-FFF2-40B4-BE49-F238E27FC236}">
                <a16:creationId xmlns:a16="http://schemas.microsoft.com/office/drawing/2014/main" id="{4B2B86DC-AF7F-4AAA-B699-4780CF046E9A}"/>
              </a:ext>
            </a:extLst>
          </p:cNvPr>
          <p:cNvSpPr>
            <a:spLocks xmlns:a="http://schemas.openxmlformats.org/drawingml/2006/main" noGrp="1"/>
          </p:cNvSpPr>
          <p:nvPr/>
        </p:nvSpPr>
        <p:spPr>
          <a:xfrm xmlns:a="http://schemas.openxmlformats.org/drawingml/2006/main">
            <a:off x="647700" y="2971800"/>
            <a:ext cx="1047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700" b="0">
                <a:solidFill>
                  <a:srgbClr val="B7E0DF"/>
                </a:solidFill>
                <a:latin typeface="DejaVu Sans"/>
                <a:ea typeface="DejaVu Sans"/>
                <a:cs typeface="DejaVu Sans"/>
              </a:defRPr>
            </a:defPPr>
            <a:lvl1pPr algn="l">
              <a:defRPr sz="2700" b="0">
                <a:solidFill>
                  <a:srgbClr val="B7E0DF"/>
                </a:solidFill>
                <a:latin typeface="DejaVu Sans"/>
                <a:ea typeface="DejaVu Sans"/>
                <a:cs typeface="DejaVu Sans"/>
              </a:defRPr>
            </a:lvl1pPr>
            <a:lvl2pPr algn="l">
              <a:defRPr sz="2700" b="0">
                <a:solidFill>
                  <a:srgbClr val="B7E0DF"/>
                </a:solidFill>
                <a:latin typeface="DejaVu Sans"/>
                <a:ea typeface="DejaVu Sans"/>
                <a:cs typeface="DejaVu Sans"/>
              </a:defRPr>
            </a:lvl2pPr>
            <a:lvl3pPr algn="l">
              <a:defRPr sz="2700" b="0">
                <a:solidFill>
                  <a:srgbClr val="B7E0DF"/>
                </a:solidFill>
                <a:latin typeface="DejaVu Sans"/>
                <a:ea typeface="DejaVu Sans"/>
                <a:cs typeface="DejaVu Sans"/>
              </a:defRPr>
            </a:lvl3pPr>
            <a:lvl4pPr algn="l">
              <a:defRPr sz="2700" b="0">
                <a:solidFill>
                  <a:srgbClr val="B7E0DF"/>
                </a:solidFill>
                <a:latin typeface="DejaVu Sans"/>
                <a:ea typeface="DejaVu Sans"/>
                <a:cs typeface="DejaVu Sans"/>
              </a:defRPr>
            </a:lvl4pPr>
            <a:lvl5pPr algn="l">
              <a:defRPr sz="2700" b="0">
                <a:solidFill>
                  <a:srgbClr val="B7E0DF"/>
                </a:solidFill>
                <a:latin typeface="DejaVu Sans"/>
                <a:ea typeface="DejaVu Sans"/>
                <a:cs typeface="DejaVu Sans"/>
              </a:defRPr>
            </a:lvl5pPr>
            <a:lvl6pPr algn="l">
              <a:defRPr sz="2700" b="0">
                <a:solidFill>
                  <a:srgbClr val="B7E0DF"/>
                </a:solidFill>
                <a:latin typeface="DejaVu Sans"/>
                <a:ea typeface="DejaVu Sans"/>
                <a:cs typeface="DejaVu Sans"/>
              </a:defRPr>
            </a:lvl6pPr>
            <a:lvl7pPr algn="l">
              <a:defRPr sz="2700" b="0">
                <a:solidFill>
                  <a:srgbClr val="B7E0DF"/>
                </a:solidFill>
                <a:latin typeface="DejaVu Sans"/>
                <a:ea typeface="DejaVu Sans"/>
                <a:cs typeface="DejaVu Sans"/>
              </a:defRPr>
            </a:lvl7pPr>
            <a:lvl8pPr algn="l">
              <a:defRPr sz="2700" b="0">
                <a:solidFill>
                  <a:srgbClr val="B7E0DF"/>
                </a:solidFill>
                <a:latin typeface="DejaVu Sans"/>
                <a:ea typeface="DejaVu Sans"/>
                <a:cs typeface="DejaVu Sans"/>
              </a:defRPr>
            </a:lvl8pPr>
            <a:lvl9pPr algn="l">
              <a:defRPr sz="2700" b="0">
                <a:solidFill>
                  <a:srgbClr val="B7E0DF"/>
                </a:solidFill>
                <a:latin typeface="DejaVu Sans"/>
                <a:ea typeface="DejaVu Sans"/>
                <a:cs typeface="DejaVu Sans"/>
              </a:defRPr>
            </a:lvl9pPr>
          </a:lstStyle>
          <a:p xmlns:a="http://schemas.openxmlformats.org/drawingml/2006/main">
            <a:pPr algn="l">
              <a:lnSpc>
                <a:spcPct val="115000"/>
              </a:lnSpc>
              <a:buNone/>
              <a:defRPr sz="2700" b="0">
                <a:solidFill>
                  <a:srgbClr val="B7E0DF"/>
                </a:solidFill>
                <a:latin typeface="DejaVu Sans"/>
                <a:ea typeface="DejaVu Sans"/>
                <a:cs typeface="DejaVu Sans"/>
              </a:defRPr>
            </a:pPr>
            <a:r>
              <a:rPr sz="2700" b="0">
                <a:solidFill>
                  <a:srgbClr val="B7E0DF"/>
                </a:solidFill>
                <a:latin typeface="DejaVu Sans"/>
                <a:ea typeface="DejaVu Sans"/>
                <a:cs typeface="DejaVu Sans"/>
              </a:rPr>
              <a:t>File Adapter POC developer walkthrough</a:t>
            </a:r>
          </a:p>
        </p:txBody>
      </p:sp>
      <p:sp>
        <p:nvSpPr>
          <p:cNvPr id="4" name="text-3">
            <a:extLst xmlns:a="http://schemas.openxmlformats.org/drawingml/2006/main">
              <a:ext uri="{FF2B5EF4-FFF2-40B4-BE49-F238E27FC236}">
                <a16:creationId xmlns:a16="http://schemas.microsoft.com/office/drawing/2014/main" id="{5A5C9685-7FCD-4CBB-9BB0-5B1AD8DEF6A5}"/>
              </a:ext>
            </a:extLst>
          </p:cNvPr>
          <p:cNvSpPr>
            <a:spLocks xmlns:a="http://schemas.openxmlformats.org/drawingml/2006/main" noGrp="1"/>
          </p:cNvSpPr>
          <p:nvPr/>
        </p:nvSpPr>
        <p:spPr>
          <a:xfrm xmlns:a="http://schemas.openxmlformats.org/drawingml/2006/main">
            <a:off x="647700" y="4362450"/>
            <a:ext cx="9525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D7E2E9"/>
                </a:solidFill>
                <a:latin typeface="DejaVu Sans"/>
                <a:ea typeface="DejaVu Sans"/>
                <a:cs typeface="DejaVu Sans"/>
              </a:defRPr>
            </a:defPPr>
            <a:lvl1pPr algn="l">
              <a:defRPr sz="1950" b="0">
                <a:solidFill>
                  <a:srgbClr val="D7E2E9"/>
                </a:solidFill>
                <a:latin typeface="DejaVu Sans"/>
                <a:ea typeface="DejaVu Sans"/>
                <a:cs typeface="DejaVu Sans"/>
              </a:defRPr>
            </a:lvl1pPr>
            <a:lvl2pPr algn="l">
              <a:defRPr sz="1950" b="0">
                <a:solidFill>
                  <a:srgbClr val="D7E2E9"/>
                </a:solidFill>
                <a:latin typeface="DejaVu Sans"/>
                <a:ea typeface="DejaVu Sans"/>
                <a:cs typeface="DejaVu Sans"/>
              </a:defRPr>
            </a:lvl2pPr>
            <a:lvl3pPr algn="l">
              <a:defRPr sz="1950" b="0">
                <a:solidFill>
                  <a:srgbClr val="D7E2E9"/>
                </a:solidFill>
                <a:latin typeface="DejaVu Sans"/>
                <a:ea typeface="DejaVu Sans"/>
                <a:cs typeface="DejaVu Sans"/>
              </a:defRPr>
            </a:lvl3pPr>
            <a:lvl4pPr algn="l">
              <a:defRPr sz="1950" b="0">
                <a:solidFill>
                  <a:srgbClr val="D7E2E9"/>
                </a:solidFill>
                <a:latin typeface="DejaVu Sans"/>
                <a:ea typeface="DejaVu Sans"/>
                <a:cs typeface="DejaVu Sans"/>
              </a:defRPr>
            </a:lvl4pPr>
            <a:lvl5pPr algn="l">
              <a:defRPr sz="1950" b="0">
                <a:solidFill>
                  <a:srgbClr val="D7E2E9"/>
                </a:solidFill>
                <a:latin typeface="DejaVu Sans"/>
                <a:ea typeface="DejaVu Sans"/>
                <a:cs typeface="DejaVu Sans"/>
              </a:defRPr>
            </a:lvl5pPr>
            <a:lvl6pPr algn="l">
              <a:defRPr sz="1950" b="0">
                <a:solidFill>
                  <a:srgbClr val="D7E2E9"/>
                </a:solidFill>
                <a:latin typeface="DejaVu Sans"/>
                <a:ea typeface="DejaVu Sans"/>
                <a:cs typeface="DejaVu Sans"/>
              </a:defRPr>
            </a:lvl6pPr>
            <a:lvl7pPr algn="l">
              <a:defRPr sz="1950" b="0">
                <a:solidFill>
                  <a:srgbClr val="D7E2E9"/>
                </a:solidFill>
                <a:latin typeface="DejaVu Sans"/>
                <a:ea typeface="DejaVu Sans"/>
                <a:cs typeface="DejaVu Sans"/>
              </a:defRPr>
            </a:lvl7pPr>
            <a:lvl8pPr algn="l">
              <a:defRPr sz="1950" b="0">
                <a:solidFill>
                  <a:srgbClr val="D7E2E9"/>
                </a:solidFill>
                <a:latin typeface="DejaVu Sans"/>
                <a:ea typeface="DejaVu Sans"/>
                <a:cs typeface="DejaVu Sans"/>
              </a:defRPr>
            </a:lvl8pPr>
            <a:lvl9pPr algn="l">
              <a:defRPr sz="1950" b="0">
                <a:solidFill>
                  <a:srgbClr val="D7E2E9"/>
                </a:solidFill>
                <a:latin typeface="DejaVu Sans"/>
                <a:ea typeface="DejaVu Sans"/>
                <a:cs typeface="DejaVu Sans"/>
              </a:defRPr>
            </a:lvl9pPr>
          </a:lstStyle>
          <a:p xmlns:a="http://schemas.openxmlformats.org/drawingml/2006/main">
            <a:pPr algn="l">
              <a:lnSpc>
                <a:spcPct val="115000"/>
              </a:lnSpc>
              <a:buNone/>
              <a:defRPr sz="1950" b="0">
                <a:solidFill>
                  <a:srgbClr val="D7E2E9"/>
                </a:solidFill>
                <a:latin typeface="DejaVu Sans"/>
                <a:ea typeface="DejaVu Sans"/>
                <a:cs typeface="DejaVu Sans"/>
              </a:defRPr>
            </a:pPr>
            <a:r>
              <a:rPr sz="1950" b="0">
                <a:solidFill>
                  <a:srgbClr val="D7E2E9"/>
                </a:solidFill>
                <a:latin typeface="DejaVu Sans"/>
                <a:ea typeface="DejaVu Sans"/>
                <a:cs typeface="DejaVu Sans"/>
              </a:rPr>
              <a:t>Spring Boot and Gradle</a:t>
            </a:r>
          </a:p>
        </p:txBody>
      </p:sp>
      <p:sp>
        <p:nvSpPr>
          <p:cNvPr id="5" name="text-4">
            <a:extLst xmlns:a="http://schemas.openxmlformats.org/drawingml/2006/main">
              <a:ext uri="{FF2B5EF4-FFF2-40B4-BE49-F238E27FC236}">
                <a16:creationId xmlns:a16="http://schemas.microsoft.com/office/drawing/2014/main" id="{4EAE9F79-41A8-4625-A97A-3D760EDD65E4}"/>
              </a:ext>
            </a:extLst>
          </p:cNvPr>
          <p:cNvSpPr>
            <a:spLocks xmlns:a="http://schemas.openxmlformats.org/drawingml/2006/main" noGrp="1"/>
          </p:cNvSpPr>
          <p:nvPr/>
        </p:nvSpPr>
        <p:spPr>
          <a:xfrm xmlns:a="http://schemas.openxmlformats.org/drawingml/2006/main">
            <a:off x="647700" y="5562600"/>
            <a:ext cx="7620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C0CCD5"/>
                </a:solidFill>
                <a:latin typeface="DejaVu Sans"/>
                <a:ea typeface="DejaVu Sans"/>
                <a:cs typeface="DejaVu Sans"/>
              </a:defRPr>
            </a:defPPr>
            <a:lvl1pPr algn="l">
              <a:defRPr sz="1650" b="0">
                <a:solidFill>
                  <a:srgbClr val="C0CCD5"/>
                </a:solidFill>
                <a:latin typeface="DejaVu Sans"/>
                <a:ea typeface="DejaVu Sans"/>
                <a:cs typeface="DejaVu Sans"/>
              </a:defRPr>
            </a:lvl1pPr>
            <a:lvl2pPr algn="l">
              <a:defRPr sz="1650" b="0">
                <a:solidFill>
                  <a:srgbClr val="C0CCD5"/>
                </a:solidFill>
                <a:latin typeface="DejaVu Sans"/>
                <a:ea typeface="DejaVu Sans"/>
                <a:cs typeface="DejaVu Sans"/>
              </a:defRPr>
            </a:lvl2pPr>
            <a:lvl3pPr algn="l">
              <a:defRPr sz="1650" b="0">
                <a:solidFill>
                  <a:srgbClr val="C0CCD5"/>
                </a:solidFill>
                <a:latin typeface="DejaVu Sans"/>
                <a:ea typeface="DejaVu Sans"/>
                <a:cs typeface="DejaVu Sans"/>
              </a:defRPr>
            </a:lvl3pPr>
            <a:lvl4pPr algn="l">
              <a:defRPr sz="1650" b="0">
                <a:solidFill>
                  <a:srgbClr val="C0CCD5"/>
                </a:solidFill>
                <a:latin typeface="DejaVu Sans"/>
                <a:ea typeface="DejaVu Sans"/>
                <a:cs typeface="DejaVu Sans"/>
              </a:defRPr>
            </a:lvl4pPr>
            <a:lvl5pPr algn="l">
              <a:defRPr sz="1650" b="0">
                <a:solidFill>
                  <a:srgbClr val="C0CCD5"/>
                </a:solidFill>
                <a:latin typeface="DejaVu Sans"/>
                <a:ea typeface="DejaVu Sans"/>
                <a:cs typeface="DejaVu Sans"/>
              </a:defRPr>
            </a:lvl5pPr>
            <a:lvl6pPr algn="l">
              <a:defRPr sz="1650" b="0">
                <a:solidFill>
                  <a:srgbClr val="C0CCD5"/>
                </a:solidFill>
                <a:latin typeface="DejaVu Sans"/>
                <a:ea typeface="DejaVu Sans"/>
                <a:cs typeface="DejaVu Sans"/>
              </a:defRPr>
            </a:lvl6pPr>
            <a:lvl7pPr algn="l">
              <a:defRPr sz="1650" b="0">
                <a:solidFill>
                  <a:srgbClr val="C0CCD5"/>
                </a:solidFill>
                <a:latin typeface="DejaVu Sans"/>
                <a:ea typeface="DejaVu Sans"/>
                <a:cs typeface="DejaVu Sans"/>
              </a:defRPr>
            </a:lvl7pPr>
            <a:lvl8pPr algn="l">
              <a:defRPr sz="1650" b="0">
                <a:solidFill>
                  <a:srgbClr val="C0CCD5"/>
                </a:solidFill>
                <a:latin typeface="DejaVu Sans"/>
                <a:ea typeface="DejaVu Sans"/>
                <a:cs typeface="DejaVu Sans"/>
              </a:defRPr>
            </a:lvl8pPr>
            <a:lvl9pPr algn="l">
              <a:defRPr sz="1650" b="0">
                <a:solidFill>
                  <a:srgbClr val="C0CCD5"/>
                </a:solidFill>
                <a:latin typeface="DejaVu Sans"/>
                <a:ea typeface="DejaVu Sans"/>
                <a:cs typeface="DejaVu Sans"/>
              </a:defRPr>
            </a:lvl9pPr>
          </a:lstStyle>
          <a:p xmlns:a="http://schemas.openxmlformats.org/drawingml/2006/main">
            <a:pPr algn="l">
              <a:lnSpc>
                <a:spcPct val="115000"/>
              </a:lnSpc>
              <a:buNone/>
              <a:defRPr sz="1650" b="0">
                <a:solidFill>
                  <a:srgbClr val="C0CCD5"/>
                </a:solidFill>
                <a:latin typeface="DejaVu Sans"/>
                <a:ea typeface="DejaVu Sans"/>
                <a:cs typeface="DejaVu Sans"/>
              </a:defRPr>
            </a:pPr>
            <a:r>
              <a:rPr sz="1650" b="0">
                <a:solidFill>
                  <a:srgbClr val="C0CCD5"/>
                </a:solidFill>
                <a:latin typeface="DejaVu Sans"/>
                <a:ea typeface="DejaVu Sans"/>
                <a:cs typeface="DejaVu Sans"/>
              </a:rPr>
              <a:t>27 October 2026</a:t>
            </a:r>
          </a:p>
        </p:txBody>
      </p:sp>
    </p:spTree>
    <p:extLst>
      <p:ext uri="{BB962C8B-B14F-4D97-AF65-F5344CB8AC3E}">
        <p14:creationId xmlns:p14="http://schemas.microsoft.com/office/powerpoint/2010/main" val="1858488269"/>
      </p:ext>
    </p:extLst>
  </p:cSld>
</p:sld>
</file>

<file path=ppt/slides/slide2.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64C90EC6-DA9B-4DC8-98F3-8B399AB5B643}"/>
              </a:ext>
            </a:extLst>
          </p:cNvPr>
          <p:cNvCxnSpPr>
            <a:stCxn xmlns:a="http://schemas.openxmlformats.org/drawingml/2006/main" id="8" idx="1"/>
            <a:endCxn xmlns:a="http://schemas.openxmlformats.org/drawingml/2006/main" id="9" idx="3"/>
          </p:cNvCxnSpPr>
          <p:nvPr/>
        </p:nvCxnSpPr>
        <p:spPr>
          <a:xfrm xmlns:a="http://schemas.openxmlformats.org/drawingml/2006/main" flipH="1">
            <a:off x="3467100" y="4391025"/>
            <a:ext cx="120015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cxnSp>
        <p:nvCxnSpPr>
          <p:cNvPr id="13" name="">
            <a:extLst xmlns:a="http://schemas.openxmlformats.org/drawingml/2006/main">
              <a:ext uri="{FF2B5EF4-FFF2-40B4-BE49-F238E27FC236}">
                <a16:creationId xmlns:a16="http://schemas.microsoft.com/office/drawing/2014/main" id="{D6C805F7-6068-4B7D-B0CF-E09EDBDF9639}"/>
              </a:ext>
            </a:extLst>
          </p:cNvPr>
          <p:cNvCxnSpPr>
            <a:stCxn xmlns:a="http://schemas.openxmlformats.org/drawingml/2006/main" id="7" idx="1"/>
            <a:endCxn xmlns:a="http://schemas.openxmlformats.org/drawingml/2006/main" id="8" idx="3"/>
          </p:cNvCxnSpPr>
          <p:nvPr/>
        </p:nvCxnSpPr>
        <p:spPr>
          <a:xfrm xmlns:a="http://schemas.openxmlformats.org/drawingml/2006/main" flipH="1">
            <a:off x="7524750" y="4391025"/>
            <a:ext cx="120015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cxnSp>
        <p:nvCxnSpPr>
          <p:cNvPr id="12" name="">
            <a:extLst xmlns:a="http://schemas.openxmlformats.org/drawingml/2006/main">
              <a:ext uri="{FF2B5EF4-FFF2-40B4-BE49-F238E27FC236}">
                <a16:creationId xmlns:a16="http://schemas.microsoft.com/office/drawing/2014/main" id="{B77B1A6F-E1C2-4707-A6D0-2DF6FF809ECB}"/>
              </a:ext>
            </a:extLst>
          </p:cNvPr>
          <p:cNvCxnSpPr>
            <a:stCxn xmlns:a="http://schemas.openxmlformats.org/drawingml/2006/main" id="6" idx="2"/>
            <a:endCxn xmlns:a="http://schemas.openxmlformats.org/drawingml/2006/main" id="7" idx="0"/>
          </p:cNvCxnSpPr>
          <p:nvPr/>
        </p:nvCxnSpPr>
        <p:spPr>
          <a:xfrm xmlns:a="http://schemas.openxmlformats.org/drawingml/2006/main">
            <a:off x="10153650" y="2876550"/>
            <a:ext cx="0" cy="112395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cxnSp>
        <p:nvCxnSpPr>
          <p:cNvPr id="11" name="">
            <a:extLst xmlns:a="http://schemas.openxmlformats.org/drawingml/2006/main">
              <a:ext uri="{FF2B5EF4-FFF2-40B4-BE49-F238E27FC236}">
                <a16:creationId xmlns:a16="http://schemas.microsoft.com/office/drawing/2014/main" id="{6F89193A-3D19-4C7E-985D-9BAFA1CFD639}"/>
              </a:ext>
            </a:extLst>
          </p:cNvPr>
          <p:cNvCxnSpPr>
            <a:stCxn xmlns:a="http://schemas.openxmlformats.org/drawingml/2006/main" id="5" idx="3"/>
            <a:endCxn xmlns:a="http://schemas.openxmlformats.org/drawingml/2006/main" id="6" idx="1"/>
          </p:cNvCxnSpPr>
          <p:nvPr/>
        </p:nvCxnSpPr>
        <p:spPr>
          <a:xfrm xmlns:a="http://schemas.openxmlformats.org/drawingml/2006/main">
            <a:off x="7524750" y="2486025"/>
            <a:ext cx="120015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cxnSp>
        <p:nvCxnSpPr>
          <p:cNvPr id="10" name="">
            <a:extLst xmlns:a="http://schemas.openxmlformats.org/drawingml/2006/main">
              <a:ext uri="{FF2B5EF4-FFF2-40B4-BE49-F238E27FC236}">
                <a16:creationId xmlns:a16="http://schemas.microsoft.com/office/drawing/2014/main" id="{D7673004-4C12-4A23-A1D1-F033312BAF85}"/>
              </a:ext>
            </a:extLst>
          </p:cNvPr>
          <p:cNvCxnSpPr>
            <a:stCxn xmlns:a="http://schemas.openxmlformats.org/drawingml/2006/main" id="4" idx="3"/>
            <a:endCxn xmlns:a="http://schemas.openxmlformats.org/drawingml/2006/main" id="5" idx="1"/>
          </p:cNvCxnSpPr>
          <p:nvPr/>
        </p:nvCxnSpPr>
        <p:spPr>
          <a:xfrm xmlns:a="http://schemas.openxmlformats.org/drawingml/2006/main">
            <a:off x="3467100" y="2486025"/>
            <a:ext cx="120015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sp>
        <p:nvSpPr>
          <p:cNvPr id="16" name="slide-title">
            <a:extLst xmlns:a="http://schemas.openxmlformats.org/drawingml/2006/main">
              <a:ext uri="{FF2B5EF4-FFF2-40B4-BE49-F238E27FC236}">
                <a16:creationId xmlns:a16="http://schemas.microsoft.com/office/drawing/2014/main" id="{9F9EB63B-96A3-4618-9C95-F731E6FA3FE7}"/>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Consent processing flow</a:t>
            </a:r>
          </a:p>
        </p:txBody>
      </p:sp>
      <p:sp>
        <p:nvSpPr>
          <p:cNvPr id="2" name="text-5">
            <a:extLst xmlns:a="http://schemas.openxmlformats.org/drawingml/2006/main">
              <a:ext uri="{FF2B5EF4-FFF2-40B4-BE49-F238E27FC236}">
                <a16:creationId xmlns:a16="http://schemas.microsoft.com/office/drawing/2014/main" id="{26478F44-C2B4-404C-9570-7897B7CBC0D7}"/>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One member row can produce two separately acknowledged consent requests.</a:t>
            </a:r>
          </a:p>
        </p:txBody>
      </p:sp>
      <p:sp>
        <p:nvSpPr>
          <p:cNvPr id="3" name="slide-number">
            <a:extLst xmlns:a="http://schemas.openxmlformats.org/drawingml/2006/main">
              <a:ext uri="{FF2B5EF4-FFF2-40B4-BE49-F238E27FC236}">
                <a16:creationId xmlns:a16="http://schemas.microsoft.com/office/drawing/2014/main" id="{1A100E74-13BA-4DEB-93CD-C0270E15565D}"/>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a:t>
            </a:r>
          </a:p>
        </p:txBody>
      </p:sp>
      <p:sp>
        <p:nvSpPr>
          <p:cNvPr id="4" name="node-6">
            <a:extLst xmlns:a="http://schemas.openxmlformats.org/drawingml/2006/main">
              <a:ext uri="{FF2B5EF4-FFF2-40B4-BE49-F238E27FC236}">
                <a16:creationId xmlns:a16="http://schemas.microsoft.com/office/drawing/2014/main" id="{4A3DA343-970D-49E5-954B-7440331FB073}"/>
              </a:ext>
            </a:extLst>
          </p:cNvPr>
          <p:cNvSpPr>
            <a:spLocks xmlns:a="http://schemas.openxmlformats.org/drawingml/2006/main" noGrp="1"/>
          </p:cNvSpPr>
          <p:nvPr/>
        </p:nvSpPr>
        <p:spPr>
          <a:xfrm xmlns:a="http://schemas.openxmlformats.org/drawingml/2006/main">
            <a:off x="609600" y="2095500"/>
            <a:ext cx="2857500" cy="781050"/>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defRPr sz="1800" b="0">
                <a:solidFill>
                  <a:srgbClr val="102A43"/>
                </a:solidFill>
                <a:latin typeface="DejaVu Sans"/>
                <a:ea typeface="DejaVu Sans"/>
                <a:cs typeface="DejaVu Sans"/>
              </a:defRPr>
            </a:lvl1pPr>
            <a:lvl2pPr algn="ctr">
              <a:defRPr sz="1800" b="0">
                <a:solidFill>
                  <a:srgbClr val="102A43"/>
                </a:solidFill>
                <a:latin typeface="DejaVu Sans"/>
                <a:ea typeface="DejaVu Sans"/>
                <a:cs typeface="DejaVu Sans"/>
              </a:defRPr>
            </a:lvl2pPr>
            <a:lvl3pPr algn="ctr">
              <a:defRPr sz="1800" b="0">
                <a:solidFill>
                  <a:srgbClr val="102A43"/>
                </a:solidFill>
                <a:latin typeface="DejaVu Sans"/>
                <a:ea typeface="DejaVu Sans"/>
                <a:cs typeface="DejaVu Sans"/>
              </a:defRPr>
            </a:lvl3pPr>
            <a:lvl4pPr algn="ctr">
              <a:defRPr sz="1800" b="0">
                <a:solidFill>
                  <a:srgbClr val="102A43"/>
                </a:solidFill>
                <a:latin typeface="DejaVu Sans"/>
                <a:ea typeface="DejaVu Sans"/>
                <a:cs typeface="DejaVu Sans"/>
              </a:defRPr>
            </a:lvl4pPr>
            <a:lvl5pPr algn="ctr">
              <a:defRPr sz="1800" b="0">
                <a:solidFill>
                  <a:srgbClr val="102A43"/>
                </a:solidFill>
                <a:latin typeface="DejaVu Sans"/>
                <a:ea typeface="DejaVu Sans"/>
                <a:cs typeface="DejaVu Sans"/>
              </a:defRPr>
            </a:lvl5pPr>
            <a:lvl6pPr algn="ctr">
              <a:defRPr sz="1800" b="0">
                <a:solidFill>
                  <a:srgbClr val="102A43"/>
                </a:solidFill>
                <a:latin typeface="DejaVu Sans"/>
                <a:ea typeface="DejaVu Sans"/>
                <a:cs typeface="DejaVu Sans"/>
              </a:defRPr>
            </a:lvl6pPr>
            <a:lvl7pPr algn="ctr">
              <a:defRPr sz="1800" b="0">
                <a:solidFill>
                  <a:srgbClr val="102A43"/>
                </a:solidFill>
                <a:latin typeface="DejaVu Sans"/>
                <a:ea typeface="DejaVu Sans"/>
                <a:cs typeface="DejaVu Sans"/>
              </a:defRPr>
            </a:lvl7pPr>
            <a:lvl8pPr algn="ctr">
              <a:defRPr sz="1800" b="0">
                <a:solidFill>
                  <a:srgbClr val="102A43"/>
                </a:solidFill>
                <a:latin typeface="DejaVu Sans"/>
                <a:ea typeface="DejaVu Sans"/>
                <a:cs typeface="DejaVu Sans"/>
              </a:defRPr>
            </a:lvl8pPr>
            <a:lvl9pPr algn="ctr">
              <a:defRPr sz="1800" b="0">
                <a:solidFill>
                  <a:srgbClr val="102A43"/>
                </a:solidFill>
                <a:latin typeface="DejaVu Sans"/>
                <a:ea typeface="DejaVu Sans"/>
                <a:cs typeface="DejaVu Sans"/>
              </a:defRPr>
            </a:lvl9pPr>
          </a:lstStyle>
          <a:p xmlns:a="http://schemas.openxmlformats.org/drawingml/2006/main">
            <a:pPr algn="ctr">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Parse and normalize</a:t>
            </a:r>
          </a:p>
        </p:txBody>
      </p:sp>
      <p:sp>
        <p:nvSpPr>
          <p:cNvPr id="5" name="node-7">
            <a:extLst xmlns:a="http://schemas.openxmlformats.org/drawingml/2006/main">
              <a:ext uri="{FF2B5EF4-FFF2-40B4-BE49-F238E27FC236}">
                <a16:creationId xmlns:a16="http://schemas.microsoft.com/office/drawing/2014/main" id="{B8064425-93E9-4902-A99D-637C17902C3C}"/>
              </a:ext>
            </a:extLst>
          </p:cNvPr>
          <p:cNvSpPr>
            <a:spLocks xmlns:a="http://schemas.openxmlformats.org/drawingml/2006/main" noGrp="1"/>
          </p:cNvSpPr>
          <p:nvPr/>
        </p:nvSpPr>
        <p:spPr>
          <a:xfrm xmlns:a="http://schemas.openxmlformats.org/drawingml/2006/main">
            <a:off x="4667250" y="2095500"/>
            <a:ext cx="2857500" cy="781050"/>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defRPr sz="1800" b="0">
                <a:solidFill>
                  <a:srgbClr val="102A43"/>
                </a:solidFill>
                <a:latin typeface="DejaVu Sans"/>
                <a:ea typeface="DejaVu Sans"/>
                <a:cs typeface="DejaVu Sans"/>
              </a:defRPr>
            </a:lvl1pPr>
            <a:lvl2pPr algn="ctr">
              <a:defRPr sz="1800" b="0">
                <a:solidFill>
                  <a:srgbClr val="102A43"/>
                </a:solidFill>
                <a:latin typeface="DejaVu Sans"/>
                <a:ea typeface="DejaVu Sans"/>
                <a:cs typeface="DejaVu Sans"/>
              </a:defRPr>
            </a:lvl2pPr>
            <a:lvl3pPr algn="ctr">
              <a:defRPr sz="1800" b="0">
                <a:solidFill>
                  <a:srgbClr val="102A43"/>
                </a:solidFill>
                <a:latin typeface="DejaVu Sans"/>
                <a:ea typeface="DejaVu Sans"/>
                <a:cs typeface="DejaVu Sans"/>
              </a:defRPr>
            </a:lvl3pPr>
            <a:lvl4pPr algn="ctr">
              <a:defRPr sz="1800" b="0">
                <a:solidFill>
                  <a:srgbClr val="102A43"/>
                </a:solidFill>
                <a:latin typeface="DejaVu Sans"/>
                <a:ea typeface="DejaVu Sans"/>
                <a:cs typeface="DejaVu Sans"/>
              </a:defRPr>
            </a:lvl4pPr>
            <a:lvl5pPr algn="ctr">
              <a:defRPr sz="1800" b="0">
                <a:solidFill>
                  <a:srgbClr val="102A43"/>
                </a:solidFill>
                <a:latin typeface="DejaVu Sans"/>
                <a:ea typeface="DejaVu Sans"/>
                <a:cs typeface="DejaVu Sans"/>
              </a:defRPr>
            </a:lvl5pPr>
            <a:lvl6pPr algn="ctr">
              <a:defRPr sz="1800" b="0">
                <a:solidFill>
                  <a:srgbClr val="102A43"/>
                </a:solidFill>
                <a:latin typeface="DejaVu Sans"/>
                <a:ea typeface="DejaVu Sans"/>
                <a:cs typeface="DejaVu Sans"/>
              </a:defRPr>
            </a:lvl6pPr>
            <a:lvl7pPr algn="ctr">
              <a:defRPr sz="1800" b="0">
                <a:solidFill>
                  <a:srgbClr val="102A43"/>
                </a:solidFill>
                <a:latin typeface="DejaVu Sans"/>
                <a:ea typeface="DejaVu Sans"/>
                <a:cs typeface="DejaVu Sans"/>
              </a:defRPr>
            </a:lvl7pPr>
            <a:lvl8pPr algn="ctr">
              <a:defRPr sz="1800" b="0">
                <a:solidFill>
                  <a:srgbClr val="102A43"/>
                </a:solidFill>
                <a:latin typeface="DejaVu Sans"/>
                <a:ea typeface="DejaVu Sans"/>
                <a:cs typeface="DejaVu Sans"/>
              </a:defRPr>
            </a:lvl8pPr>
            <a:lvl9pPr algn="ctr">
              <a:defRPr sz="1800" b="0">
                <a:solidFill>
                  <a:srgbClr val="102A43"/>
                </a:solidFill>
                <a:latin typeface="DejaVu Sans"/>
                <a:ea typeface="DejaVu Sans"/>
                <a:cs typeface="DejaVu Sans"/>
              </a:defRPr>
            </a:lvl9pPr>
          </a:lstStyle>
          <a:p xmlns:a="http://schemas.openxmlformats.org/drawingml/2006/main">
            <a:pPr algn="ctr">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Validate member intent</a:t>
            </a:r>
          </a:p>
        </p:txBody>
      </p:sp>
      <p:sp>
        <p:nvSpPr>
          <p:cNvPr id="6" name="node-8">
            <a:extLst xmlns:a="http://schemas.openxmlformats.org/drawingml/2006/main">
              <a:ext uri="{FF2B5EF4-FFF2-40B4-BE49-F238E27FC236}">
                <a16:creationId xmlns:a16="http://schemas.microsoft.com/office/drawing/2014/main" id="{205AB2F8-F318-434D-91FD-9D0C972ECD99}"/>
              </a:ext>
            </a:extLst>
          </p:cNvPr>
          <p:cNvSpPr>
            <a:spLocks xmlns:a="http://schemas.openxmlformats.org/drawingml/2006/main" noGrp="1"/>
          </p:cNvSpPr>
          <p:nvPr/>
        </p:nvSpPr>
        <p:spPr>
          <a:xfrm xmlns:a="http://schemas.openxmlformats.org/drawingml/2006/main">
            <a:off x="8724900" y="2095500"/>
            <a:ext cx="2857500" cy="781050"/>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defRPr sz="1800" b="0">
                <a:solidFill>
                  <a:srgbClr val="102A43"/>
                </a:solidFill>
                <a:latin typeface="DejaVu Sans"/>
                <a:ea typeface="DejaVu Sans"/>
                <a:cs typeface="DejaVu Sans"/>
              </a:defRPr>
            </a:lvl1pPr>
            <a:lvl2pPr algn="ctr">
              <a:defRPr sz="1800" b="0">
                <a:solidFill>
                  <a:srgbClr val="102A43"/>
                </a:solidFill>
                <a:latin typeface="DejaVu Sans"/>
                <a:ea typeface="DejaVu Sans"/>
                <a:cs typeface="DejaVu Sans"/>
              </a:defRPr>
            </a:lvl2pPr>
            <a:lvl3pPr algn="ctr">
              <a:defRPr sz="1800" b="0">
                <a:solidFill>
                  <a:srgbClr val="102A43"/>
                </a:solidFill>
                <a:latin typeface="DejaVu Sans"/>
                <a:ea typeface="DejaVu Sans"/>
                <a:cs typeface="DejaVu Sans"/>
              </a:defRPr>
            </a:lvl3pPr>
            <a:lvl4pPr algn="ctr">
              <a:defRPr sz="1800" b="0">
                <a:solidFill>
                  <a:srgbClr val="102A43"/>
                </a:solidFill>
                <a:latin typeface="DejaVu Sans"/>
                <a:ea typeface="DejaVu Sans"/>
                <a:cs typeface="DejaVu Sans"/>
              </a:defRPr>
            </a:lvl4pPr>
            <a:lvl5pPr algn="ctr">
              <a:defRPr sz="1800" b="0">
                <a:solidFill>
                  <a:srgbClr val="102A43"/>
                </a:solidFill>
                <a:latin typeface="DejaVu Sans"/>
                <a:ea typeface="DejaVu Sans"/>
                <a:cs typeface="DejaVu Sans"/>
              </a:defRPr>
            </a:lvl5pPr>
            <a:lvl6pPr algn="ctr">
              <a:defRPr sz="1800" b="0">
                <a:solidFill>
                  <a:srgbClr val="102A43"/>
                </a:solidFill>
                <a:latin typeface="DejaVu Sans"/>
                <a:ea typeface="DejaVu Sans"/>
                <a:cs typeface="DejaVu Sans"/>
              </a:defRPr>
            </a:lvl6pPr>
            <a:lvl7pPr algn="ctr">
              <a:defRPr sz="1800" b="0">
                <a:solidFill>
                  <a:srgbClr val="102A43"/>
                </a:solidFill>
                <a:latin typeface="DejaVu Sans"/>
                <a:ea typeface="DejaVu Sans"/>
                <a:cs typeface="DejaVu Sans"/>
              </a:defRPr>
            </a:lvl7pPr>
            <a:lvl8pPr algn="ctr">
              <a:defRPr sz="1800" b="0">
                <a:solidFill>
                  <a:srgbClr val="102A43"/>
                </a:solidFill>
                <a:latin typeface="DejaVu Sans"/>
                <a:ea typeface="DejaVu Sans"/>
                <a:cs typeface="DejaVu Sans"/>
              </a:defRPr>
            </a:lvl8pPr>
            <a:lvl9pPr algn="ctr">
              <a:defRPr sz="1800" b="0">
                <a:solidFill>
                  <a:srgbClr val="102A43"/>
                </a:solidFill>
                <a:latin typeface="DejaVu Sans"/>
                <a:ea typeface="DejaVu Sans"/>
                <a:cs typeface="DejaVu Sans"/>
              </a:defRPr>
            </a:lvl9pPr>
          </a:lstStyle>
          <a:p xmlns:a="http://schemas.openxmlformats.org/drawingml/2006/main">
            <a:pPr algn="ctr">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Resolve member and GUIDs</a:t>
            </a:r>
          </a:p>
        </p:txBody>
      </p:sp>
      <p:sp>
        <p:nvSpPr>
          <p:cNvPr id="7" name="node-9">
            <a:extLst xmlns:a="http://schemas.openxmlformats.org/drawingml/2006/main">
              <a:ext uri="{FF2B5EF4-FFF2-40B4-BE49-F238E27FC236}">
                <a16:creationId xmlns:a16="http://schemas.microsoft.com/office/drawing/2014/main" id="{CE1F07C9-3825-4AFB-86AA-9AE6FBCBCE64}"/>
              </a:ext>
            </a:extLst>
          </p:cNvPr>
          <p:cNvSpPr>
            <a:spLocks xmlns:a="http://schemas.openxmlformats.org/drawingml/2006/main" noGrp="1"/>
          </p:cNvSpPr>
          <p:nvPr/>
        </p:nvSpPr>
        <p:spPr>
          <a:xfrm xmlns:a="http://schemas.openxmlformats.org/drawingml/2006/main">
            <a:off x="8724900" y="4000500"/>
            <a:ext cx="2857500" cy="781050"/>
          </a:xfrm>
          <a:prstGeom xmlns:a="http://schemas.openxmlformats.org/drawingml/2006/main" prst="rect">
            <a:avLst/>
          </a:prstGeom>
          <a:solidFill xmlns:a="http://schemas.openxmlformats.org/drawingml/2006/main">
            <a:srgbClr val="E4F2F1"/>
          </a:solidFill>
          <a:ln xmlns:a="http://schemas.openxmlformats.org/drawingml/2006/main" w="15240">
            <a:solidFill>
              <a:srgbClr val="007F86"/>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1">
                <a:solidFill>
                  <a:srgbClr val="102A43"/>
                </a:solidFill>
                <a:latin typeface="DejaVu Sans"/>
                <a:ea typeface="DejaVu Sans"/>
                <a:cs typeface="DejaVu Sans"/>
              </a:defRPr>
            </a:defPPr>
            <a:lvl1pPr algn="ctr">
              <a:defRPr sz="1800" b="1">
                <a:solidFill>
                  <a:srgbClr val="102A43"/>
                </a:solidFill>
                <a:latin typeface="DejaVu Sans"/>
                <a:ea typeface="DejaVu Sans"/>
                <a:cs typeface="DejaVu Sans"/>
              </a:defRPr>
            </a:lvl1pPr>
            <a:lvl2pPr algn="ctr">
              <a:defRPr sz="1800" b="1">
                <a:solidFill>
                  <a:srgbClr val="102A43"/>
                </a:solidFill>
                <a:latin typeface="DejaVu Sans"/>
                <a:ea typeface="DejaVu Sans"/>
                <a:cs typeface="DejaVu Sans"/>
              </a:defRPr>
            </a:lvl2pPr>
            <a:lvl3pPr algn="ctr">
              <a:defRPr sz="1800" b="1">
                <a:solidFill>
                  <a:srgbClr val="102A43"/>
                </a:solidFill>
                <a:latin typeface="DejaVu Sans"/>
                <a:ea typeface="DejaVu Sans"/>
                <a:cs typeface="DejaVu Sans"/>
              </a:defRPr>
            </a:lvl3pPr>
            <a:lvl4pPr algn="ctr">
              <a:defRPr sz="1800" b="1">
                <a:solidFill>
                  <a:srgbClr val="102A43"/>
                </a:solidFill>
                <a:latin typeface="DejaVu Sans"/>
                <a:ea typeface="DejaVu Sans"/>
                <a:cs typeface="DejaVu Sans"/>
              </a:defRPr>
            </a:lvl4pPr>
            <a:lvl5pPr algn="ctr">
              <a:defRPr sz="1800" b="1">
                <a:solidFill>
                  <a:srgbClr val="102A43"/>
                </a:solidFill>
                <a:latin typeface="DejaVu Sans"/>
                <a:ea typeface="DejaVu Sans"/>
                <a:cs typeface="DejaVu Sans"/>
              </a:defRPr>
            </a:lvl5pPr>
            <a:lvl6pPr algn="ctr">
              <a:defRPr sz="1800" b="1">
                <a:solidFill>
                  <a:srgbClr val="102A43"/>
                </a:solidFill>
                <a:latin typeface="DejaVu Sans"/>
                <a:ea typeface="DejaVu Sans"/>
                <a:cs typeface="DejaVu Sans"/>
              </a:defRPr>
            </a:lvl6pPr>
            <a:lvl7pPr algn="ctr">
              <a:defRPr sz="1800" b="1">
                <a:solidFill>
                  <a:srgbClr val="102A43"/>
                </a:solidFill>
                <a:latin typeface="DejaVu Sans"/>
                <a:ea typeface="DejaVu Sans"/>
                <a:cs typeface="DejaVu Sans"/>
              </a:defRPr>
            </a:lvl7pPr>
            <a:lvl8pPr algn="ctr">
              <a:defRPr sz="1800" b="1">
                <a:solidFill>
                  <a:srgbClr val="102A43"/>
                </a:solidFill>
                <a:latin typeface="DejaVu Sans"/>
                <a:ea typeface="DejaVu Sans"/>
                <a:cs typeface="DejaVu Sans"/>
              </a:defRPr>
            </a:lvl8pPr>
            <a:lvl9pPr algn="ctr">
              <a:defRPr sz="1800" b="1">
                <a:solidFill>
                  <a:srgbClr val="102A43"/>
                </a:solidFill>
                <a:latin typeface="DejaVu Sans"/>
                <a:ea typeface="DejaVu Sans"/>
                <a:cs typeface="DejaVu Sans"/>
              </a:defRPr>
            </a:lvl9pPr>
          </a:lstStyle>
          <a:p xmlns:a="http://schemas.openxmlformats.org/drawingml/2006/main">
            <a:pPr algn="ctr">
              <a:defRPr sz="1800" b="1">
                <a:solidFill>
                  <a:srgbClr val="102A43"/>
                </a:solidFill>
                <a:latin typeface="DejaVu Sans"/>
                <a:ea typeface="DejaVu Sans"/>
                <a:cs typeface="DejaVu Sans"/>
              </a:defRPr>
            </a:pPr>
            <a:r>
              <a:rPr sz="1800" b="1">
                <a:solidFill>
                  <a:srgbClr val="102A43"/>
                </a:solidFill>
                <a:latin typeface="DejaVu Sans"/>
                <a:ea typeface="DejaVu Sans"/>
                <a:cs typeface="DejaVu Sans"/>
              </a:rPr>
              <a:t>Freeze member plan</a:t>
            </a:r>
          </a:p>
        </p:txBody>
      </p:sp>
      <p:sp>
        <p:nvSpPr>
          <p:cNvPr id="8" name="node-10">
            <a:extLst xmlns:a="http://schemas.openxmlformats.org/drawingml/2006/main">
              <a:ext uri="{FF2B5EF4-FFF2-40B4-BE49-F238E27FC236}">
                <a16:creationId xmlns:a16="http://schemas.microsoft.com/office/drawing/2014/main" id="{10A52ADE-B0F8-46CF-8AD4-E2E9C154A9F6}"/>
              </a:ext>
            </a:extLst>
          </p:cNvPr>
          <p:cNvSpPr>
            <a:spLocks xmlns:a="http://schemas.openxmlformats.org/drawingml/2006/main" noGrp="1"/>
          </p:cNvSpPr>
          <p:nvPr/>
        </p:nvSpPr>
        <p:spPr>
          <a:xfrm xmlns:a="http://schemas.openxmlformats.org/drawingml/2006/main">
            <a:off x="4667250" y="4000500"/>
            <a:ext cx="2857500" cy="781050"/>
          </a:xfrm>
          <a:prstGeom xmlns:a="http://schemas.openxmlformats.org/drawingml/2006/main" prst="rect">
            <a:avLst/>
          </a:prstGeom>
          <a:solidFill xmlns:a="http://schemas.openxmlformats.org/drawingml/2006/main">
            <a:srgbClr val="E4F2F1"/>
          </a:solidFill>
          <a:ln xmlns:a="http://schemas.openxmlformats.org/drawingml/2006/main" w="15240">
            <a:solidFill>
              <a:srgbClr val="007F86"/>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1">
                <a:solidFill>
                  <a:srgbClr val="102A43"/>
                </a:solidFill>
                <a:latin typeface="DejaVu Sans"/>
                <a:ea typeface="DejaVu Sans"/>
                <a:cs typeface="DejaVu Sans"/>
              </a:defRPr>
            </a:defPPr>
            <a:lvl1pPr algn="ctr">
              <a:defRPr sz="1800" b="1">
                <a:solidFill>
                  <a:srgbClr val="102A43"/>
                </a:solidFill>
                <a:latin typeface="DejaVu Sans"/>
                <a:ea typeface="DejaVu Sans"/>
                <a:cs typeface="DejaVu Sans"/>
              </a:defRPr>
            </a:lvl1pPr>
            <a:lvl2pPr algn="ctr">
              <a:defRPr sz="1800" b="1">
                <a:solidFill>
                  <a:srgbClr val="102A43"/>
                </a:solidFill>
                <a:latin typeface="DejaVu Sans"/>
                <a:ea typeface="DejaVu Sans"/>
                <a:cs typeface="DejaVu Sans"/>
              </a:defRPr>
            </a:lvl2pPr>
            <a:lvl3pPr algn="ctr">
              <a:defRPr sz="1800" b="1">
                <a:solidFill>
                  <a:srgbClr val="102A43"/>
                </a:solidFill>
                <a:latin typeface="DejaVu Sans"/>
                <a:ea typeface="DejaVu Sans"/>
                <a:cs typeface="DejaVu Sans"/>
              </a:defRPr>
            </a:lvl3pPr>
            <a:lvl4pPr algn="ctr">
              <a:defRPr sz="1800" b="1">
                <a:solidFill>
                  <a:srgbClr val="102A43"/>
                </a:solidFill>
                <a:latin typeface="DejaVu Sans"/>
                <a:ea typeface="DejaVu Sans"/>
                <a:cs typeface="DejaVu Sans"/>
              </a:defRPr>
            </a:lvl4pPr>
            <a:lvl5pPr algn="ctr">
              <a:defRPr sz="1800" b="1">
                <a:solidFill>
                  <a:srgbClr val="102A43"/>
                </a:solidFill>
                <a:latin typeface="DejaVu Sans"/>
                <a:ea typeface="DejaVu Sans"/>
                <a:cs typeface="DejaVu Sans"/>
              </a:defRPr>
            </a:lvl5pPr>
            <a:lvl6pPr algn="ctr">
              <a:defRPr sz="1800" b="1">
                <a:solidFill>
                  <a:srgbClr val="102A43"/>
                </a:solidFill>
                <a:latin typeface="DejaVu Sans"/>
                <a:ea typeface="DejaVu Sans"/>
                <a:cs typeface="DejaVu Sans"/>
              </a:defRPr>
            </a:lvl6pPr>
            <a:lvl7pPr algn="ctr">
              <a:defRPr sz="1800" b="1">
                <a:solidFill>
                  <a:srgbClr val="102A43"/>
                </a:solidFill>
                <a:latin typeface="DejaVu Sans"/>
                <a:ea typeface="DejaVu Sans"/>
                <a:cs typeface="DejaVu Sans"/>
              </a:defRPr>
            </a:lvl7pPr>
            <a:lvl8pPr algn="ctr">
              <a:defRPr sz="1800" b="1">
                <a:solidFill>
                  <a:srgbClr val="102A43"/>
                </a:solidFill>
                <a:latin typeface="DejaVu Sans"/>
                <a:ea typeface="DejaVu Sans"/>
                <a:cs typeface="DejaVu Sans"/>
              </a:defRPr>
            </a:lvl8pPr>
            <a:lvl9pPr algn="ctr">
              <a:defRPr sz="1800" b="1">
                <a:solidFill>
                  <a:srgbClr val="102A43"/>
                </a:solidFill>
                <a:latin typeface="DejaVu Sans"/>
                <a:ea typeface="DejaVu Sans"/>
                <a:cs typeface="DejaVu Sans"/>
              </a:defRPr>
            </a:lvl9pPr>
          </a:lstStyle>
          <a:p xmlns:a="http://schemas.openxmlformats.org/drawingml/2006/main">
            <a:pPr algn="ctr">
              <a:defRPr sz="1800" b="1">
                <a:solidFill>
                  <a:srgbClr val="102A43"/>
                </a:solidFill>
                <a:latin typeface="DejaVu Sans"/>
                <a:ea typeface="DejaVu Sans"/>
                <a:cs typeface="DejaVu Sans"/>
              </a:defRPr>
            </a:pPr>
            <a:r>
              <a:rPr sz="1800" b="1">
                <a:solidFill>
                  <a:srgbClr val="102A43"/>
                </a:solidFill>
                <a:latin typeface="DejaVu Sans"/>
                <a:ea typeface="DejaVu Sans"/>
                <a:cs typeface="DejaVu Sans"/>
              </a:rPr>
              <a:t>Stage all file requests</a:t>
            </a:r>
          </a:p>
        </p:txBody>
      </p:sp>
      <p:sp>
        <p:nvSpPr>
          <p:cNvPr id="9" name="node-11">
            <a:extLst xmlns:a="http://schemas.openxmlformats.org/drawingml/2006/main">
              <a:ext uri="{FF2B5EF4-FFF2-40B4-BE49-F238E27FC236}">
                <a16:creationId xmlns:a16="http://schemas.microsoft.com/office/drawing/2014/main" id="{937423E0-680D-4551-88F8-DB568F87327E}"/>
              </a:ext>
            </a:extLst>
          </p:cNvPr>
          <p:cNvSpPr>
            <a:spLocks xmlns:a="http://schemas.openxmlformats.org/drawingml/2006/main" noGrp="1"/>
          </p:cNvSpPr>
          <p:nvPr/>
        </p:nvSpPr>
        <p:spPr>
          <a:xfrm xmlns:a="http://schemas.openxmlformats.org/drawingml/2006/main">
            <a:off x="609600" y="4000500"/>
            <a:ext cx="2857500" cy="781050"/>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defRPr sz="1800" b="0">
                <a:solidFill>
                  <a:srgbClr val="102A43"/>
                </a:solidFill>
                <a:latin typeface="DejaVu Sans"/>
                <a:ea typeface="DejaVu Sans"/>
                <a:cs typeface="DejaVu Sans"/>
              </a:defRPr>
            </a:lvl1pPr>
            <a:lvl2pPr algn="ctr">
              <a:defRPr sz="1800" b="0">
                <a:solidFill>
                  <a:srgbClr val="102A43"/>
                </a:solidFill>
                <a:latin typeface="DejaVu Sans"/>
                <a:ea typeface="DejaVu Sans"/>
                <a:cs typeface="DejaVu Sans"/>
              </a:defRPr>
            </a:lvl2pPr>
            <a:lvl3pPr algn="ctr">
              <a:defRPr sz="1800" b="0">
                <a:solidFill>
                  <a:srgbClr val="102A43"/>
                </a:solidFill>
                <a:latin typeface="DejaVu Sans"/>
                <a:ea typeface="DejaVu Sans"/>
                <a:cs typeface="DejaVu Sans"/>
              </a:defRPr>
            </a:lvl3pPr>
            <a:lvl4pPr algn="ctr">
              <a:defRPr sz="1800" b="0">
                <a:solidFill>
                  <a:srgbClr val="102A43"/>
                </a:solidFill>
                <a:latin typeface="DejaVu Sans"/>
                <a:ea typeface="DejaVu Sans"/>
                <a:cs typeface="DejaVu Sans"/>
              </a:defRPr>
            </a:lvl4pPr>
            <a:lvl5pPr algn="ctr">
              <a:defRPr sz="1800" b="0">
                <a:solidFill>
                  <a:srgbClr val="102A43"/>
                </a:solidFill>
                <a:latin typeface="DejaVu Sans"/>
                <a:ea typeface="DejaVu Sans"/>
                <a:cs typeface="DejaVu Sans"/>
              </a:defRPr>
            </a:lvl5pPr>
            <a:lvl6pPr algn="ctr">
              <a:defRPr sz="1800" b="0">
                <a:solidFill>
                  <a:srgbClr val="102A43"/>
                </a:solidFill>
                <a:latin typeface="DejaVu Sans"/>
                <a:ea typeface="DejaVu Sans"/>
                <a:cs typeface="DejaVu Sans"/>
              </a:defRPr>
            </a:lvl6pPr>
            <a:lvl7pPr algn="ctr">
              <a:defRPr sz="1800" b="0">
                <a:solidFill>
                  <a:srgbClr val="102A43"/>
                </a:solidFill>
                <a:latin typeface="DejaVu Sans"/>
                <a:ea typeface="DejaVu Sans"/>
                <a:cs typeface="DejaVu Sans"/>
              </a:defRPr>
            </a:lvl7pPr>
            <a:lvl8pPr algn="ctr">
              <a:defRPr sz="1800" b="0">
                <a:solidFill>
                  <a:srgbClr val="102A43"/>
                </a:solidFill>
                <a:latin typeface="DejaVu Sans"/>
                <a:ea typeface="DejaVu Sans"/>
                <a:cs typeface="DejaVu Sans"/>
              </a:defRPr>
            </a:lvl8pPr>
            <a:lvl9pPr algn="ctr">
              <a:defRPr sz="1800" b="0">
                <a:solidFill>
                  <a:srgbClr val="102A43"/>
                </a:solidFill>
                <a:latin typeface="DejaVu Sans"/>
                <a:ea typeface="DejaVu Sans"/>
                <a:cs typeface="DejaVu Sans"/>
              </a:defRPr>
            </a:lvl9pPr>
          </a:lstStyle>
          <a:p xmlns:a="http://schemas.openxmlformats.org/drawingml/2006/main">
            <a:pPr algn="ctr">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Preview or POST</a:t>
            </a:r>
          </a:p>
        </p:txBody>
      </p:sp>
      <p:sp>
        <p:nvSpPr>
          <p:cNvPr id="15" name="text-12">
            <a:extLst xmlns:a="http://schemas.openxmlformats.org/drawingml/2006/main">
              <a:ext uri="{FF2B5EF4-FFF2-40B4-BE49-F238E27FC236}">
                <a16:creationId xmlns:a16="http://schemas.microsoft.com/office/drawing/2014/main" id="{26EC6010-E4FB-4E5E-AE46-D8E1D6D7E8AE}"/>
              </a:ext>
            </a:extLst>
          </p:cNvPr>
          <p:cNvSpPr>
            <a:spLocks xmlns:a="http://schemas.openxmlformats.org/drawingml/2006/main" noGrp="1"/>
          </p:cNvSpPr>
          <p:nvPr/>
        </p:nvSpPr>
        <p:spPr>
          <a:xfrm xmlns:a="http://schemas.openxmlformats.org/drawingml/2006/main">
            <a:off x="609600" y="5429250"/>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007F86"/>
                </a:solidFill>
                <a:latin typeface="DejaVu Sans"/>
                <a:ea typeface="DejaVu Sans"/>
                <a:cs typeface="DejaVu Sans"/>
              </a:defRPr>
            </a:defPPr>
            <a:lvl1pPr algn="l">
              <a:defRPr sz="2250" b="1">
                <a:solidFill>
                  <a:srgbClr val="007F86"/>
                </a:solidFill>
                <a:latin typeface="DejaVu Sans"/>
                <a:ea typeface="DejaVu Sans"/>
                <a:cs typeface="DejaVu Sans"/>
              </a:defRPr>
            </a:lvl1pPr>
            <a:lvl2pPr algn="l">
              <a:defRPr sz="2250" b="1">
                <a:solidFill>
                  <a:srgbClr val="007F86"/>
                </a:solidFill>
                <a:latin typeface="DejaVu Sans"/>
                <a:ea typeface="DejaVu Sans"/>
                <a:cs typeface="DejaVu Sans"/>
              </a:defRPr>
            </a:lvl2pPr>
            <a:lvl3pPr algn="l">
              <a:defRPr sz="2250" b="1">
                <a:solidFill>
                  <a:srgbClr val="007F86"/>
                </a:solidFill>
                <a:latin typeface="DejaVu Sans"/>
                <a:ea typeface="DejaVu Sans"/>
                <a:cs typeface="DejaVu Sans"/>
              </a:defRPr>
            </a:lvl3pPr>
            <a:lvl4pPr algn="l">
              <a:defRPr sz="2250" b="1">
                <a:solidFill>
                  <a:srgbClr val="007F86"/>
                </a:solidFill>
                <a:latin typeface="DejaVu Sans"/>
                <a:ea typeface="DejaVu Sans"/>
                <a:cs typeface="DejaVu Sans"/>
              </a:defRPr>
            </a:lvl4pPr>
            <a:lvl5pPr algn="l">
              <a:defRPr sz="2250" b="1">
                <a:solidFill>
                  <a:srgbClr val="007F86"/>
                </a:solidFill>
                <a:latin typeface="DejaVu Sans"/>
                <a:ea typeface="DejaVu Sans"/>
                <a:cs typeface="DejaVu Sans"/>
              </a:defRPr>
            </a:lvl5pPr>
            <a:lvl6pPr algn="l">
              <a:defRPr sz="2250" b="1">
                <a:solidFill>
                  <a:srgbClr val="007F86"/>
                </a:solidFill>
                <a:latin typeface="DejaVu Sans"/>
                <a:ea typeface="DejaVu Sans"/>
                <a:cs typeface="DejaVu Sans"/>
              </a:defRPr>
            </a:lvl6pPr>
            <a:lvl7pPr algn="l">
              <a:defRPr sz="2250" b="1">
                <a:solidFill>
                  <a:srgbClr val="007F86"/>
                </a:solidFill>
                <a:latin typeface="DejaVu Sans"/>
                <a:ea typeface="DejaVu Sans"/>
                <a:cs typeface="DejaVu Sans"/>
              </a:defRPr>
            </a:lvl7pPr>
            <a:lvl8pPr algn="l">
              <a:defRPr sz="2250" b="1">
                <a:solidFill>
                  <a:srgbClr val="007F86"/>
                </a:solidFill>
                <a:latin typeface="DejaVu Sans"/>
                <a:ea typeface="DejaVu Sans"/>
                <a:cs typeface="DejaVu Sans"/>
              </a:defRPr>
            </a:lvl8pPr>
            <a:lvl9pPr algn="l">
              <a:defRPr sz="2250" b="1">
                <a:solidFill>
                  <a:srgbClr val="007F86"/>
                </a:solidFill>
                <a:latin typeface="DejaVu Sans"/>
                <a:ea typeface="DejaVu Sans"/>
                <a:cs typeface="DejaVu Sans"/>
              </a:defRPr>
            </a:lvl9pPr>
          </a:lstStyle>
          <a:p xmlns:a="http://schemas.openxmlformats.org/drawingml/2006/main">
            <a:pPr algn="l">
              <a:lnSpc>
                <a:spcPct val="115000"/>
              </a:lnSpc>
              <a:buNone/>
              <a:defRPr sz="2250" b="1">
                <a:solidFill>
                  <a:srgbClr val="007F86"/>
                </a:solidFill>
                <a:latin typeface="DejaVu Sans"/>
                <a:ea typeface="DejaVu Sans"/>
                <a:cs typeface="DejaVu Sans"/>
              </a:defRPr>
            </a:pPr>
            <a:r>
              <a:rPr sz="2250" b="1">
                <a:solidFill>
                  <a:srgbClr val="007F86"/>
                </a:solidFill>
                <a:latin typeface="DejaVu Sans"/>
                <a:ea typeface="DejaVu Sans"/>
                <a:cs typeface="DejaVu Sans"/>
              </a:rPr>
              <a:t>PCDS body and/or P2PDS body with coverage</a:t>
            </a:r>
          </a:p>
        </p:txBody>
      </p:sp>
    </p:spTree>
    <p:extLst>
      <p:ext uri="{BB962C8B-B14F-4D97-AF65-F5344CB8AC3E}">
        <p14:creationId xmlns:p14="http://schemas.microsoft.com/office/powerpoint/2010/main" val="25453490"/>
      </p:ext>
    </p:extLst>
  </p:cSld>
</p:sld>
</file>

<file path=ppt/slides/slide3.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D153A5EA-A1FE-49AF-AF32-B5681A08CEEC}"/>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Source fields and request targets</a:t>
            </a:r>
          </a:p>
        </p:txBody>
      </p:sp>
      <p:sp>
        <p:nvSpPr>
          <p:cNvPr id="2" name="text-13">
            <a:extLst xmlns:a="http://schemas.openxmlformats.org/drawingml/2006/main">
              <a:ext uri="{FF2B5EF4-FFF2-40B4-BE49-F238E27FC236}">
                <a16:creationId xmlns:a16="http://schemas.microsoft.com/office/drawing/2014/main" id="{70F7F017-2101-424E-A6E4-16C0752037B4}"/>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Thirty input fields describe the member, consent intent and payer coverage.</a:t>
            </a:r>
          </a:p>
        </p:txBody>
      </p:sp>
      <p:sp>
        <p:nvSpPr>
          <p:cNvPr id="3" name="slide-number">
            <a:extLst xmlns:a="http://schemas.openxmlformats.org/drawingml/2006/main">
              <a:ext uri="{FF2B5EF4-FFF2-40B4-BE49-F238E27FC236}">
                <a16:creationId xmlns:a16="http://schemas.microsoft.com/office/drawing/2014/main" id="{117553A7-8724-4E1B-BB31-BD3C090C0AC5}"/>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3</a:t>
            </a:r>
          </a:p>
        </p:txBody>
      </p:sp>
      <p:graphicFrame>
        <p:nvGraphicFramePr>
          <p:cNvPr id="4" name="">
            <a:extLst xmlns:a="http://schemas.openxmlformats.org/drawingml/2006/main">
              <a:ext uri="{FF2B5EF4-FFF2-40B4-BE49-F238E27FC236}">
                <a16:creationId xmlns:a16="http://schemas.microsoft.com/office/drawing/2014/main" id="{748D7E6F-0760-4C21-B324-12ACD82DE4A0}"/>
              </a:ext>
            </a:extLst>
          </p:cNvPr>
          <p:cNvGraphicFramePr/>
          <p:nvPr/>
        </p:nvGraphicFramePr>
        <p:xfrm>
          <a:off xmlns:a="http://schemas.openxmlformats.org/drawingml/2006/main" x="609600" y="2000250"/>
          <a:ext xmlns:a="http://schemas.openxmlformats.org/drawingml/2006/main" cx="10972800" cy="4171950"/>
        </p:xfrm>
        <a:graphic xmlns:a="http://schemas.openxmlformats.org/drawingml/2006/main">
          <a:graphicData uri="http://schemas.openxmlformats.org/drawingml/2006/table">
            <a:tbl>
              <a:tblPr/>
              <a:tblGrid>
                <a:gridCol w="3429000"/>
                <a:gridCol w="7543800"/>
              </a:tblGrid>
              <a:tr h="695325">
                <a:tc>
                  <a:txBody>
                    <a:bodyPr wrap="square" lIns="76200" tIns="76200" rIns="76200" bIns="76200">
                      <a:noAutofit/>
                    </a:bodyPr>
                    <a:lstStyle/>
                    <a:p>
                      <a:r>
                        <a:rPr sz="1800" b="1">
                          <a:solidFill>
                            <a:srgbClr val="FFFFFF"/>
                          </a:solidFill>
                          <a:latin typeface="DejaVu Sans"/>
                          <a:ea typeface="DejaVu Sans"/>
                          <a:cs typeface="DejaVu Sans"/>
                        </a:rPr>
                        <a:t>Input group</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How the application uses it</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Member identity</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External contract, relationship, names, DOB, gender and group feed the lookup</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Provider preference and date</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PCDS status and effectiveDate</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Payer preference and date</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P2PDS status and effectiveDate</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Payer and subscriber identifiers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Coverage fields and payer-scoped consent lookup</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Payer address, plan and policy dates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Retained in source until output paths are agreed</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bl>
          </a:graphicData>
        </a:graphic>
      </p:graphicFrame>
    </p:spTree>
    <p:extLst>
      <p:ext uri="{BB962C8B-B14F-4D97-AF65-F5344CB8AC3E}">
        <p14:creationId xmlns:p14="http://schemas.microsoft.com/office/powerpoint/2010/main" val="1022193062"/>
      </p:ext>
    </p:extLst>
  </p:cSld>
</p:sld>
</file>

<file path=ppt/slides/slide4.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6C7D73EC-FAB3-409B-97EB-8B9D6F3AC615}"/>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One member, independent consent intents</a:t>
            </a:r>
          </a:p>
        </p:txBody>
      </p:sp>
      <p:sp>
        <p:nvSpPr>
          <p:cNvPr id="2" name="text-14">
            <a:extLst xmlns:a="http://schemas.openxmlformats.org/drawingml/2006/main">
              <a:ext uri="{FF2B5EF4-FFF2-40B4-BE49-F238E27FC236}">
                <a16:creationId xmlns:a16="http://schemas.microsoft.com/office/drawing/2014/main" id="{9BBB7B24-D888-4BA5-81C4-63A8C2EB1805}"/>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Blank means no change for that target in this POC.</a:t>
            </a:r>
          </a:p>
        </p:txBody>
      </p:sp>
      <p:sp>
        <p:nvSpPr>
          <p:cNvPr id="3" name="slide-number">
            <a:extLst xmlns:a="http://schemas.openxmlformats.org/drawingml/2006/main">
              <a:ext uri="{FF2B5EF4-FFF2-40B4-BE49-F238E27FC236}">
                <a16:creationId xmlns:a16="http://schemas.microsoft.com/office/drawing/2014/main" id="{FAD11BF0-A732-4079-8D01-F5D60D37086A}"/>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4</a:t>
            </a:r>
          </a:p>
        </p:txBody>
      </p:sp>
      <p:graphicFrame>
        <p:nvGraphicFramePr>
          <p:cNvPr id="4" name="">
            <a:extLst xmlns:a="http://schemas.openxmlformats.org/drawingml/2006/main">
              <a:ext uri="{FF2B5EF4-FFF2-40B4-BE49-F238E27FC236}">
                <a16:creationId xmlns:a16="http://schemas.microsoft.com/office/drawing/2014/main" id="{07F0D772-7EC2-4F60-9FC7-B86CA41907C2}"/>
              </a:ext>
            </a:extLst>
          </p:cNvPr>
          <p:cNvGraphicFramePr/>
          <p:nvPr/>
        </p:nvGraphicFramePr>
        <p:xfrm>
          <a:off xmlns:a="http://schemas.openxmlformats.org/drawingml/2006/main" x="609600" y="2000250"/>
          <a:ext xmlns:a="http://schemas.openxmlformats.org/drawingml/2006/main" cx="10972800" cy="4000500"/>
        </p:xfrm>
        <a:graphic xmlns:a="http://schemas.openxmlformats.org/drawingml/2006/main">
          <a:graphicData uri="http://schemas.openxmlformats.org/drawingml/2006/table">
            <a:tbl>
              <a:tblPr/>
              <a:tblGrid>
                <a:gridCol w="2476500"/>
                <a:gridCol w="2476500"/>
                <a:gridCol w="6019800"/>
              </a:tblGrid>
              <a:tr h="666750">
                <a:tc>
                  <a:txBody>
                    <a:bodyPr wrap="square" lIns="76200" tIns="76200" rIns="76200" bIns="76200">
                      <a:noAutofit/>
                    </a:bodyPr>
                    <a:lstStyle/>
                    <a:p>
                      <a:r>
                        <a:rPr sz="1800" b="1">
                          <a:solidFill>
                            <a:srgbClr val="FFFFFF"/>
                          </a:solidFill>
                          <a:latin typeface="DejaVu Sans"/>
                          <a:ea typeface="DejaVu Sans"/>
                          <a:cs typeface="DejaVu Sans"/>
                        </a:rPr>
                        <a:t>Provider</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Payer</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Emitted requests</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666750">
                <a:tc>
                  <a:txBody>
                    <a:bodyPr wrap="square" lIns="76200" tIns="76200" rIns="76200" bIns="76200">
                      <a:noAutofit/>
                    </a:bodyPr>
                    <a:lstStyle/>
                    <a:p>
                      <a:r>
                        <a:rPr sz="1800" b="0">
                          <a:solidFill>
                            <a:srgbClr val="102A43"/>
                          </a:solidFill>
                          <a:latin typeface="DejaVu Sans"/>
                          <a:ea typeface="DejaVu Sans"/>
                          <a:cs typeface="DejaVu Sans"/>
                        </a:rPr>
                        <a:t>RVOKE</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GRANT</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PCDS then P2PDS</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66750">
                <a:tc>
                  <a:txBody>
                    <a:bodyPr wrap="square" lIns="76200" tIns="76200" rIns="76200" bIns="76200">
                      <a:noAutofit/>
                    </a:bodyPr>
                    <a:lstStyle/>
                    <a:p>
                      <a:r>
                        <a:rPr sz="1800" b="0">
                          <a:solidFill>
                            <a:srgbClr val="102A43"/>
                          </a:solidFill>
                          <a:latin typeface="DejaVu Sans"/>
                          <a:ea typeface="DejaVu Sans"/>
                          <a:cs typeface="DejaVu Sans"/>
                        </a:rPr>
                        <a:t>GRANT</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blank</a:t>
                      </a:r>
                    </a:p>
                  </a:txBody>
                  <a:tcPr marL="91440" marR="91440" marT="45720" marB="45720" anchor="ctr">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PCDS only</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66750">
                <a:tc>
                  <a:txBody>
                    <a:bodyPr wrap="square" lIns="76200" tIns="76200" rIns="76200" bIns="76200">
                      <a:noAutofit/>
                    </a:bodyPr>
                    <a:lstStyle/>
                    <a:p>
                      <a:r>
                        <a:rPr sz="1800" b="0">
                          <a:solidFill>
                            <a:srgbClr val="102A43"/>
                          </a:solidFill>
                          <a:latin typeface="DejaVu Sans"/>
                          <a:ea typeface="DejaVu Sans"/>
                          <a:cs typeface="DejaVu Sans"/>
                        </a:rPr>
                        <a:t>blank</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RVOKE</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P2PDS only</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66750">
                <a:tc>
                  <a:txBody>
                    <a:bodyPr wrap="square" lIns="76200" tIns="76200" rIns="76200" bIns="76200">
                      <a:noAutofit/>
                    </a:bodyPr>
                    <a:lstStyle/>
                    <a:p>
                      <a:r>
                        <a:rPr sz="1800" b="0">
                          <a:solidFill>
                            <a:srgbClr val="102A43"/>
                          </a:solidFill>
                          <a:latin typeface="DejaVu Sans"/>
                          <a:ea typeface="DejaVu Sans"/>
                          <a:cs typeface="DejaVu Sans"/>
                        </a:rPr>
                        <a:t>GRANT</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GRANT</a:t>
                      </a:r>
                    </a:p>
                  </a:txBody>
                  <a:tcPr marL="91440" marR="91440" marT="45720" marB="45720" anchor="ctr">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PCDS then P2PDS</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66750">
                <a:tc>
                  <a:txBody>
                    <a:bodyPr wrap="square" lIns="76200" tIns="76200" rIns="76200" bIns="76200">
                      <a:noAutofit/>
                    </a:bodyPr>
                    <a:lstStyle/>
                    <a:p>
                      <a:r>
                        <a:rPr sz="1800" b="0">
                          <a:solidFill>
                            <a:srgbClr val="102A43"/>
                          </a:solidFill>
                          <a:latin typeface="DejaVu Sans"/>
                          <a:ea typeface="DejaVu Sans"/>
                          <a:cs typeface="DejaVu Sans"/>
                        </a:rPr>
                        <a:t>blank</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blank</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No lookup and no POST</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bl>
          </a:graphicData>
        </a:graphic>
      </p:graphicFrame>
    </p:spTree>
    <p:extLst>
      <p:ext uri="{BB962C8B-B14F-4D97-AF65-F5344CB8AC3E}">
        <p14:creationId xmlns:p14="http://schemas.microsoft.com/office/powerpoint/2010/main" val="1222375658"/>
      </p:ext>
    </p:extLst>
  </p:cSld>
</p:sld>
</file>

<file path=ppt/slides/slide5.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5D298CF8-E247-4BD9-9CA1-4CF6C00156F1}"/>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Adapter contract</a:t>
            </a:r>
          </a:p>
        </p:txBody>
      </p:sp>
      <p:sp>
        <p:nvSpPr>
          <p:cNvPr id="2" name="text-31">
            <a:extLst xmlns:a="http://schemas.openxmlformats.org/drawingml/2006/main">
              <a:ext uri="{FF2B5EF4-FFF2-40B4-BE49-F238E27FC236}">
                <a16:creationId xmlns:a16="http://schemas.microsoft.com/office/drawing/2014/main" id="{B618DB00-25A6-4625-86F0-5E67D8F2D070}"/>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Spring discovers parser beans through one interface.</a:t>
            </a:r>
          </a:p>
        </p:txBody>
      </p:sp>
      <p:sp>
        <p:nvSpPr>
          <p:cNvPr id="3" name="slide-number">
            <a:extLst xmlns:a="http://schemas.openxmlformats.org/drawingml/2006/main">
              <a:ext uri="{FF2B5EF4-FFF2-40B4-BE49-F238E27FC236}">
                <a16:creationId xmlns:a16="http://schemas.microsoft.com/office/drawing/2014/main" id="{46A5C296-3A19-49B4-85FC-DBE77F29AD46}"/>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5</a:t>
            </a:r>
          </a:p>
        </p:txBody>
      </p:sp>
      <p:sp>
        <p:nvSpPr>
          <p:cNvPr id="4" name="text-32">
            <a:extLst xmlns:a="http://schemas.openxmlformats.org/drawingml/2006/main">
              <a:ext uri="{FF2B5EF4-FFF2-40B4-BE49-F238E27FC236}">
                <a16:creationId xmlns:a16="http://schemas.microsoft.com/office/drawing/2014/main" id="{9CF352EC-94FB-47DD-9270-B9528D91E4FB}"/>
              </a:ext>
            </a:extLst>
          </p:cNvPr>
          <p:cNvSpPr>
            <a:spLocks xmlns:a="http://schemas.openxmlformats.org/drawingml/2006/main" noGrp="1"/>
          </p:cNvSpPr>
          <p:nvPr/>
        </p:nvSpPr>
        <p:spPr>
          <a:xfrm xmlns:a="http://schemas.openxmlformats.org/drawingml/2006/main">
            <a:off x="609600" y="2028825"/>
            <a:ext cx="6896100" cy="409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102A43"/>
                </a:solidFill>
                <a:latin typeface="DejaVu Sans Mono"/>
                <a:ea typeface="DejaVu Sans Mono"/>
                <a:cs typeface="DejaVu Sans Mono"/>
              </a:defRPr>
            </a:defPPr>
            <a:lvl1pPr algn="l">
              <a:buNone/>
              <a:defRPr sz="1725" b="0">
                <a:solidFill>
                  <a:srgbClr val="102A43"/>
                </a:solidFill>
                <a:latin typeface="DejaVu Sans Mono"/>
                <a:ea typeface="DejaVu Sans Mono"/>
                <a:cs typeface="DejaVu Sans Mono"/>
              </a:defRPr>
            </a:lvl1pPr>
            <a:lvl2pPr algn="l">
              <a:buNone/>
              <a:defRPr sz="1725" b="0">
                <a:solidFill>
                  <a:srgbClr val="102A43"/>
                </a:solidFill>
                <a:latin typeface="DejaVu Sans Mono"/>
                <a:ea typeface="DejaVu Sans Mono"/>
                <a:cs typeface="DejaVu Sans Mono"/>
              </a:defRPr>
            </a:lvl2pPr>
            <a:lvl3pPr algn="l">
              <a:buNone/>
              <a:defRPr sz="1725" b="0">
                <a:solidFill>
                  <a:srgbClr val="102A43"/>
                </a:solidFill>
                <a:latin typeface="DejaVu Sans Mono"/>
                <a:ea typeface="DejaVu Sans Mono"/>
                <a:cs typeface="DejaVu Sans Mono"/>
              </a:defRPr>
            </a:lvl3pPr>
            <a:lvl4pPr algn="l">
              <a:buNone/>
              <a:defRPr sz="1725" b="0">
                <a:solidFill>
                  <a:srgbClr val="102A43"/>
                </a:solidFill>
                <a:latin typeface="DejaVu Sans Mono"/>
                <a:ea typeface="DejaVu Sans Mono"/>
                <a:cs typeface="DejaVu Sans Mono"/>
              </a:defRPr>
            </a:lvl4pPr>
            <a:lvl5pPr algn="l">
              <a:buNone/>
              <a:defRPr sz="1725" b="0">
                <a:solidFill>
                  <a:srgbClr val="102A43"/>
                </a:solidFill>
                <a:latin typeface="DejaVu Sans Mono"/>
                <a:ea typeface="DejaVu Sans Mono"/>
                <a:cs typeface="DejaVu Sans Mono"/>
              </a:defRPr>
            </a:lvl5pPr>
            <a:lvl6pPr algn="l">
              <a:buNone/>
              <a:defRPr sz="1725" b="0">
                <a:solidFill>
                  <a:srgbClr val="102A43"/>
                </a:solidFill>
                <a:latin typeface="DejaVu Sans Mono"/>
                <a:ea typeface="DejaVu Sans Mono"/>
                <a:cs typeface="DejaVu Sans Mono"/>
              </a:defRPr>
            </a:lvl6pPr>
            <a:lvl7pPr algn="l">
              <a:buNone/>
              <a:defRPr sz="1725" b="0">
                <a:solidFill>
                  <a:srgbClr val="102A43"/>
                </a:solidFill>
                <a:latin typeface="DejaVu Sans Mono"/>
                <a:ea typeface="DejaVu Sans Mono"/>
                <a:cs typeface="DejaVu Sans Mono"/>
              </a:defRPr>
            </a:lvl7pPr>
            <a:lvl8pPr algn="l">
              <a:buNone/>
              <a:defRPr sz="1725" b="0">
                <a:solidFill>
                  <a:srgbClr val="102A43"/>
                </a:solidFill>
                <a:latin typeface="DejaVu Sans Mono"/>
                <a:ea typeface="DejaVu Sans Mono"/>
                <a:cs typeface="DejaVu Sans Mono"/>
              </a:defRPr>
            </a:lvl8pPr>
            <a:lvl9pPr algn="l">
              <a:buNone/>
              <a:defRPr sz="1725" b="0">
                <a:solidFill>
                  <a:srgbClr val="102A43"/>
                </a:solidFill>
                <a:latin typeface="DejaVu Sans Mono"/>
                <a:ea typeface="DejaVu Sans Mono"/>
                <a:cs typeface="DejaVu Sans Mono"/>
              </a:defRPr>
            </a:lvl9pPr>
          </a:lstStyle>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public interface FileFormatAdapter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Profile.Format format();</a:t>
            </a:r>
          </a:p>
          <a:p xmlns:a="http://schemas.openxmlformats.org/drawingml/2006/main">
            <a:r>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void read(</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Path file,</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Profile.Layout layout,</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Consumer&lt;SourceRecord&gt; consumer</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 throws IOException;</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a:t>
            </a:r>
          </a:p>
        </p:txBody>
      </p:sp>
      <p:sp>
        <p:nvSpPr>
          <p:cNvPr id="5" name="text-33">
            <a:extLst xmlns:a="http://schemas.openxmlformats.org/drawingml/2006/main">
              <a:ext uri="{FF2B5EF4-FFF2-40B4-BE49-F238E27FC236}">
                <a16:creationId xmlns:a16="http://schemas.microsoft.com/office/drawing/2014/main" id="{5AFE41E2-51B9-41F9-AF39-6670D56F33DE}"/>
              </a:ext>
            </a:extLst>
          </p:cNvPr>
          <p:cNvSpPr>
            <a:spLocks xmlns:a="http://schemas.openxmlformats.org/drawingml/2006/main" noGrp="1"/>
          </p:cNvSpPr>
          <p:nvPr/>
        </p:nvSpPr>
        <p:spPr>
          <a:xfrm xmlns:a="http://schemas.openxmlformats.org/drawingml/2006/main">
            <a:off x="8039100" y="2057400"/>
            <a:ext cx="3524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Own and close parser resources</a:t>
            </a:r>
          </a:p>
        </p:txBody>
      </p:sp>
      <p:sp>
        <p:nvSpPr>
          <p:cNvPr id="6" name="text-34">
            <a:extLst xmlns:a="http://schemas.openxmlformats.org/drawingml/2006/main">
              <a:ext uri="{FF2B5EF4-FFF2-40B4-BE49-F238E27FC236}">
                <a16:creationId xmlns:a16="http://schemas.microsoft.com/office/drawing/2014/main" id="{8E438BD6-9EE6-49DA-A5EB-7C9FA6CA8757}"/>
              </a:ext>
            </a:extLst>
          </p:cNvPr>
          <p:cNvSpPr>
            <a:spLocks xmlns:a="http://schemas.openxmlformats.org/drawingml/2006/main" noGrp="1"/>
          </p:cNvSpPr>
          <p:nvPr/>
        </p:nvSpPr>
        <p:spPr>
          <a:xfrm xmlns:a="http://schemas.openxmlformats.org/drawingml/2006/main">
            <a:off x="8039100" y="3181350"/>
            <a:ext cx="3524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Emit stable logical record numbers</a:t>
            </a:r>
          </a:p>
        </p:txBody>
      </p:sp>
      <p:sp>
        <p:nvSpPr>
          <p:cNvPr id="7" name="text-35">
            <a:extLst xmlns:a="http://schemas.openxmlformats.org/drawingml/2006/main">
              <a:ext uri="{FF2B5EF4-FFF2-40B4-BE49-F238E27FC236}">
                <a16:creationId xmlns:a16="http://schemas.microsoft.com/office/drawing/2014/main" id="{B0D04E21-817E-43C3-B0CD-F2AB3858289B}"/>
              </a:ext>
            </a:extLst>
          </p:cNvPr>
          <p:cNvSpPr>
            <a:spLocks xmlns:a="http://schemas.openxmlformats.org/drawingml/2006/main" noGrp="1"/>
          </p:cNvSpPr>
          <p:nvPr/>
        </p:nvSpPr>
        <p:spPr>
          <a:xfrm xmlns:a="http://schemas.openxmlformats.org/drawingml/2006/main">
            <a:off x="8039100" y="4305300"/>
            <a:ext cx="3524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Keep business mapping outside the parser</a:t>
            </a:r>
          </a:p>
        </p:txBody>
      </p:sp>
    </p:spTree>
    <p:extLst>
      <p:ext uri="{BB962C8B-B14F-4D97-AF65-F5344CB8AC3E}">
        <p14:creationId xmlns:p14="http://schemas.microsoft.com/office/powerpoint/2010/main" val="1711100506"/>
      </p:ext>
    </p:extLst>
  </p:cSld>
</p:sld>
</file>

<file path=ppt/slides/slide6.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136C3AE8-EB12-4107-990B-714CB2413E70}"/>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Supported file formats</a:t>
            </a:r>
          </a:p>
        </p:txBody>
      </p:sp>
      <p:sp>
        <p:nvSpPr>
          <p:cNvPr id="2" name="text-36">
            <a:extLst xmlns:a="http://schemas.openxmlformats.org/drawingml/2006/main">
              <a:ext uri="{FF2B5EF4-FFF2-40B4-BE49-F238E27FC236}">
                <a16:creationId xmlns:a16="http://schemas.microsoft.com/office/drawing/2014/main" id="{1FFB7708-8768-4ED1-AE58-F533CE7194E0}"/>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Profiles define record boundaries explicitly.</a:t>
            </a:r>
          </a:p>
        </p:txBody>
      </p:sp>
      <p:sp>
        <p:nvSpPr>
          <p:cNvPr id="3" name="slide-number">
            <a:extLst xmlns:a="http://schemas.openxmlformats.org/drawingml/2006/main">
              <a:ext uri="{FF2B5EF4-FFF2-40B4-BE49-F238E27FC236}">
                <a16:creationId xmlns:a16="http://schemas.microsoft.com/office/drawing/2014/main" id="{8EA668F1-B54B-4180-8F2F-5D440A9A07F9}"/>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6</a:t>
            </a:r>
          </a:p>
        </p:txBody>
      </p:sp>
      <p:graphicFrame>
        <p:nvGraphicFramePr>
          <p:cNvPr id="4" name="">
            <a:extLst xmlns:a="http://schemas.openxmlformats.org/drawingml/2006/main">
              <a:ext uri="{FF2B5EF4-FFF2-40B4-BE49-F238E27FC236}">
                <a16:creationId xmlns:a16="http://schemas.microsoft.com/office/drawing/2014/main" id="{2E040EC4-834A-4325-BB5D-5121B47E6766}"/>
              </a:ext>
            </a:extLst>
          </p:cNvPr>
          <p:cNvGraphicFramePr/>
          <p:nvPr/>
        </p:nvGraphicFramePr>
        <p:xfrm>
          <a:off xmlns:a="http://schemas.openxmlformats.org/drawingml/2006/main" x="609600" y="2000250"/>
          <a:ext xmlns:a="http://schemas.openxmlformats.org/drawingml/2006/main" cx="10972800" cy="4000500"/>
        </p:xfrm>
        <a:graphic xmlns:a="http://schemas.openxmlformats.org/drawingml/2006/main">
          <a:graphicData uri="http://schemas.openxmlformats.org/drawingml/2006/table">
            <a:tbl>
              <a:tblPr/>
              <a:tblGrid>
                <a:gridCol w="2238375"/>
                <a:gridCol w="3476625"/>
                <a:gridCol w="5257800"/>
              </a:tblGrid>
              <a:tr h="800100">
                <a:tc>
                  <a:txBody>
                    <a:bodyPr wrap="square" lIns="76200" tIns="76200" rIns="76200" bIns="76200">
                      <a:noAutofit/>
                    </a:bodyPr>
                    <a:lstStyle/>
                    <a:p>
                      <a:r>
                        <a:rPr sz="1800" b="1">
                          <a:solidFill>
                            <a:srgbClr val="FFFFFF"/>
                          </a:solidFill>
                          <a:latin typeface="DejaVu Sans"/>
                          <a:ea typeface="DejaVu Sans"/>
                          <a:cs typeface="DejaVu Sans"/>
                        </a:rPr>
                        <a:t>Adapter</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Record boundary</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Layout controls</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800100">
                <a:tc>
                  <a:txBody>
                    <a:bodyPr wrap="square" lIns="76200" tIns="76200" rIns="76200" bIns="76200">
                      <a:noAutofit/>
                    </a:bodyPr>
                    <a:lstStyle/>
                    <a:p>
                      <a:r>
                        <a:rPr sz="1800" b="0">
                          <a:solidFill>
                            <a:srgbClr val="102A43"/>
                          </a:solidFill>
                          <a:latin typeface="DejaVu Sans"/>
                          <a:ea typeface="DejaVu Sans"/>
                          <a:cs typeface="DejaVu Sans"/>
                        </a:rPr>
                        <a:t>Delimited</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CSV-aware record</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Delimiter, headers or columns</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800100">
                <a:tc>
                  <a:txBody>
                    <a:bodyPr wrap="square" lIns="76200" tIns="76200" rIns="76200" bIns="76200">
                      <a:noAutofit/>
                    </a:bodyPr>
                    <a:lstStyle/>
                    <a:p>
                      <a:r>
                        <a:rPr sz="1800" b="0">
                          <a:solidFill>
                            <a:srgbClr val="102A43"/>
                          </a:solidFill>
                          <a:latin typeface="DejaVu Sans"/>
                          <a:ea typeface="DejaVu Sans"/>
                          <a:cs typeface="DejaVu Sans"/>
                        </a:rPr>
                        <a:t>Fixed-width</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One physical line</a:t>
                      </a:r>
                    </a:p>
                  </a:txBody>
                  <a:tcPr marL="91440" marR="91440" marT="45720" marB="45720" anchor="ctr">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Character offsets and exact length</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800100">
                <a:tc>
                  <a:txBody>
                    <a:bodyPr wrap="square" lIns="76200" tIns="76200" rIns="76200" bIns="76200">
                      <a:noAutofit/>
                    </a:bodyPr>
                    <a:lstStyle/>
                    <a:p>
                      <a:r>
                        <a:rPr sz="1800" b="0">
                          <a:solidFill>
                            <a:srgbClr val="102A43"/>
                          </a:solidFill>
                          <a:latin typeface="DejaVu Sans"/>
                          <a:ea typeface="DejaVu Sans"/>
                          <a:cs typeface="DejaVu Sans"/>
                        </a:rPr>
                        <a:t>XML</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Selected element</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Absolute path and namespace aliases</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800100">
                <a:tc>
                  <a:txBody>
                    <a:bodyPr wrap="square" lIns="76200" tIns="76200" rIns="76200" bIns="76200">
                      <a:noAutofit/>
                    </a:bodyPr>
                    <a:lstStyle/>
                    <a:p>
                      <a:r>
                        <a:rPr sz="1800" b="0">
                          <a:solidFill>
                            <a:srgbClr val="102A43"/>
                          </a:solidFill>
                          <a:latin typeface="DejaVu Sans"/>
                          <a:ea typeface="DejaVu Sans"/>
                          <a:cs typeface="DejaVu Sans"/>
                        </a:rPr>
                        <a:t>JSON</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Object, array item or line</a:t>
                      </a:r>
                    </a:p>
                  </a:txBody>
                  <a:tcPr marL="91440" marR="91440" marT="45720" marB="45720" anchor="ctr">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OBJECT, ARRAY or LINES mode</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bl>
          </a:graphicData>
        </a:graphic>
      </p:graphicFrame>
    </p:spTree>
    <p:extLst>
      <p:ext uri="{BB962C8B-B14F-4D97-AF65-F5344CB8AC3E}">
        <p14:creationId xmlns:p14="http://schemas.microsoft.com/office/powerpoint/2010/main" val="410654095"/>
      </p:ext>
    </p:extLst>
  </p:cSld>
</p:sld>
</file>

<file path=ppt/slides/slide7.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D8643F59-CDCF-4A93-A109-656F0A87F509}"/>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Consent profile</a:t>
            </a:r>
          </a:p>
        </p:txBody>
      </p:sp>
      <p:sp>
        <p:nvSpPr>
          <p:cNvPr id="2" name="text-15">
            <a:extLst xmlns:a="http://schemas.openxmlformats.org/drawingml/2006/main">
              <a:ext uri="{FF2B5EF4-FFF2-40B4-BE49-F238E27FC236}">
                <a16:creationId xmlns:a16="http://schemas.microsoft.com/office/drawing/2014/main" id="{23DE8DDD-990B-4F1F-A95C-F49B205791D1}"/>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File syntax and consent rules can change independently.</a:t>
            </a:r>
          </a:p>
        </p:txBody>
      </p:sp>
      <p:sp>
        <p:nvSpPr>
          <p:cNvPr id="3" name="slide-number">
            <a:extLst xmlns:a="http://schemas.openxmlformats.org/drawingml/2006/main">
              <a:ext uri="{FF2B5EF4-FFF2-40B4-BE49-F238E27FC236}">
                <a16:creationId xmlns:a16="http://schemas.microsoft.com/office/drawing/2014/main" id="{97E76D47-8FE3-4D20-9B02-5587CA7788C2}"/>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7</a:t>
            </a:r>
          </a:p>
        </p:txBody>
      </p:sp>
      <p:sp>
        <p:nvSpPr>
          <p:cNvPr id="4" name="text-16">
            <a:extLst xmlns:a="http://schemas.openxmlformats.org/drawingml/2006/main">
              <a:ext uri="{FF2B5EF4-FFF2-40B4-BE49-F238E27FC236}">
                <a16:creationId xmlns:a16="http://schemas.microsoft.com/office/drawing/2014/main" id="{077E87FB-B8A6-4051-9668-30A996699F6B}"/>
              </a:ext>
            </a:extLst>
          </p:cNvPr>
          <p:cNvSpPr>
            <a:spLocks xmlns:a="http://schemas.openxmlformats.org/drawingml/2006/main" noGrp="1"/>
          </p:cNvSpPr>
          <p:nvPr/>
        </p:nvSpPr>
        <p:spPr>
          <a:xfrm xmlns:a="http://schemas.openxmlformats.org/drawingml/2006/main">
            <a:off x="609600" y="2028825"/>
            <a:ext cx="7048500" cy="409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102A43"/>
                </a:solidFill>
                <a:latin typeface="DejaVu Sans Mono"/>
                <a:ea typeface="DejaVu Sans Mono"/>
                <a:cs typeface="DejaVu Sans Mono"/>
              </a:defRPr>
            </a:defPPr>
            <a:lvl1pPr algn="l">
              <a:defRPr sz="1725" b="0">
                <a:solidFill>
                  <a:srgbClr val="102A43"/>
                </a:solidFill>
                <a:latin typeface="DejaVu Sans Mono"/>
                <a:ea typeface="DejaVu Sans Mono"/>
                <a:cs typeface="DejaVu Sans Mono"/>
              </a:defRPr>
            </a:lvl1pPr>
            <a:lvl2pPr algn="l">
              <a:defRPr sz="1725" b="0">
                <a:solidFill>
                  <a:srgbClr val="102A43"/>
                </a:solidFill>
                <a:latin typeface="DejaVu Sans Mono"/>
                <a:ea typeface="DejaVu Sans Mono"/>
                <a:cs typeface="DejaVu Sans Mono"/>
              </a:defRPr>
            </a:lvl2pPr>
            <a:lvl3pPr algn="l">
              <a:defRPr sz="1725" b="0">
                <a:solidFill>
                  <a:srgbClr val="102A43"/>
                </a:solidFill>
                <a:latin typeface="DejaVu Sans Mono"/>
                <a:ea typeface="DejaVu Sans Mono"/>
                <a:cs typeface="DejaVu Sans Mono"/>
              </a:defRPr>
            </a:lvl3pPr>
            <a:lvl4pPr algn="l">
              <a:defRPr sz="1725" b="0">
                <a:solidFill>
                  <a:srgbClr val="102A43"/>
                </a:solidFill>
                <a:latin typeface="DejaVu Sans Mono"/>
                <a:ea typeface="DejaVu Sans Mono"/>
                <a:cs typeface="DejaVu Sans Mono"/>
              </a:defRPr>
            </a:lvl4pPr>
            <a:lvl5pPr algn="l">
              <a:defRPr sz="1725" b="0">
                <a:solidFill>
                  <a:srgbClr val="102A43"/>
                </a:solidFill>
                <a:latin typeface="DejaVu Sans Mono"/>
                <a:ea typeface="DejaVu Sans Mono"/>
                <a:cs typeface="DejaVu Sans Mono"/>
              </a:defRPr>
            </a:lvl5pPr>
            <a:lvl6pPr algn="l">
              <a:defRPr sz="1725" b="0">
                <a:solidFill>
                  <a:srgbClr val="102A43"/>
                </a:solidFill>
                <a:latin typeface="DejaVu Sans Mono"/>
                <a:ea typeface="DejaVu Sans Mono"/>
                <a:cs typeface="DejaVu Sans Mono"/>
              </a:defRPr>
            </a:lvl6pPr>
            <a:lvl7pPr algn="l">
              <a:defRPr sz="1725" b="0">
                <a:solidFill>
                  <a:srgbClr val="102A43"/>
                </a:solidFill>
                <a:latin typeface="DejaVu Sans Mono"/>
                <a:ea typeface="DejaVu Sans Mono"/>
                <a:cs typeface="DejaVu Sans Mono"/>
              </a:defRPr>
            </a:lvl7pPr>
            <a:lvl8pPr algn="l">
              <a:defRPr sz="1725" b="0">
                <a:solidFill>
                  <a:srgbClr val="102A43"/>
                </a:solidFill>
                <a:latin typeface="DejaVu Sans Mono"/>
                <a:ea typeface="DejaVu Sans Mono"/>
                <a:cs typeface="DejaVu Sans Mono"/>
              </a:defRPr>
            </a:lvl8pPr>
            <a:lvl9pPr algn="l">
              <a:defRPr sz="1725" b="0">
                <a:solidFill>
                  <a:srgbClr val="102A43"/>
                </a:solidFill>
                <a:latin typeface="DejaVu Sans Mono"/>
                <a:ea typeface="DejaVu Sans Mono"/>
                <a:cs typeface="DejaVu Sans Mono"/>
              </a:defRPr>
            </a:lvl9pPr>
          </a:lstStyle>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id: cms-consent-csv-v1</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filename-pattern: "consent{,-header*}.csv"</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layout:</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format: DELIMITED</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charset: UTF-8</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delimiter: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header-mode: FIRST_RECORD</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consent:</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version: cms-consent-v1</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provider-target: PCDS</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payer-target: P2PDS</a:t>
            </a:r>
          </a:p>
        </p:txBody>
      </p:sp>
      <p:sp>
        <p:nvSpPr>
          <p:cNvPr id="5" name="text-17">
            <a:extLst xmlns:a="http://schemas.openxmlformats.org/drawingml/2006/main">
              <a:ext uri="{FF2B5EF4-FFF2-40B4-BE49-F238E27FC236}">
                <a16:creationId xmlns:a16="http://schemas.microsoft.com/office/drawing/2014/main" id="{C46DD67E-3041-4DC2-84C3-352DF476F87A}"/>
              </a:ext>
            </a:extLst>
          </p:cNvPr>
          <p:cNvSpPr>
            <a:spLocks xmlns:a="http://schemas.openxmlformats.org/drawingml/2006/main" noGrp="1"/>
          </p:cNvSpPr>
          <p:nvPr/>
        </p:nvSpPr>
        <p:spPr>
          <a:xfrm xmlns:a="http://schemas.openxmlformats.org/drawingml/2006/main">
            <a:off x="8096250" y="2057400"/>
            <a:ext cx="342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defRPr sz="1875" b="0">
                <a:solidFill>
                  <a:srgbClr val="102A43"/>
                </a:solidFill>
                <a:latin typeface="DejaVu Sans"/>
                <a:ea typeface="DejaVu Sans"/>
                <a:cs typeface="DejaVu Sans"/>
              </a:defRPr>
            </a:lvl1pPr>
            <a:lvl2pPr algn="l">
              <a:defRPr sz="1875" b="0">
                <a:solidFill>
                  <a:srgbClr val="102A43"/>
                </a:solidFill>
                <a:latin typeface="DejaVu Sans"/>
                <a:ea typeface="DejaVu Sans"/>
                <a:cs typeface="DejaVu Sans"/>
              </a:defRPr>
            </a:lvl2pPr>
            <a:lvl3pPr algn="l">
              <a:defRPr sz="1875" b="0">
                <a:solidFill>
                  <a:srgbClr val="102A43"/>
                </a:solidFill>
                <a:latin typeface="DejaVu Sans"/>
                <a:ea typeface="DejaVu Sans"/>
                <a:cs typeface="DejaVu Sans"/>
              </a:defRPr>
            </a:lvl3pPr>
            <a:lvl4pPr algn="l">
              <a:defRPr sz="1875" b="0">
                <a:solidFill>
                  <a:srgbClr val="102A43"/>
                </a:solidFill>
                <a:latin typeface="DejaVu Sans"/>
                <a:ea typeface="DejaVu Sans"/>
                <a:cs typeface="DejaVu Sans"/>
              </a:defRPr>
            </a:lvl4pPr>
            <a:lvl5pPr algn="l">
              <a:defRPr sz="1875" b="0">
                <a:solidFill>
                  <a:srgbClr val="102A43"/>
                </a:solidFill>
                <a:latin typeface="DejaVu Sans"/>
                <a:ea typeface="DejaVu Sans"/>
                <a:cs typeface="DejaVu Sans"/>
              </a:defRPr>
            </a:lvl5pPr>
            <a:lvl6pPr algn="l">
              <a:defRPr sz="1875" b="0">
                <a:solidFill>
                  <a:srgbClr val="102A43"/>
                </a:solidFill>
                <a:latin typeface="DejaVu Sans"/>
                <a:ea typeface="DejaVu Sans"/>
                <a:cs typeface="DejaVu Sans"/>
              </a:defRPr>
            </a:lvl6pPr>
            <a:lvl7pPr algn="l">
              <a:defRPr sz="1875" b="0">
                <a:solidFill>
                  <a:srgbClr val="102A43"/>
                </a:solidFill>
                <a:latin typeface="DejaVu Sans"/>
                <a:ea typeface="DejaVu Sans"/>
                <a:cs typeface="DejaVu Sans"/>
              </a:defRPr>
            </a:lvl7pPr>
            <a:lvl8pPr algn="l">
              <a:defRPr sz="1875" b="0">
                <a:solidFill>
                  <a:srgbClr val="102A43"/>
                </a:solidFill>
                <a:latin typeface="DejaVu Sans"/>
                <a:ea typeface="DejaVu Sans"/>
                <a:cs typeface="DejaVu Sans"/>
              </a:defRPr>
            </a:lvl8pPr>
            <a:lvl9pPr algn="l">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Layout defines record parsing</a:t>
            </a:r>
          </a:p>
        </p:txBody>
      </p:sp>
      <p:sp>
        <p:nvSpPr>
          <p:cNvPr id="6" name="text-18">
            <a:extLst xmlns:a="http://schemas.openxmlformats.org/drawingml/2006/main">
              <a:ext uri="{FF2B5EF4-FFF2-40B4-BE49-F238E27FC236}">
                <a16:creationId xmlns:a16="http://schemas.microsoft.com/office/drawing/2014/main" id="{43103208-6E1A-4C59-B59F-DA5B751B17A6}"/>
              </a:ext>
            </a:extLst>
          </p:cNvPr>
          <p:cNvSpPr>
            <a:spLocks xmlns:a="http://schemas.openxmlformats.org/drawingml/2006/main" noGrp="1"/>
          </p:cNvSpPr>
          <p:nvPr/>
        </p:nvSpPr>
        <p:spPr>
          <a:xfrm xmlns:a="http://schemas.openxmlformats.org/drawingml/2006/main">
            <a:off x="8096250" y="3181350"/>
            <a:ext cx="342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defRPr sz="1875" b="0">
                <a:solidFill>
                  <a:srgbClr val="102A43"/>
                </a:solidFill>
                <a:latin typeface="DejaVu Sans"/>
                <a:ea typeface="DejaVu Sans"/>
                <a:cs typeface="DejaVu Sans"/>
              </a:defRPr>
            </a:lvl1pPr>
            <a:lvl2pPr algn="l">
              <a:defRPr sz="1875" b="0">
                <a:solidFill>
                  <a:srgbClr val="102A43"/>
                </a:solidFill>
                <a:latin typeface="DejaVu Sans"/>
                <a:ea typeface="DejaVu Sans"/>
                <a:cs typeface="DejaVu Sans"/>
              </a:defRPr>
            </a:lvl2pPr>
            <a:lvl3pPr algn="l">
              <a:defRPr sz="1875" b="0">
                <a:solidFill>
                  <a:srgbClr val="102A43"/>
                </a:solidFill>
                <a:latin typeface="DejaVu Sans"/>
                <a:ea typeface="DejaVu Sans"/>
                <a:cs typeface="DejaVu Sans"/>
              </a:defRPr>
            </a:lvl3pPr>
            <a:lvl4pPr algn="l">
              <a:defRPr sz="1875" b="0">
                <a:solidFill>
                  <a:srgbClr val="102A43"/>
                </a:solidFill>
                <a:latin typeface="DejaVu Sans"/>
                <a:ea typeface="DejaVu Sans"/>
                <a:cs typeface="DejaVu Sans"/>
              </a:defRPr>
            </a:lvl4pPr>
            <a:lvl5pPr algn="l">
              <a:defRPr sz="1875" b="0">
                <a:solidFill>
                  <a:srgbClr val="102A43"/>
                </a:solidFill>
                <a:latin typeface="DejaVu Sans"/>
                <a:ea typeface="DejaVu Sans"/>
                <a:cs typeface="DejaVu Sans"/>
              </a:defRPr>
            </a:lvl5pPr>
            <a:lvl6pPr algn="l">
              <a:defRPr sz="1875" b="0">
                <a:solidFill>
                  <a:srgbClr val="102A43"/>
                </a:solidFill>
                <a:latin typeface="DejaVu Sans"/>
                <a:ea typeface="DejaVu Sans"/>
                <a:cs typeface="DejaVu Sans"/>
              </a:defRPr>
            </a:lvl6pPr>
            <a:lvl7pPr algn="l">
              <a:defRPr sz="1875" b="0">
                <a:solidFill>
                  <a:srgbClr val="102A43"/>
                </a:solidFill>
                <a:latin typeface="DejaVu Sans"/>
                <a:ea typeface="DejaVu Sans"/>
                <a:cs typeface="DejaVu Sans"/>
              </a:defRPr>
            </a:lvl7pPr>
            <a:lvl8pPr algn="l">
              <a:defRPr sz="1875" b="0">
                <a:solidFill>
                  <a:srgbClr val="102A43"/>
                </a:solidFill>
                <a:latin typeface="DejaVu Sans"/>
                <a:ea typeface="DejaVu Sans"/>
                <a:cs typeface="DejaVu Sans"/>
              </a:defRPr>
            </a:lvl8pPr>
            <a:lvl9pPr algn="l">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Consent rules replace generic mappings</a:t>
            </a:r>
          </a:p>
        </p:txBody>
      </p:sp>
      <p:sp>
        <p:nvSpPr>
          <p:cNvPr id="7" name="text-19">
            <a:extLst xmlns:a="http://schemas.openxmlformats.org/drawingml/2006/main">
              <a:ext uri="{FF2B5EF4-FFF2-40B4-BE49-F238E27FC236}">
                <a16:creationId xmlns:a16="http://schemas.microsoft.com/office/drawing/2014/main" id="{AC6CE901-17F0-4DC6-B471-C5649AFDDF72}"/>
              </a:ext>
            </a:extLst>
          </p:cNvPr>
          <p:cNvSpPr>
            <a:spLocks xmlns:a="http://schemas.openxmlformats.org/drawingml/2006/main" noGrp="1"/>
          </p:cNvSpPr>
          <p:nvPr/>
        </p:nvSpPr>
        <p:spPr>
          <a:xfrm xmlns:a="http://schemas.openxmlformats.org/drawingml/2006/main">
            <a:off x="8096250" y="4305300"/>
            <a:ext cx="342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defRPr sz="1875" b="0">
                <a:solidFill>
                  <a:srgbClr val="102A43"/>
                </a:solidFill>
                <a:latin typeface="DejaVu Sans"/>
                <a:ea typeface="DejaVu Sans"/>
                <a:cs typeface="DejaVu Sans"/>
              </a:defRPr>
            </a:lvl1pPr>
            <a:lvl2pPr algn="l">
              <a:defRPr sz="1875" b="0">
                <a:solidFill>
                  <a:srgbClr val="102A43"/>
                </a:solidFill>
                <a:latin typeface="DejaVu Sans"/>
                <a:ea typeface="DejaVu Sans"/>
                <a:cs typeface="DejaVu Sans"/>
              </a:defRPr>
            </a:lvl2pPr>
            <a:lvl3pPr algn="l">
              <a:defRPr sz="1875" b="0">
                <a:solidFill>
                  <a:srgbClr val="102A43"/>
                </a:solidFill>
                <a:latin typeface="DejaVu Sans"/>
                <a:ea typeface="DejaVu Sans"/>
                <a:cs typeface="DejaVu Sans"/>
              </a:defRPr>
            </a:lvl3pPr>
            <a:lvl4pPr algn="l">
              <a:defRPr sz="1875" b="0">
                <a:solidFill>
                  <a:srgbClr val="102A43"/>
                </a:solidFill>
                <a:latin typeface="DejaVu Sans"/>
                <a:ea typeface="DejaVu Sans"/>
                <a:cs typeface="DejaVu Sans"/>
              </a:defRPr>
            </a:lvl4pPr>
            <a:lvl5pPr algn="l">
              <a:defRPr sz="1875" b="0">
                <a:solidFill>
                  <a:srgbClr val="102A43"/>
                </a:solidFill>
                <a:latin typeface="DejaVu Sans"/>
                <a:ea typeface="DejaVu Sans"/>
                <a:cs typeface="DejaVu Sans"/>
              </a:defRPr>
            </a:lvl5pPr>
            <a:lvl6pPr algn="l">
              <a:defRPr sz="1875" b="0">
                <a:solidFill>
                  <a:srgbClr val="102A43"/>
                </a:solidFill>
                <a:latin typeface="DejaVu Sans"/>
                <a:ea typeface="DejaVu Sans"/>
                <a:cs typeface="DejaVu Sans"/>
              </a:defRPr>
            </a:lvl6pPr>
            <a:lvl7pPr algn="l">
              <a:defRPr sz="1875" b="0">
                <a:solidFill>
                  <a:srgbClr val="102A43"/>
                </a:solidFill>
                <a:latin typeface="DejaVu Sans"/>
                <a:ea typeface="DejaVu Sans"/>
                <a:cs typeface="DejaVu Sans"/>
              </a:defRPr>
            </a:lvl7pPr>
            <a:lvl8pPr algn="l">
              <a:defRPr sz="1875" b="0">
                <a:solidFill>
                  <a:srgbClr val="102A43"/>
                </a:solidFill>
                <a:latin typeface="DejaVu Sans"/>
                <a:ea typeface="DejaVu Sans"/>
                <a:cs typeface="DejaVu Sans"/>
              </a:defRPr>
            </a:lvl8pPr>
            <a:lvl9pPr algn="l">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Other formats share the rules anchor</a:t>
            </a:r>
          </a:p>
        </p:txBody>
      </p:sp>
    </p:spTree>
    <p:extLst>
      <p:ext uri="{BB962C8B-B14F-4D97-AF65-F5344CB8AC3E}">
        <p14:creationId xmlns:p14="http://schemas.microsoft.com/office/powerpoint/2010/main" val="1828230960"/>
      </p:ext>
    </p:extLst>
  </p:cSld>
</p:sld>
</file>

<file path=ppt/slides/slide8.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E8897C2D-21A2-431C-ACA9-12545542E51A}"/>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Normalized member row</a:t>
            </a:r>
          </a:p>
        </p:txBody>
      </p:sp>
      <p:sp>
        <p:nvSpPr>
          <p:cNvPr id="2" name="text-20">
            <a:extLst xmlns:a="http://schemas.openxmlformats.org/drawingml/2006/main">
              <a:ext uri="{FF2B5EF4-FFF2-40B4-BE49-F238E27FC236}">
                <a16:creationId xmlns:a16="http://schemas.microsoft.com/office/drawing/2014/main" id="{128FFF1C-73D9-40A2-A50F-0D32B73EFCB4}"/>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All adapters supply strings with the same business field names.</a:t>
            </a:r>
          </a:p>
        </p:txBody>
      </p:sp>
      <p:sp>
        <p:nvSpPr>
          <p:cNvPr id="3" name="slide-number">
            <a:extLst xmlns:a="http://schemas.openxmlformats.org/drawingml/2006/main">
              <a:ext uri="{FF2B5EF4-FFF2-40B4-BE49-F238E27FC236}">
                <a16:creationId xmlns:a16="http://schemas.microsoft.com/office/drawing/2014/main" id="{0CC23CE0-8D03-4691-BB9F-F6224CDA8DC7}"/>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8</a:t>
            </a:r>
          </a:p>
        </p:txBody>
      </p:sp>
      <p:sp>
        <p:nvSpPr>
          <p:cNvPr id="4" name="text-21">
            <a:extLst xmlns:a="http://schemas.openxmlformats.org/drawingml/2006/main">
              <a:ext uri="{FF2B5EF4-FFF2-40B4-BE49-F238E27FC236}">
                <a16:creationId xmlns:a16="http://schemas.microsoft.com/office/drawing/2014/main" id="{EF3E4E8B-94C1-487F-8ECF-57E97D9C8BEE}"/>
              </a:ext>
            </a:extLst>
          </p:cNvPr>
          <p:cNvSpPr>
            <a:spLocks xmlns:a="http://schemas.openxmlformats.org/drawingml/2006/main" noGrp="1"/>
          </p:cNvSpPr>
          <p:nvPr/>
        </p:nvSpPr>
        <p:spPr>
          <a:xfrm xmlns:a="http://schemas.openxmlformats.org/drawingml/2006/main">
            <a:off x="609600" y="2000250"/>
            <a:ext cx="51911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007F86"/>
                </a:solidFill>
                <a:latin typeface="DejaVu Sans"/>
                <a:ea typeface="DejaVu Sans"/>
                <a:cs typeface="DejaVu Sans"/>
              </a:defRPr>
            </a:defPPr>
            <a:lvl1pPr algn="l">
              <a:defRPr sz="1875" b="1">
                <a:solidFill>
                  <a:srgbClr val="007F86"/>
                </a:solidFill>
                <a:latin typeface="DejaVu Sans"/>
                <a:ea typeface="DejaVu Sans"/>
                <a:cs typeface="DejaVu Sans"/>
              </a:defRPr>
            </a:lvl1pPr>
            <a:lvl2pPr algn="l">
              <a:defRPr sz="1875" b="1">
                <a:solidFill>
                  <a:srgbClr val="007F86"/>
                </a:solidFill>
                <a:latin typeface="DejaVu Sans"/>
                <a:ea typeface="DejaVu Sans"/>
                <a:cs typeface="DejaVu Sans"/>
              </a:defRPr>
            </a:lvl2pPr>
            <a:lvl3pPr algn="l">
              <a:defRPr sz="1875" b="1">
                <a:solidFill>
                  <a:srgbClr val="007F86"/>
                </a:solidFill>
                <a:latin typeface="DejaVu Sans"/>
                <a:ea typeface="DejaVu Sans"/>
                <a:cs typeface="DejaVu Sans"/>
              </a:defRPr>
            </a:lvl3pPr>
            <a:lvl4pPr algn="l">
              <a:defRPr sz="1875" b="1">
                <a:solidFill>
                  <a:srgbClr val="007F86"/>
                </a:solidFill>
                <a:latin typeface="DejaVu Sans"/>
                <a:ea typeface="DejaVu Sans"/>
                <a:cs typeface="DejaVu Sans"/>
              </a:defRPr>
            </a:lvl4pPr>
            <a:lvl5pPr algn="l">
              <a:defRPr sz="1875" b="1">
                <a:solidFill>
                  <a:srgbClr val="007F86"/>
                </a:solidFill>
                <a:latin typeface="DejaVu Sans"/>
                <a:ea typeface="DejaVu Sans"/>
                <a:cs typeface="DejaVu Sans"/>
              </a:defRPr>
            </a:lvl5pPr>
            <a:lvl6pPr algn="l">
              <a:defRPr sz="1875" b="1">
                <a:solidFill>
                  <a:srgbClr val="007F86"/>
                </a:solidFill>
                <a:latin typeface="DejaVu Sans"/>
                <a:ea typeface="DejaVu Sans"/>
                <a:cs typeface="DejaVu Sans"/>
              </a:defRPr>
            </a:lvl6pPr>
            <a:lvl7pPr algn="l">
              <a:defRPr sz="1875" b="1">
                <a:solidFill>
                  <a:srgbClr val="007F86"/>
                </a:solidFill>
                <a:latin typeface="DejaVu Sans"/>
                <a:ea typeface="DejaVu Sans"/>
                <a:cs typeface="DejaVu Sans"/>
              </a:defRPr>
            </a:lvl7pPr>
            <a:lvl8pPr algn="l">
              <a:defRPr sz="1875" b="1">
                <a:solidFill>
                  <a:srgbClr val="007F86"/>
                </a:solidFill>
                <a:latin typeface="DejaVu Sans"/>
                <a:ea typeface="DejaVu Sans"/>
                <a:cs typeface="DejaVu Sans"/>
              </a:defRPr>
            </a:lvl8pPr>
            <a:lvl9pPr algn="l">
              <a:defRPr sz="1875" b="1">
                <a:solidFill>
                  <a:srgbClr val="007F86"/>
                </a:solidFill>
                <a:latin typeface="DejaVu Sans"/>
                <a:ea typeface="DejaVu Sans"/>
                <a:cs typeface="DejaVu Sans"/>
              </a:defRPr>
            </a:lvl9pPr>
          </a:lstStyle>
          <a:p xmlns:a="http://schemas.openxmlformats.org/drawingml/2006/main">
            <a:pPr algn="l">
              <a:lnSpc>
                <a:spcPct val="115000"/>
              </a:lnSpc>
              <a:buNone/>
              <a:defRPr sz="1875" b="1">
                <a:solidFill>
                  <a:srgbClr val="007F86"/>
                </a:solidFill>
                <a:latin typeface="DejaVu Sans"/>
                <a:ea typeface="DejaVu Sans"/>
                <a:cs typeface="DejaVu Sans"/>
              </a:defRPr>
            </a:pPr>
            <a:r>
              <a:rPr sz="1875" b="1">
                <a:solidFill>
                  <a:srgbClr val="007F86"/>
                </a:solidFill>
                <a:latin typeface="DejaVu Sans"/>
                <a:ea typeface="DejaVu Sans"/>
                <a:cs typeface="DejaVu Sans"/>
              </a:rPr>
              <a:t>CSV excerpt</a:t>
            </a:r>
          </a:p>
        </p:txBody>
      </p:sp>
      <p:sp>
        <p:nvSpPr>
          <p:cNvPr id="5" name="text-22">
            <a:extLst xmlns:a="http://schemas.openxmlformats.org/drawingml/2006/main">
              <a:ext uri="{FF2B5EF4-FFF2-40B4-BE49-F238E27FC236}">
                <a16:creationId xmlns:a16="http://schemas.microsoft.com/office/drawing/2014/main" id="{884C4069-2B7C-4248-9E83-0172234D33C5}"/>
              </a:ext>
            </a:extLst>
          </p:cNvPr>
          <p:cNvSpPr>
            <a:spLocks xmlns:a="http://schemas.openxmlformats.org/drawingml/2006/main" noGrp="1"/>
          </p:cNvSpPr>
          <p:nvPr/>
        </p:nvSpPr>
        <p:spPr>
          <a:xfrm xmlns:a="http://schemas.openxmlformats.org/drawingml/2006/main">
            <a:off x="6381750" y="2000250"/>
            <a:ext cx="5200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007F86"/>
                </a:solidFill>
                <a:latin typeface="DejaVu Sans"/>
                <a:ea typeface="DejaVu Sans"/>
                <a:cs typeface="DejaVu Sans"/>
              </a:defRPr>
            </a:defPPr>
            <a:lvl1pPr algn="l">
              <a:defRPr sz="1875" b="1">
                <a:solidFill>
                  <a:srgbClr val="007F86"/>
                </a:solidFill>
                <a:latin typeface="DejaVu Sans"/>
                <a:ea typeface="DejaVu Sans"/>
                <a:cs typeface="DejaVu Sans"/>
              </a:defRPr>
            </a:lvl1pPr>
            <a:lvl2pPr algn="l">
              <a:defRPr sz="1875" b="1">
                <a:solidFill>
                  <a:srgbClr val="007F86"/>
                </a:solidFill>
                <a:latin typeface="DejaVu Sans"/>
                <a:ea typeface="DejaVu Sans"/>
                <a:cs typeface="DejaVu Sans"/>
              </a:defRPr>
            </a:lvl2pPr>
            <a:lvl3pPr algn="l">
              <a:defRPr sz="1875" b="1">
                <a:solidFill>
                  <a:srgbClr val="007F86"/>
                </a:solidFill>
                <a:latin typeface="DejaVu Sans"/>
                <a:ea typeface="DejaVu Sans"/>
                <a:cs typeface="DejaVu Sans"/>
              </a:defRPr>
            </a:lvl3pPr>
            <a:lvl4pPr algn="l">
              <a:defRPr sz="1875" b="1">
                <a:solidFill>
                  <a:srgbClr val="007F86"/>
                </a:solidFill>
                <a:latin typeface="DejaVu Sans"/>
                <a:ea typeface="DejaVu Sans"/>
                <a:cs typeface="DejaVu Sans"/>
              </a:defRPr>
            </a:lvl4pPr>
            <a:lvl5pPr algn="l">
              <a:defRPr sz="1875" b="1">
                <a:solidFill>
                  <a:srgbClr val="007F86"/>
                </a:solidFill>
                <a:latin typeface="DejaVu Sans"/>
                <a:ea typeface="DejaVu Sans"/>
                <a:cs typeface="DejaVu Sans"/>
              </a:defRPr>
            </a:lvl5pPr>
            <a:lvl6pPr algn="l">
              <a:defRPr sz="1875" b="1">
                <a:solidFill>
                  <a:srgbClr val="007F86"/>
                </a:solidFill>
                <a:latin typeface="DejaVu Sans"/>
                <a:ea typeface="DejaVu Sans"/>
                <a:cs typeface="DejaVu Sans"/>
              </a:defRPr>
            </a:lvl6pPr>
            <a:lvl7pPr algn="l">
              <a:defRPr sz="1875" b="1">
                <a:solidFill>
                  <a:srgbClr val="007F86"/>
                </a:solidFill>
                <a:latin typeface="DejaVu Sans"/>
                <a:ea typeface="DejaVu Sans"/>
                <a:cs typeface="DejaVu Sans"/>
              </a:defRPr>
            </a:lvl7pPr>
            <a:lvl8pPr algn="l">
              <a:defRPr sz="1875" b="1">
                <a:solidFill>
                  <a:srgbClr val="007F86"/>
                </a:solidFill>
                <a:latin typeface="DejaVu Sans"/>
                <a:ea typeface="DejaVu Sans"/>
                <a:cs typeface="DejaVu Sans"/>
              </a:defRPr>
            </a:lvl8pPr>
            <a:lvl9pPr algn="l">
              <a:defRPr sz="1875" b="1">
                <a:solidFill>
                  <a:srgbClr val="007F86"/>
                </a:solidFill>
                <a:latin typeface="DejaVu Sans"/>
                <a:ea typeface="DejaVu Sans"/>
                <a:cs typeface="DejaVu Sans"/>
              </a:defRPr>
            </a:lvl9pPr>
          </a:lstStyle>
          <a:p xmlns:a="http://schemas.openxmlformats.org/drawingml/2006/main">
            <a:pPr algn="l">
              <a:lnSpc>
                <a:spcPct val="115000"/>
              </a:lnSpc>
              <a:buNone/>
              <a:defRPr sz="1875" b="1">
                <a:solidFill>
                  <a:srgbClr val="007F86"/>
                </a:solidFill>
                <a:latin typeface="DejaVu Sans"/>
                <a:ea typeface="DejaVu Sans"/>
                <a:cs typeface="DejaVu Sans"/>
              </a:defRPr>
            </a:pPr>
            <a:r>
              <a:rPr sz="1875" b="1">
                <a:solidFill>
                  <a:srgbClr val="007F86"/>
                </a:solidFill>
                <a:latin typeface="DejaVu Sans"/>
                <a:ea typeface="DejaVu Sans"/>
                <a:cs typeface="DejaVu Sans"/>
              </a:rPr>
              <a:t>SourceRecord payload excerpt</a:t>
            </a:r>
          </a:p>
        </p:txBody>
      </p:sp>
      <p:sp>
        <p:nvSpPr>
          <p:cNvPr id="6" name="text-23">
            <a:extLst xmlns:a="http://schemas.openxmlformats.org/drawingml/2006/main">
              <a:ext uri="{FF2B5EF4-FFF2-40B4-BE49-F238E27FC236}">
                <a16:creationId xmlns:a16="http://schemas.microsoft.com/office/drawing/2014/main" id="{DFE1E70F-0C67-46EA-A7AB-347ADF5D8F4D}"/>
              </a:ext>
            </a:extLst>
          </p:cNvPr>
          <p:cNvSpPr>
            <a:spLocks xmlns:a="http://schemas.openxmlformats.org/drawingml/2006/main" noGrp="1"/>
          </p:cNvSpPr>
          <p:nvPr/>
        </p:nvSpPr>
        <p:spPr>
          <a:xfrm xmlns:a="http://schemas.openxmlformats.org/drawingml/2006/main">
            <a:off x="609600" y="2533650"/>
            <a:ext cx="5191125" cy="3352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102A43"/>
                </a:solidFill>
                <a:latin typeface="DejaVu Sans Mono"/>
                <a:ea typeface="DejaVu Sans Mono"/>
                <a:cs typeface="DejaVu Sans Mono"/>
              </a:defRPr>
            </a:defPPr>
            <a:lvl1pPr algn="l">
              <a:defRPr sz="1725" b="0">
                <a:solidFill>
                  <a:srgbClr val="102A43"/>
                </a:solidFill>
                <a:latin typeface="DejaVu Sans Mono"/>
                <a:ea typeface="DejaVu Sans Mono"/>
                <a:cs typeface="DejaVu Sans Mono"/>
              </a:defRPr>
            </a:lvl1pPr>
            <a:lvl2pPr algn="l">
              <a:defRPr sz="1725" b="0">
                <a:solidFill>
                  <a:srgbClr val="102A43"/>
                </a:solidFill>
                <a:latin typeface="DejaVu Sans Mono"/>
                <a:ea typeface="DejaVu Sans Mono"/>
                <a:cs typeface="DejaVu Sans Mono"/>
              </a:defRPr>
            </a:lvl2pPr>
            <a:lvl3pPr algn="l">
              <a:defRPr sz="1725" b="0">
                <a:solidFill>
                  <a:srgbClr val="102A43"/>
                </a:solidFill>
                <a:latin typeface="DejaVu Sans Mono"/>
                <a:ea typeface="DejaVu Sans Mono"/>
                <a:cs typeface="DejaVu Sans Mono"/>
              </a:defRPr>
            </a:lvl3pPr>
            <a:lvl4pPr algn="l">
              <a:defRPr sz="1725" b="0">
                <a:solidFill>
                  <a:srgbClr val="102A43"/>
                </a:solidFill>
                <a:latin typeface="DejaVu Sans Mono"/>
                <a:ea typeface="DejaVu Sans Mono"/>
                <a:cs typeface="DejaVu Sans Mono"/>
              </a:defRPr>
            </a:lvl4pPr>
            <a:lvl5pPr algn="l">
              <a:defRPr sz="1725" b="0">
                <a:solidFill>
                  <a:srgbClr val="102A43"/>
                </a:solidFill>
                <a:latin typeface="DejaVu Sans Mono"/>
                <a:ea typeface="DejaVu Sans Mono"/>
                <a:cs typeface="DejaVu Sans Mono"/>
              </a:defRPr>
            </a:lvl5pPr>
            <a:lvl6pPr algn="l">
              <a:defRPr sz="1725" b="0">
                <a:solidFill>
                  <a:srgbClr val="102A43"/>
                </a:solidFill>
                <a:latin typeface="DejaVu Sans Mono"/>
                <a:ea typeface="DejaVu Sans Mono"/>
                <a:cs typeface="DejaVu Sans Mono"/>
              </a:defRPr>
            </a:lvl6pPr>
            <a:lvl7pPr algn="l">
              <a:defRPr sz="1725" b="0">
                <a:solidFill>
                  <a:srgbClr val="102A43"/>
                </a:solidFill>
                <a:latin typeface="DejaVu Sans Mono"/>
                <a:ea typeface="DejaVu Sans Mono"/>
                <a:cs typeface="DejaVu Sans Mono"/>
              </a:defRPr>
            </a:lvl7pPr>
            <a:lvl8pPr algn="l">
              <a:defRPr sz="1725" b="0">
                <a:solidFill>
                  <a:srgbClr val="102A43"/>
                </a:solidFill>
                <a:latin typeface="DejaVu Sans Mono"/>
                <a:ea typeface="DejaVu Sans Mono"/>
                <a:cs typeface="DejaVu Sans Mono"/>
              </a:defRPr>
            </a:lvl8pPr>
            <a:lvl9pPr algn="l">
              <a:defRPr sz="1725" b="0">
                <a:solidFill>
                  <a:srgbClr val="102A43"/>
                </a:solidFill>
                <a:latin typeface="DejaVu Sans Mono"/>
                <a:ea typeface="DejaVu Sans Mono"/>
                <a:cs typeface="DejaVu Sans Mono"/>
              </a:defRPr>
            </a:lvl9pPr>
          </a:lstStyle>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EXTERNAL_CONTRACT_ID,...</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SYN-1001,...</a:t>
            </a:r>
          </a:p>
          <a:p xmlns:a="http://schemas.openxmlformats.org/drawingml/2006/main">
            <a:r>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PROVIDER_CLINICAL_CONSENT_</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PREFERENCE = RVOKE</a:t>
            </a:r>
          </a:p>
          <a:p xmlns:a="http://schemas.openxmlformats.org/drawingml/2006/main">
            <a:r>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PAYER_CONSENT_</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PREFERENCE = GRANT</a:t>
            </a:r>
          </a:p>
        </p:txBody>
      </p:sp>
      <p:sp>
        <p:nvSpPr>
          <p:cNvPr id="7" name="text-24">
            <a:extLst xmlns:a="http://schemas.openxmlformats.org/drawingml/2006/main">
              <a:ext uri="{FF2B5EF4-FFF2-40B4-BE49-F238E27FC236}">
                <a16:creationId xmlns:a16="http://schemas.microsoft.com/office/drawing/2014/main" id="{E8471B5A-3F29-44D9-956E-36DF1DC77FF2}"/>
              </a:ext>
            </a:extLst>
          </p:cNvPr>
          <p:cNvSpPr>
            <a:spLocks xmlns:a="http://schemas.openxmlformats.org/drawingml/2006/main" noGrp="1"/>
          </p:cNvSpPr>
          <p:nvPr/>
        </p:nvSpPr>
        <p:spPr>
          <a:xfrm xmlns:a="http://schemas.openxmlformats.org/drawingml/2006/main">
            <a:off x="6381750" y="2533650"/>
            <a:ext cx="5200650" cy="3352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102A43"/>
                </a:solidFill>
                <a:latin typeface="DejaVu Sans Mono"/>
                <a:ea typeface="DejaVu Sans Mono"/>
                <a:cs typeface="DejaVu Sans Mono"/>
              </a:defRPr>
            </a:defPPr>
            <a:lvl1pPr algn="l">
              <a:defRPr sz="1725" b="0">
                <a:solidFill>
                  <a:srgbClr val="102A43"/>
                </a:solidFill>
                <a:latin typeface="DejaVu Sans Mono"/>
                <a:ea typeface="DejaVu Sans Mono"/>
                <a:cs typeface="DejaVu Sans Mono"/>
              </a:defRPr>
            </a:lvl1pPr>
            <a:lvl2pPr algn="l">
              <a:defRPr sz="1725" b="0">
                <a:solidFill>
                  <a:srgbClr val="102A43"/>
                </a:solidFill>
                <a:latin typeface="DejaVu Sans Mono"/>
                <a:ea typeface="DejaVu Sans Mono"/>
                <a:cs typeface="DejaVu Sans Mono"/>
              </a:defRPr>
            </a:lvl2pPr>
            <a:lvl3pPr algn="l">
              <a:defRPr sz="1725" b="0">
                <a:solidFill>
                  <a:srgbClr val="102A43"/>
                </a:solidFill>
                <a:latin typeface="DejaVu Sans Mono"/>
                <a:ea typeface="DejaVu Sans Mono"/>
                <a:cs typeface="DejaVu Sans Mono"/>
              </a:defRPr>
            </a:lvl3pPr>
            <a:lvl4pPr algn="l">
              <a:defRPr sz="1725" b="0">
                <a:solidFill>
                  <a:srgbClr val="102A43"/>
                </a:solidFill>
                <a:latin typeface="DejaVu Sans Mono"/>
                <a:ea typeface="DejaVu Sans Mono"/>
                <a:cs typeface="DejaVu Sans Mono"/>
              </a:defRPr>
            </a:lvl4pPr>
            <a:lvl5pPr algn="l">
              <a:defRPr sz="1725" b="0">
                <a:solidFill>
                  <a:srgbClr val="102A43"/>
                </a:solidFill>
                <a:latin typeface="DejaVu Sans Mono"/>
                <a:ea typeface="DejaVu Sans Mono"/>
                <a:cs typeface="DejaVu Sans Mono"/>
              </a:defRPr>
            </a:lvl5pPr>
            <a:lvl6pPr algn="l">
              <a:defRPr sz="1725" b="0">
                <a:solidFill>
                  <a:srgbClr val="102A43"/>
                </a:solidFill>
                <a:latin typeface="DejaVu Sans Mono"/>
                <a:ea typeface="DejaVu Sans Mono"/>
                <a:cs typeface="DejaVu Sans Mono"/>
              </a:defRPr>
            </a:lvl6pPr>
            <a:lvl7pPr algn="l">
              <a:defRPr sz="1725" b="0">
                <a:solidFill>
                  <a:srgbClr val="102A43"/>
                </a:solidFill>
                <a:latin typeface="DejaVu Sans Mono"/>
                <a:ea typeface="DejaVu Sans Mono"/>
                <a:cs typeface="DejaVu Sans Mono"/>
              </a:defRPr>
            </a:lvl7pPr>
            <a:lvl8pPr algn="l">
              <a:defRPr sz="1725" b="0">
                <a:solidFill>
                  <a:srgbClr val="102A43"/>
                </a:solidFill>
                <a:latin typeface="DejaVu Sans Mono"/>
                <a:ea typeface="DejaVu Sans Mono"/>
                <a:cs typeface="DejaVu Sans Mono"/>
              </a:defRPr>
            </a:lvl8pPr>
            <a:lvl9pPr algn="l">
              <a:defRPr sz="1725" b="0">
                <a:solidFill>
                  <a:srgbClr val="102A43"/>
                </a:solidFill>
                <a:latin typeface="DejaVu Sans Mono"/>
                <a:ea typeface="DejaVu Sans Mono"/>
                <a:cs typeface="DejaVu Sans Mono"/>
              </a:defRPr>
            </a:lvl9pPr>
          </a:lstStyle>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"EXTERNAL_CONTRACT_ID":</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"SYN-1001",</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"RELATIONSHIP_CODE": "SELF",</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"FIRST_NAME": "Alex",</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"LAST_NAME": "Example"</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a:t>
            </a:r>
          </a:p>
        </p:txBody>
      </p:sp>
      <p:sp>
        <p:nvSpPr>
          <p:cNvPr id="8" name="text-25">
            <a:extLst xmlns:a="http://schemas.openxmlformats.org/drawingml/2006/main">
              <a:ext uri="{FF2B5EF4-FFF2-40B4-BE49-F238E27FC236}">
                <a16:creationId xmlns:a16="http://schemas.microsoft.com/office/drawing/2014/main" id="{709801CF-69A4-4774-9A75-89F4406991F7}"/>
              </a:ext>
            </a:extLst>
          </p:cNvPr>
          <p:cNvSpPr>
            <a:spLocks xmlns:a="http://schemas.openxmlformats.org/drawingml/2006/main" noGrp="1"/>
          </p:cNvSpPr>
          <p:nvPr/>
        </p:nvSpPr>
        <p:spPr>
          <a:xfrm xmlns:a="http://schemas.openxmlformats.org/drawingml/2006/main">
            <a:off x="609600" y="5981700"/>
            <a:ext cx="10858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526778"/>
                </a:solidFill>
                <a:latin typeface="DejaVu Sans"/>
                <a:ea typeface="DejaVu Sans"/>
                <a:cs typeface="DejaVu Sans"/>
              </a:defRPr>
            </a:defPPr>
            <a:lvl1pPr algn="l">
              <a:defRPr sz="1650" b="0">
                <a:solidFill>
                  <a:srgbClr val="526778"/>
                </a:solidFill>
                <a:latin typeface="DejaVu Sans"/>
                <a:ea typeface="DejaVu Sans"/>
                <a:cs typeface="DejaVu Sans"/>
              </a:defRPr>
            </a:lvl1pPr>
            <a:lvl2pPr algn="l">
              <a:defRPr sz="1650" b="0">
                <a:solidFill>
                  <a:srgbClr val="526778"/>
                </a:solidFill>
                <a:latin typeface="DejaVu Sans"/>
                <a:ea typeface="DejaVu Sans"/>
                <a:cs typeface="DejaVu Sans"/>
              </a:defRPr>
            </a:lvl2pPr>
            <a:lvl3pPr algn="l">
              <a:defRPr sz="1650" b="0">
                <a:solidFill>
                  <a:srgbClr val="526778"/>
                </a:solidFill>
                <a:latin typeface="DejaVu Sans"/>
                <a:ea typeface="DejaVu Sans"/>
                <a:cs typeface="DejaVu Sans"/>
              </a:defRPr>
            </a:lvl3pPr>
            <a:lvl4pPr algn="l">
              <a:defRPr sz="1650" b="0">
                <a:solidFill>
                  <a:srgbClr val="526778"/>
                </a:solidFill>
                <a:latin typeface="DejaVu Sans"/>
                <a:ea typeface="DejaVu Sans"/>
                <a:cs typeface="DejaVu Sans"/>
              </a:defRPr>
            </a:lvl4pPr>
            <a:lvl5pPr algn="l">
              <a:defRPr sz="1650" b="0">
                <a:solidFill>
                  <a:srgbClr val="526778"/>
                </a:solidFill>
                <a:latin typeface="DejaVu Sans"/>
                <a:ea typeface="DejaVu Sans"/>
                <a:cs typeface="DejaVu Sans"/>
              </a:defRPr>
            </a:lvl5pPr>
            <a:lvl6pPr algn="l">
              <a:defRPr sz="1650" b="0">
                <a:solidFill>
                  <a:srgbClr val="526778"/>
                </a:solidFill>
                <a:latin typeface="DejaVu Sans"/>
                <a:ea typeface="DejaVu Sans"/>
                <a:cs typeface="DejaVu Sans"/>
              </a:defRPr>
            </a:lvl6pPr>
            <a:lvl7pPr algn="l">
              <a:defRPr sz="1650" b="0">
                <a:solidFill>
                  <a:srgbClr val="526778"/>
                </a:solidFill>
                <a:latin typeface="DejaVu Sans"/>
                <a:ea typeface="DejaVu Sans"/>
                <a:cs typeface="DejaVu Sans"/>
              </a:defRPr>
            </a:lvl7pPr>
            <a:lvl8pPr algn="l">
              <a:defRPr sz="1650" b="0">
                <a:solidFill>
                  <a:srgbClr val="526778"/>
                </a:solidFill>
                <a:latin typeface="DejaVu Sans"/>
                <a:ea typeface="DejaVu Sans"/>
                <a:cs typeface="DejaVu Sans"/>
              </a:defRPr>
            </a:lvl8pPr>
            <a:lvl9pPr algn="l">
              <a:defRPr sz="1650" b="0">
                <a:solidFill>
                  <a:srgbClr val="526778"/>
                </a:solidFill>
                <a:latin typeface="DejaVu Sans"/>
                <a:ea typeface="DejaVu Sans"/>
                <a:cs typeface="DejaVu Sans"/>
              </a:defRPr>
            </a:lvl9pPr>
          </a:lstStyle>
          <a:p xmlns:a="http://schemas.openxmlformats.org/drawingml/2006/main">
            <a:pPr algn="l">
              <a:lnSpc>
                <a:spcPct val="115000"/>
              </a:lnSpc>
              <a:buNone/>
              <a:defRPr sz="1650" b="0">
                <a:solidFill>
                  <a:srgbClr val="526778"/>
                </a:solidFill>
                <a:latin typeface="DejaVu Sans"/>
                <a:ea typeface="DejaVu Sans"/>
                <a:cs typeface="DejaVu Sans"/>
              </a:defRPr>
            </a:pPr>
            <a:r>
              <a:rPr sz="1650" b="0">
                <a:solidFill>
                  <a:srgbClr val="526778"/>
                </a:solidFill>
                <a:latin typeface="DejaVu Sans"/>
                <a:ea typeface="DejaVu Sans"/>
                <a:cs typeface="DejaVu Sans"/>
              </a:rPr>
              <a:t>Excerpts only. The runnable CSV contains the full 30-column header.</a:t>
            </a:r>
          </a:p>
        </p:txBody>
      </p:sp>
    </p:spTree>
    <p:extLst>
      <p:ext uri="{BB962C8B-B14F-4D97-AF65-F5344CB8AC3E}">
        <p14:creationId xmlns:p14="http://schemas.microsoft.com/office/powerpoint/2010/main" val="686181145"/>
      </p:ext>
    </p:extLst>
  </p:cSld>
</p:sld>
</file>

<file path=ppt/slides/slide9.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A6084C9E-82BB-42EE-BF04-D3A7BDF9A9E6}"/>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Member enrichment boundary</a:t>
            </a:r>
          </a:p>
        </p:txBody>
      </p:sp>
      <p:sp>
        <p:nvSpPr>
          <p:cNvPr id="2" name="text-26">
            <a:extLst xmlns:a="http://schemas.openxmlformats.org/drawingml/2006/main">
              <a:ext uri="{FF2B5EF4-FFF2-40B4-BE49-F238E27FC236}">
                <a16:creationId xmlns:a16="http://schemas.microsoft.com/office/drawing/2014/main" id="{5F916586-631E-4EEC-A28F-9F75D61986D9}"/>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MemberResolver isolates company-specific API and database calls.</a:t>
            </a:r>
          </a:p>
        </p:txBody>
      </p:sp>
      <p:sp>
        <p:nvSpPr>
          <p:cNvPr id="3" name="slide-number">
            <a:extLst xmlns:a="http://schemas.openxmlformats.org/drawingml/2006/main">
              <a:ext uri="{FF2B5EF4-FFF2-40B4-BE49-F238E27FC236}">
                <a16:creationId xmlns:a16="http://schemas.microsoft.com/office/drawing/2014/main" id="{89DAAC38-E896-40A8-B943-0E57697EFC42}"/>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9</a:t>
            </a:r>
          </a:p>
        </p:txBody>
      </p:sp>
      <p:graphicFrame>
        <p:nvGraphicFramePr>
          <p:cNvPr id="4" name="">
            <a:extLst xmlns:a="http://schemas.openxmlformats.org/drawingml/2006/main">
              <a:ext uri="{FF2B5EF4-FFF2-40B4-BE49-F238E27FC236}">
                <a16:creationId xmlns:a16="http://schemas.microsoft.com/office/drawing/2014/main" id="{A399321A-F9EE-4148-822D-CA7942A9647A}"/>
              </a:ext>
            </a:extLst>
          </p:cNvPr>
          <p:cNvGraphicFramePr/>
          <p:nvPr/>
        </p:nvGraphicFramePr>
        <p:xfrm>
          <a:off xmlns:a="http://schemas.openxmlformats.org/drawingml/2006/main" x="609600" y="2000250"/>
          <a:ext xmlns:a="http://schemas.openxmlformats.org/drawingml/2006/main" cx="10972800" cy="4171950"/>
        </p:xfrm>
        <a:graphic xmlns:a="http://schemas.openxmlformats.org/drawingml/2006/main">
          <a:graphicData uri="http://schemas.openxmlformats.org/drawingml/2006/table">
            <a:tbl>
              <a:tblPr/>
              <a:tblGrid>
                <a:gridCol w="3429000"/>
                <a:gridCol w="7543800"/>
              </a:tblGrid>
              <a:tr h="834390">
                <a:tc>
                  <a:txBody>
                    <a:bodyPr wrap="square" lIns="76200" tIns="76200" rIns="76200" bIns="76200">
                      <a:noAutofit/>
                    </a:bodyPr>
                    <a:lstStyle/>
                    <a:p>
                      <a:r>
                        <a:rPr sz="1800" b="1">
                          <a:solidFill>
                            <a:srgbClr val="FFFFFF"/>
                          </a:solidFill>
                          <a:latin typeface="DejaVu Sans"/>
                          <a:ea typeface="DejaVu Sans"/>
                          <a:cs typeface="DejaVu Sans"/>
                        </a:rPr>
                        <a:t>Resolved value</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Rule</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834390">
                <a:tc>
                  <a:txBody>
                    <a:bodyPr wrap="square" lIns="76200" tIns="76200" rIns="76200" bIns="76200">
                      <a:noAutofit/>
                    </a:bodyPr>
                    <a:lstStyle/>
                    <a:p>
                      <a:r>
                        <a:rPr sz="1800" b="0">
                          <a:solidFill>
                            <a:srgbClr val="102A43"/>
                          </a:solidFill>
                          <a:latin typeface="DejaVu Sans"/>
                          <a:ea typeface="DejaVu Sans"/>
                          <a:cs typeface="DejaVu Sans"/>
                        </a:rPr>
                        <a:t>Owner identity</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Internal contract, three-character PIN and opaque member GUID</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834390">
                <a:tc>
                  <a:txBody>
                    <a:bodyPr wrap="square" lIns="76200" tIns="76200" rIns="76200" bIns="76200">
                      <a:noAutofit/>
                    </a:bodyPr>
                    <a:lstStyle/>
                    <a:p>
                      <a:r>
                        <a:rPr sz="1800" b="0">
                          <a:solidFill>
                            <a:srgbClr val="102A43"/>
                          </a:solidFill>
                          <a:latin typeface="DejaVu Sans"/>
                          <a:ea typeface="DejaVu Sans"/>
                          <a:cs typeface="DejaVu Sans"/>
                        </a:rPr>
                        <a:t>Consent manager</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Explicit lookup result, potentially a guardian or other member</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834390">
                <a:tc>
                  <a:txBody>
                    <a:bodyPr wrap="square" lIns="76200" tIns="76200" rIns="76200" bIns="76200">
                      <a:noAutofit/>
                    </a:bodyPr>
                    <a:lstStyle/>
                    <a:p>
                      <a:r>
                        <a:rPr sz="1800" b="0">
                          <a:solidFill>
                            <a:srgbClr val="102A43"/>
                          </a:solidFill>
                          <a:latin typeface="DejaVu Sans"/>
                          <a:ea typeface="DejaVu Sans"/>
                          <a:cs typeface="DejaVu Sans"/>
                        </a:rPr>
                        <a:t>Existing consent GUIDs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Resolve each target and payer/policy scope for update</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834390">
                <a:tc>
                  <a:txBody>
                    <a:bodyPr wrap="square" lIns="76200" tIns="76200" rIns="76200" bIns="76200">
                      <a:noAutofit/>
                    </a:bodyPr>
                    <a:lstStyle/>
                    <a:p>
                      <a:r>
                        <a:rPr sz="1800" b="0">
                          <a:solidFill>
                            <a:srgbClr val="102A43"/>
                          </a:solidFill>
                          <a:latin typeface="DejaVu Sans"/>
                          <a:ea typeface="DejaVu Sans"/>
                          <a:cs typeface="DejaVu Sans"/>
                        </a:rPr>
                        <a:t>No unique match or lookup error</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Fail preflight before every consent upsert</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bl>
          </a:graphicData>
        </a:graphic>
      </p:graphicFrame>
    </p:spTree>
    <p:extLst>
      <p:ext uri="{BB962C8B-B14F-4D97-AF65-F5344CB8AC3E}">
        <p14:creationId xmlns:p14="http://schemas.microsoft.com/office/powerpoint/2010/main" val="396866215"/>
      </p:ext>
    </p:extLst>
  </p:cSld>
</p:sld>
</file>

<file path=ppt/slides/slide10.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EE17CBB5-10A5-4272-8175-3914FF45E115}"/>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Lookup request and resolution</a:t>
            </a:r>
          </a:p>
        </p:txBody>
      </p:sp>
      <p:sp>
        <p:nvSpPr>
          <p:cNvPr id="2" name="text-27">
            <a:extLst xmlns:a="http://schemas.openxmlformats.org/drawingml/2006/main">
              <a:ext uri="{FF2B5EF4-FFF2-40B4-BE49-F238E27FC236}">
                <a16:creationId xmlns:a16="http://schemas.microsoft.com/office/drawing/2014/main" id="{6642E358-FAA6-41EC-9176-4C3607618B3D}"/>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The HTTP facade protocol is proposed and must match the real integration.</a:t>
            </a:r>
          </a:p>
        </p:txBody>
      </p:sp>
      <p:sp>
        <p:nvSpPr>
          <p:cNvPr id="3" name="slide-number">
            <a:extLst xmlns:a="http://schemas.openxmlformats.org/drawingml/2006/main">
              <a:ext uri="{FF2B5EF4-FFF2-40B4-BE49-F238E27FC236}">
                <a16:creationId xmlns:a16="http://schemas.microsoft.com/office/drawing/2014/main" id="{9C476A2D-CCA7-4836-ADBD-C925F4493C49}"/>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10</a:t>
            </a:r>
          </a:p>
        </p:txBody>
      </p:sp>
      <p:sp>
        <p:nvSpPr>
          <p:cNvPr id="4" name="text-28">
            <a:extLst xmlns:a="http://schemas.openxmlformats.org/drawingml/2006/main">
              <a:ext uri="{FF2B5EF4-FFF2-40B4-BE49-F238E27FC236}">
                <a16:creationId xmlns:a16="http://schemas.microsoft.com/office/drawing/2014/main" id="{8387BF25-2E49-4A2B-8012-80B6088F6BC6}"/>
              </a:ext>
            </a:extLst>
          </p:cNvPr>
          <p:cNvSpPr>
            <a:spLocks xmlns:a="http://schemas.openxmlformats.org/drawingml/2006/main" noGrp="1"/>
          </p:cNvSpPr>
          <p:nvPr/>
        </p:nvSpPr>
        <p:spPr>
          <a:xfrm xmlns:a="http://schemas.openxmlformats.org/drawingml/2006/main">
            <a:off x="609600" y="2000250"/>
            <a:ext cx="51911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007F86"/>
                </a:solidFill>
                <a:latin typeface="DejaVu Sans"/>
                <a:ea typeface="DejaVu Sans"/>
                <a:cs typeface="DejaVu Sans"/>
              </a:defRPr>
            </a:defPPr>
            <a:lvl1pPr algn="l">
              <a:defRPr sz="1875" b="1">
                <a:solidFill>
                  <a:srgbClr val="007F86"/>
                </a:solidFill>
                <a:latin typeface="DejaVu Sans"/>
                <a:ea typeface="DejaVu Sans"/>
                <a:cs typeface="DejaVu Sans"/>
              </a:defRPr>
            </a:lvl1pPr>
            <a:lvl2pPr algn="l">
              <a:defRPr sz="1875" b="1">
                <a:solidFill>
                  <a:srgbClr val="007F86"/>
                </a:solidFill>
                <a:latin typeface="DejaVu Sans"/>
                <a:ea typeface="DejaVu Sans"/>
                <a:cs typeface="DejaVu Sans"/>
              </a:defRPr>
            </a:lvl2pPr>
            <a:lvl3pPr algn="l">
              <a:defRPr sz="1875" b="1">
                <a:solidFill>
                  <a:srgbClr val="007F86"/>
                </a:solidFill>
                <a:latin typeface="DejaVu Sans"/>
                <a:ea typeface="DejaVu Sans"/>
                <a:cs typeface="DejaVu Sans"/>
              </a:defRPr>
            </a:lvl3pPr>
            <a:lvl4pPr algn="l">
              <a:defRPr sz="1875" b="1">
                <a:solidFill>
                  <a:srgbClr val="007F86"/>
                </a:solidFill>
                <a:latin typeface="DejaVu Sans"/>
                <a:ea typeface="DejaVu Sans"/>
                <a:cs typeface="DejaVu Sans"/>
              </a:defRPr>
            </a:lvl4pPr>
            <a:lvl5pPr algn="l">
              <a:defRPr sz="1875" b="1">
                <a:solidFill>
                  <a:srgbClr val="007F86"/>
                </a:solidFill>
                <a:latin typeface="DejaVu Sans"/>
                <a:ea typeface="DejaVu Sans"/>
                <a:cs typeface="DejaVu Sans"/>
              </a:defRPr>
            </a:lvl5pPr>
            <a:lvl6pPr algn="l">
              <a:defRPr sz="1875" b="1">
                <a:solidFill>
                  <a:srgbClr val="007F86"/>
                </a:solidFill>
                <a:latin typeface="DejaVu Sans"/>
                <a:ea typeface="DejaVu Sans"/>
                <a:cs typeface="DejaVu Sans"/>
              </a:defRPr>
            </a:lvl6pPr>
            <a:lvl7pPr algn="l">
              <a:defRPr sz="1875" b="1">
                <a:solidFill>
                  <a:srgbClr val="007F86"/>
                </a:solidFill>
                <a:latin typeface="DejaVu Sans"/>
                <a:ea typeface="DejaVu Sans"/>
                <a:cs typeface="DejaVu Sans"/>
              </a:defRPr>
            </a:lvl7pPr>
            <a:lvl8pPr algn="l">
              <a:defRPr sz="1875" b="1">
                <a:solidFill>
                  <a:srgbClr val="007F86"/>
                </a:solidFill>
                <a:latin typeface="DejaVu Sans"/>
                <a:ea typeface="DejaVu Sans"/>
                <a:cs typeface="DejaVu Sans"/>
              </a:defRPr>
            </a:lvl8pPr>
            <a:lvl9pPr algn="l">
              <a:defRPr sz="1875" b="1">
                <a:solidFill>
                  <a:srgbClr val="007F86"/>
                </a:solidFill>
                <a:latin typeface="DejaVu Sans"/>
                <a:ea typeface="DejaVu Sans"/>
                <a:cs typeface="DejaVu Sans"/>
              </a:defRPr>
            </a:lvl9pPr>
          </a:lstStyle>
          <a:p xmlns:a="http://schemas.openxmlformats.org/drawingml/2006/main">
            <a:pPr algn="l">
              <a:lnSpc>
                <a:spcPct val="115000"/>
              </a:lnSpc>
              <a:buNone/>
              <a:defRPr sz="1875" b="1">
                <a:solidFill>
                  <a:srgbClr val="007F86"/>
                </a:solidFill>
                <a:latin typeface="DejaVu Sans"/>
                <a:ea typeface="DejaVu Sans"/>
                <a:cs typeface="DejaVu Sans"/>
              </a:defRPr>
            </a:pPr>
            <a:r>
              <a:rPr sz="1875" b="1">
                <a:solidFill>
                  <a:srgbClr val="007F86"/>
                </a:solidFill>
                <a:latin typeface="DejaVu Sans"/>
                <a:ea typeface="DejaVu Sans"/>
                <a:cs typeface="DejaVu Sans"/>
              </a:rPr>
              <a:t>POST /members/resolve excerpt</a:t>
            </a:r>
          </a:p>
        </p:txBody>
      </p:sp>
      <p:sp>
        <p:nvSpPr>
          <p:cNvPr id="5" name="text-29">
            <a:extLst xmlns:a="http://schemas.openxmlformats.org/drawingml/2006/main">
              <a:ext uri="{FF2B5EF4-FFF2-40B4-BE49-F238E27FC236}">
                <a16:creationId xmlns:a16="http://schemas.microsoft.com/office/drawing/2014/main" id="{B611E87C-F004-4965-9F34-00F0309CDA58}"/>
              </a:ext>
            </a:extLst>
          </p:cNvPr>
          <p:cNvSpPr>
            <a:spLocks xmlns:a="http://schemas.openxmlformats.org/drawingml/2006/main" noGrp="1"/>
          </p:cNvSpPr>
          <p:nvPr/>
        </p:nvSpPr>
        <p:spPr>
          <a:xfrm xmlns:a="http://schemas.openxmlformats.org/drawingml/2006/main">
            <a:off x="6381750" y="2000250"/>
            <a:ext cx="5200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007F86"/>
                </a:solidFill>
                <a:latin typeface="DejaVu Sans"/>
                <a:ea typeface="DejaVu Sans"/>
                <a:cs typeface="DejaVu Sans"/>
              </a:defRPr>
            </a:defPPr>
            <a:lvl1pPr algn="l">
              <a:defRPr sz="1875" b="1">
                <a:solidFill>
                  <a:srgbClr val="007F86"/>
                </a:solidFill>
                <a:latin typeface="DejaVu Sans"/>
                <a:ea typeface="DejaVu Sans"/>
                <a:cs typeface="DejaVu Sans"/>
              </a:defRPr>
            </a:lvl1pPr>
            <a:lvl2pPr algn="l">
              <a:defRPr sz="1875" b="1">
                <a:solidFill>
                  <a:srgbClr val="007F86"/>
                </a:solidFill>
                <a:latin typeface="DejaVu Sans"/>
                <a:ea typeface="DejaVu Sans"/>
                <a:cs typeface="DejaVu Sans"/>
              </a:defRPr>
            </a:lvl2pPr>
            <a:lvl3pPr algn="l">
              <a:defRPr sz="1875" b="1">
                <a:solidFill>
                  <a:srgbClr val="007F86"/>
                </a:solidFill>
                <a:latin typeface="DejaVu Sans"/>
                <a:ea typeface="DejaVu Sans"/>
                <a:cs typeface="DejaVu Sans"/>
              </a:defRPr>
            </a:lvl3pPr>
            <a:lvl4pPr algn="l">
              <a:defRPr sz="1875" b="1">
                <a:solidFill>
                  <a:srgbClr val="007F86"/>
                </a:solidFill>
                <a:latin typeface="DejaVu Sans"/>
                <a:ea typeface="DejaVu Sans"/>
                <a:cs typeface="DejaVu Sans"/>
              </a:defRPr>
            </a:lvl4pPr>
            <a:lvl5pPr algn="l">
              <a:defRPr sz="1875" b="1">
                <a:solidFill>
                  <a:srgbClr val="007F86"/>
                </a:solidFill>
                <a:latin typeface="DejaVu Sans"/>
                <a:ea typeface="DejaVu Sans"/>
                <a:cs typeface="DejaVu Sans"/>
              </a:defRPr>
            </a:lvl5pPr>
            <a:lvl6pPr algn="l">
              <a:defRPr sz="1875" b="1">
                <a:solidFill>
                  <a:srgbClr val="007F86"/>
                </a:solidFill>
                <a:latin typeface="DejaVu Sans"/>
                <a:ea typeface="DejaVu Sans"/>
                <a:cs typeface="DejaVu Sans"/>
              </a:defRPr>
            </a:lvl6pPr>
            <a:lvl7pPr algn="l">
              <a:defRPr sz="1875" b="1">
                <a:solidFill>
                  <a:srgbClr val="007F86"/>
                </a:solidFill>
                <a:latin typeface="DejaVu Sans"/>
                <a:ea typeface="DejaVu Sans"/>
                <a:cs typeface="DejaVu Sans"/>
              </a:defRPr>
            </a:lvl7pPr>
            <a:lvl8pPr algn="l">
              <a:defRPr sz="1875" b="1">
                <a:solidFill>
                  <a:srgbClr val="007F86"/>
                </a:solidFill>
                <a:latin typeface="DejaVu Sans"/>
                <a:ea typeface="DejaVu Sans"/>
                <a:cs typeface="DejaVu Sans"/>
              </a:defRPr>
            </a:lvl8pPr>
            <a:lvl9pPr algn="l">
              <a:defRPr sz="1875" b="1">
                <a:solidFill>
                  <a:srgbClr val="007F86"/>
                </a:solidFill>
                <a:latin typeface="DejaVu Sans"/>
                <a:ea typeface="DejaVu Sans"/>
                <a:cs typeface="DejaVu Sans"/>
              </a:defRPr>
            </a:lvl9pPr>
          </a:lstStyle>
          <a:p xmlns:a="http://schemas.openxmlformats.org/drawingml/2006/main">
            <a:pPr algn="l">
              <a:lnSpc>
                <a:spcPct val="115000"/>
              </a:lnSpc>
              <a:buNone/>
              <a:defRPr sz="1875" b="1">
                <a:solidFill>
                  <a:srgbClr val="007F86"/>
                </a:solidFill>
                <a:latin typeface="DejaVu Sans"/>
                <a:ea typeface="DejaVu Sans"/>
                <a:cs typeface="DejaVu Sans"/>
              </a:defRPr>
            </a:pPr>
            <a:r>
              <a:rPr sz="1875" b="1">
                <a:solidFill>
                  <a:srgbClr val="007F86"/>
                </a:solidFill>
                <a:latin typeface="DejaVu Sans"/>
                <a:ea typeface="DejaVu Sans"/>
                <a:cs typeface="DejaVu Sans"/>
              </a:rPr>
              <a:t>HTTP 200 resolution</a:t>
            </a:r>
          </a:p>
        </p:txBody>
      </p:sp>
      <p:sp>
        <p:nvSpPr>
          <p:cNvPr id="6" name="text-30">
            <a:extLst xmlns:a="http://schemas.openxmlformats.org/drawingml/2006/main">
              <a:ext uri="{FF2B5EF4-FFF2-40B4-BE49-F238E27FC236}">
                <a16:creationId xmlns:a16="http://schemas.microsoft.com/office/drawing/2014/main" id="{A1ABFAB2-7B48-4C3A-8ADE-C905369B5400}"/>
              </a:ext>
            </a:extLst>
          </p:cNvPr>
          <p:cNvSpPr>
            <a:spLocks xmlns:a="http://schemas.openxmlformats.org/drawingml/2006/main" noGrp="1"/>
          </p:cNvSpPr>
          <p:nvPr/>
        </p:nvSpPr>
        <p:spPr>
          <a:xfrm xmlns:a="http://schemas.openxmlformats.org/drawingml/2006/main">
            <a:off x="609600" y="2533650"/>
            <a:ext cx="5191125" cy="3352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102A43"/>
                </a:solidFill>
                <a:latin typeface="DejaVu Sans Mono"/>
                <a:ea typeface="DejaVu Sans Mono"/>
                <a:cs typeface="DejaVu Sans Mono"/>
              </a:defRPr>
            </a:defPPr>
            <a:lvl1pPr algn="l">
              <a:defRPr sz="1575" b="0">
                <a:solidFill>
                  <a:srgbClr val="102A43"/>
                </a:solidFill>
                <a:latin typeface="DejaVu Sans Mono"/>
                <a:ea typeface="DejaVu Sans Mono"/>
                <a:cs typeface="DejaVu Sans Mono"/>
              </a:defRPr>
            </a:lvl1pPr>
            <a:lvl2pPr algn="l">
              <a:defRPr sz="1575" b="0">
                <a:solidFill>
                  <a:srgbClr val="102A43"/>
                </a:solidFill>
                <a:latin typeface="DejaVu Sans Mono"/>
                <a:ea typeface="DejaVu Sans Mono"/>
                <a:cs typeface="DejaVu Sans Mono"/>
              </a:defRPr>
            </a:lvl2pPr>
            <a:lvl3pPr algn="l">
              <a:defRPr sz="1575" b="0">
                <a:solidFill>
                  <a:srgbClr val="102A43"/>
                </a:solidFill>
                <a:latin typeface="DejaVu Sans Mono"/>
                <a:ea typeface="DejaVu Sans Mono"/>
                <a:cs typeface="DejaVu Sans Mono"/>
              </a:defRPr>
            </a:lvl3pPr>
            <a:lvl4pPr algn="l">
              <a:defRPr sz="1575" b="0">
                <a:solidFill>
                  <a:srgbClr val="102A43"/>
                </a:solidFill>
                <a:latin typeface="DejaVu Sans Mono"/>
                <a:ea typeface="DejaVu Sans Mono"/>
                <a:cs typeface="DejaVu Sans Mono"/>
              </a:defRPr>
            </a:lvl4pPr>
            <a:lvl5pPr algn="l">
              <a:defRPr sz="1575" b="0">
                <a:solidFill>
                  <a:srgbClr val="102A43"/>
                </a:solidFill>
                <a:latin typeface="DejaVu Sans Mono"/>
                <a:ea typeface="DejaVu Sans Mono"/>
                <a:cs typeface="DejaVu Sans Mono"/>
              </a:defRPr>
            </a:lvl5pPr>
            <a:lvl6pPr algn="l">
              <a:defRPr sz="1575" b="0">
                <a:solidFill>
                  <a:srgbClr val="102A43"/>
                </a:solidFill>
                <a:latin typeface="DejaVu Sans Mono"/>
                <a:ea typeface="DejaVu Sans Mono"/>
                <a:cs typeface="DejaVu Sans Mono"/>
              </a:defRPr>
            </a:lvl6pPr>
            <a:lvl7pPr algn="l">
              <a:defRPr sz="1575" b="0">
                <a:solidFill>
                  <a:srgbClr val="102A43"/>
                </a:solidFill>
                <a:latin typeface="DejaVu Sans Mono"/>
                <a:ea typeface="DejaVu Sans Mono"/>
                <a:cs typeface="DejaVu Sans Mono"/>
              </a:defRPr>
            </a:lvl7pPr>
            <a:lvl8pPr algn="l">
              <a:defRPr sz="1575" b="0">
                <a:solidFill>
                  <a:srgbClr val="102A43"/>
                </a:solidFill>
                <a:latin typeface="DejaVu Sans Mono"/>
                <a:ea typeface="DejaVu Sans Mono"/>
                <a:cs typeface="DejaVu Sans Mono"/>
              </a:defRPr>
            </a:lvl8pPr>
            <a:lvl9pPr algn="l">
              <a:defRPr sz="1575" b="0">
                <a:solidFill>
                  <a:srgbClr val="102A43"/>
                </a:solidFill>
                <a:latin typeface="DejaVu Sans Mono"/>
                <a:ea typeface="DejaVu Sans Mono"/>
                <a:cs typeface="DejaVu Sans Mono"/>
              </a:defRPr>
            </a:lvl9pPr>
          </a:lstStyle>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"EXTERNAL_CONTRACT_ID": "SYN-1001",</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"RELATIONSHIP_CODE": "SELF",</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"DATE_OF_BIRTH": "1980-01-02",</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"resolveProvider": true,</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"resolvePayer": true</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a:t>
            </a:r>
          </a:p>
        </p:txBody>
      </p:sp>
      <p:sp>
        <p:nvSpPr>
          <p:cNvPr id="7" name="text-31">
            <a:extLst xmlns:a="http://schemas.openxmlformats.org/drawingml/2006/main">
              <a:ext uri="{FF2B5EF4-FFF2-40B4-BE49-F238E27FC236}">
                <a16:creationId xmlns:a16="http://schemas.microsoft.com/office/drawing/2014/main" id="{B6291F2F-B0D8-4FA5-B667-D702CCB6C56E}"/>
              </a:ext>
            </a:extLst>
          </p:cNvPr>
          <p:cNvSpPr>
            <a:spLocks xmlns:a="http://schemas.openxmlformats.org/drawingml/2006/main" noGrp="1"/>
          </p:cNvSpPr>
          <p:nvPr/>
        </p:nvSpPr>
        <p:spPr>
          <a:xfrm xmlns:a="http://schemas.openxmlformats.org/drawingml/2006/main">
            <a:off x="6381750" y="2533650"/>
            <a:ext cx="5200650" cy="3352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102A43"/>
                </a:solidFill>
                <a:latin typeface="DejaVu Sans Mono"/>
                <a:ea typeface="DejaVu Sans Mono"/>
                <a:cs typeface="DejaVu Sans Mono"/>
              </a:defRPr>
            </a:defPPr>
            <a:lvl1pPr algn="l">
              <a:defRPr sz="1575" b="0">
                <a:solidFill>
                  <a:srgbClr val="102A43"/>
                </a:solidFill>
                <a:latin typeface="DejaVu Sans Mono"/>
                <a:ea typeface="DejaVu Sans Mono"/>
                <a:cs typeface="DejaVu Sans Mono"/>
              </a:defRPr>
            </a:lvl1pPr>
            <a:lvl2pPr algn="l">
              <a:defRPr sz="1575" b="0">
                <a:solidFill>
                  <a:srgbClr val="102A43"/>
                </a:solidFill>
                <a:latin typeface="DejaVu Sans Mono"/>
                <a:ea typeface="DejaVu Sans Mono"/>
                <a:cs typeface="DejaVu Sans Mono"/>
              </a:defRPr>
            </a:lvl2pPr>
            <a:lvl3pPr algn="l">
              <a:defRPr sz="1575" b="0">
                <a:solidFill>
                  <a:srgbClr val="102A43"/>
                </a:solidFill>
                <a:latin typeface="DejaVu Sans Mono"/>
                <a:ea typeface="DejaVu Sans Mono"/>
                <a:cs typeface="DejaVu Sans Mono"/>
              </a:defRPr>
            </a:lvl3pPr>
            <a:lvl4pPr algn="l">
              <a:defRPr sz="1575" b="0">
                <a:solidFill>
                  <a:srgbClr val="102A43"/>
                </a:solidFill>
                <a:latin typeface="DejaVu Sans Mono"/>
                <a:ea typeface="DejaVu Sans Mono"/>
                <a:cs typeface="DejaVu Sans Mono"/>
              </a:defRPr>
            </a:lvl4pPr>
            <a:lvl5pPr algn="l">
              <a:defRPr sz="1575" b="0">
                <a:solidFill>
                  <a:srgbClr val="102A43"/>
                </a:solidFill>
                <a:latin typeface="DejaVu Sans Mono"/>
                <a:ea typeface="DejaVu Sans Mono"/>
                <a:cs typeface="DejaVu Sans Mono"/>
              </a:defRPr>
            </a:lvl5pPr>
            <a:lvl6pPr algn="l">
              <a:defRPr sz="1575" b="0">
                <a:solidFill>
                  <a:srgbClr val="102A43"/>
                </a:solidFill>
                <a:latin typeface="DejaVu Sans Mono"/>
                <a:ea typeface="DejaVu Sans Mono"/>
                <a:cs typeface="DejaVu Sans Mono"/>
              </a:defRPr>
            </a:lvl6pPr>
            <a:lvl7pPr algn="l">
              <a:defRPr sz="1575" b="0">
                <a:solidFill>
                  <a:srgbClr val="102A43"/>
                </a:solidFill>
                <a:latin typeface="DejaVu Sans Mono"/>
                <a:ea typeface="DejaVu Sans Mono"/>
                <a:cs typeface="DejaVu Sans Mono"/>
              </a:defRPr>
            </a:lvl7pPr>
            <a:lvl8pPr algn="l">
              <a:defRPr sz="1575" b="0">
                <a:solidFill>
                  <a:srgbClr val="102A43"/>
                </a:solidFill>
                <a:latin typeface="DejaVu Sans Mono"/>
                <a:ea typeface="DejaVu Sans Mono"/>
                <a:cs typeface="DejaVu Sans Mono"/>
              </a:defRPr>
            </a:lvl8pPr>
            <a:lvl9pPr algn="l">
              <a:defRPr sz="1575" b="0">
                <a:solidFill>
                  <a:srgbClr val="102A43"/>
                </a:solidFill>
                <a:latin typeface="DejaVu Sans Mono"/>
                <a:ea typeface="DejaVu Sans Mono"/>
                <a:cs typeface="DejaVu Sans Mono"/>
              </a:defRPr>
            </a:lvl9pPr>
          </a:lstStyle>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"owner": { "contract": "990000001",</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"pin": "001",</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"contractMemberGuid": "SYN-MEMBER-1" },</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"manager": { ... },</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"providerConsentGuid": null,</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"payerConsentGuid": "SYN-CONSENT-20001"</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a:t>
            </a:r>
          </a:p>
        </p:txBody>
      </p:sp>
    </p:spTree>
    <p:extLst>
      <p:ext uri="{BB962C8B-B14F-4D97-AF65-F5344CB8AC3E}">
        <p14:creationId xmlns:p14="http://schemas.microsoft.com/office/powerpoint/2010/main" val="1164831987"/>
      </p:ext>
    </p:extLst>
  </p:cSld>
</p:sld>
</file>

<file path=ppt/slides/slide11.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97A3E58E-7E98-48D3-9469-FC9556ED351E}"/>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Provider clinical request</a:t>
            </a:r>
          </a:p>
        </p:txBody>
      </p:sp>
      <p:sp>
        <p:nvSpPr>
          <p:cNvPr id="2" name="text-32">
            <a:extLst xmlns:a="http://schemas.openxmlformats.org/drawingml/2006/main">
              <a:ext uri="{FF2B5EF4-FFF2-40B4-BE49-F238E27FC236}">
                <a16:creationId xmlns:a16="http://schemas.microsoft.com/office/drawing/2014/main" id="{3B5480CE-CFF2-4A5E-A0BE-1802DC4D5A42}"/>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PCDS contains the member identity and consent intent.</a:t>
            </a:r>
          </a:p>
        </p:txBody>
      </p:sp>
      <p:sp>
        <p:nvSpPr>
          <p:cNvPr id="3" name="slide-number">
            <a:extLst xmlns:a="http://schemas.openxmlformats.org/drawingml/2006/main">
              <a:ext uri="{FF2B5EF4-FFF2-40B4-BE49-F238E27FC236}">
                <a16:creationId xmlns:a16="http://schemas.microsoft.com/office/drawing/2014/main" id="{738C1851-925A-4901-B088-978AA8E7C9F3}"/>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11</a:t>
            </a:r>
          </a:p>
        </p:txBody>
      </p:sp>
      <p:sp>
        <p:nvSpPr>
          <p:cNvPr id="4" name="text-33">
            <a:extLst xmlns:a="http://schemas.openxmlformats.org/drawingml/2006/main">
              <a:ext uri="{FF2B5EF4-FFF2-40B4-BE49-F238E27FC236}">
                <a16:creationId xmlns:a16="http://schemas.microsoft.com/office/drawing/2014/main" id="{5E440F66-043A-453F-B0CA-C51697B8BE15}"/>
              </a:ext>
            </a:extLst>
          </p:cNvPr>
          <p:cNvSpPr>
            <a:spLocks xmlns:a="http://schemas.openxmlformats.org/drawingml/2006/main" noGrp="1"/>
          </p:cNvSpPr>
          <p:nvPr/>
        </p:nvSpPr>
        <p:spPr>
          <a:xfrm xmlns:a="http://schemas.openxmlformats.org/drawingml/2006/main">
            <a:off x="609600" y="2028825"/>
            <a:ext cx="7239000" cy="409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02A43"/>
                </a:solidFill>
                <a:latin typeface="DejaVu Sans Mono"/>
                <a:ea typeface="DejaVu Sans Mono"/>
                <a:cs typeface="DejaVu Sans Mono"/>
              </a:defRPr>
            </a:defPPr>
            <a:lvl1pPr algn="l">
              <a:defRPr sz="1650" b="0">
                <a:solidFill>
                  <a:srgbClr val="102A43"/>
                </a:solidFill>
                <a:latin typeface="DejaVu Sans Mono"/>
                <a:ea typeface="DejaVu Sans Mono"/>
                <a:cs typeface="DejaVu Sans Mono"/>
              </a:defRPr>
            </a:lvl1pPr>
            <a:lvl2pPr algn="l">
              <a:defRPr sz="1650" b="0">
                <a:solidFill>
                  <a:srgbClr val="102A43"/>
                </a:solidFill>
                <a:latin typeface="DejaVu Sans Mono"/>
                <a:ea typeface="DejaVu Sans Mono"/>
                <a:cs typeface="DejaVu Sans Mono"/>
              </a:defRPr>
            </a:lvl2pPr>
            <a:lvl3pPr algn="l">
              <a:defRPr sz="1650" b="0">
                <a:solidFill>
                  <a:srgbClr val="102A43"/>
                </a:solidFill>
                <a:latin typeface="DejaVu Sans Mono"/>
                <a:ea typeface="DejaVu Sans Mono"/>
                <a:cs typeface="DejaVu Sans Mono"/>
              </a:defRPr>
            </a:lvl3pPr>
            <a:lvl4pPr algn="l">
              <a:defRPr sz="1650" b="0">
                <a:solidFill>
                  <a:srgbClr val="102A43"/>
                </a:solidFill>
                <a:latin typeface="DejaVu Sans Mono"/>
                <a:ea typeface="DejaVu Sans Mono"/>
                <a:cs typeface="DejaVu Sans Mono"/>
              </a:defRPr>
            </a:lvl4pPr>
            <a:lvl5pPr algn="l">
              <a:defRPr sz="1650" b="0">
                <a:solidFill>
                  <a:srgbClr val="102A43"/>
                </a:solidFill>
                <a:latin typeface="DejaVu Sans Mono"/>
                <a:ea typeface="DejaVu Sans Mono"/>
                <a:cs typeface="DejaVu Sans Mono"/>
              </a:defRPr>
            </a:lvl5pPr>
            <a:lvl6pPr algn="l">
              <a:defRPr sz="1650" b="0">
                <a:solidFill>
                  <a:srgbClr val="102A43"/>
                </a:solidFill>
                <a:latin typeface="DejaVu Sans Mono"/>
                <a:ea typeface="DejaVu Sans Mono"/>
                <a:cs typeface="DejaVu Sans Mono"/>
              </a:defRPr>
            </a:lvl6pPr>
            <a:lvl7pPr algn="l">
              <a:defRPr sz="1650" b="0">
                <a:solidFill>
                  <a:srgbClr val="102A43"/>
                </a:solidFill>
                <a:latin typeface="DejaVu Sans Mono"/>
                <a:ea typeface="DejaVu Sans Mono"/>
                <a:cs typeface="DejaVu Sans Mono"/>
              </a:defRPr>
            </a:lvl7pPr>
            <a:lvl8pPr algn="l">
              <a:defRPr sz="1650" b="0">
                <a:solidFill>
                  <a:srgbClr val="102A43"/>
                </a:solidFill>
                <a:latin typeface="DejaVu Sans Mono"/>
                <a:ea typeface="DejaVu Sans Mono"/>
                <a:cs typeface="DejaVu Sans Mono"/>
              </a:defRPr>
            </a:lvl8pPr>
            <a:lvl9pPr algn="l">
              <a:defRPr sz="1650" b="0">
                <a:solidFill>
                  <a:srgbClr val="102A43"/>
                </a:solidFill>
                <a:latin typeface="DejaVu Sans Mono"/>
                <a:ea typeface="DejaVu Sans Mono"/>
                <a:cs typeface="DejaVu Sans Mono"/>
              </a:defRPr>
            </a:lvl9pPr>
          </a:lstStyle>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"consentGuid": null,</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"consentTarget": "PCDS",</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"consentStatus": "RVOKE",</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"consentOwner":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"contract": "990000001",</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"pin": "001",</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"contractMemberGuid": "SYN-MEMBER-1"</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"effectiveDate": "2026-10-01",</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"effectiveEndDate": null,</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"transactionDetails": { ...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a:t>
            </a:r>
          </a:p>
        </p:txBody>
      </p:sp>
      <p:sp>
        <p:nvSpPr>
          <p:cNvPr id="5" name="text-34">
            <a:extLst xmlns:a="http://schemas.openxmlformats.org/drawingml/2006/main">
              <a:ext uri="{FF2B5EF4-FFF2-40B4-BE49-F238E27FC236}">
                <a16:creationId xmlns:a16="http://schemas.microsoft.com/office/drawing/2014/main" id="{81E3FCC3-7835-43B2-BB65-C5718689B72E}"/>
              </a:ext>
            </a:extLst>
          </p:cNvPr>
          <p:cNvSpPr>
            <a:spLocks xmlns:a="http://schemas.openxmlformats.org/drawingml/2006/main" noGrp="1"/>
          </p:cNvSpPr>
          <p:nvPr/>
        </p:nvSpPr>
        <p:spPr>
          <a:xfrm xmlns:a="http://schemas.openxmlformats.org/drawingml/2006/main">
            <a:off x="8286750" y="20574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defRPr sz="1875" b="0">
                <a:solidFill>
                  <a:srgbClr val="102A43"/>
                </a:solidFill>
                <a:latin typeface="DejaVu Sans"/>
                <a:ea typeface="DejaVu Sans"/>
                <a:cs typeface="DejaVu Sans"/>
              </a:defRPr>
            </a:lvl1pPr>
            <a:lvl2pPr algn="l">
              <a:defRPr sz="1875" b="0">
                <a:solidFill>
                  <a:srgbClr val="102A43"/>
                </a:solidFill>
                <a:latin typeface="DejaVu Sans"/>
                <a:ea typeface="DejaVu Sans"/>
                <a:cs typeface="DejaVu Sans"/>
              </a:defRPr>
            </a:lvl2pPr>
            <a:lvl3pPr algn="l">
              <a:defRPr sz="1875" b="0">
                <a:solidFill>
                  <a:srgbClr val="102A43"/>
                </a:solidFill>
                <a:latin typeface="DejaVu Sans"/>
                <a:ea typeface="DejaVu Sans"/>
                <a:cs typeface="DejaVu Sans"/>
              </a:defRPr>
            </a:lvl3pPr>
            <a:lvl4pPr algn="l">
              <a:defRPr sz="1875" b="0">
                <a:solidFill>
                  <a:srgbClr val="102A43"/>
                </a:solidFill>
                <a:latin typeface="DejaVu Sans"/>
                <a:ea typeface="DejaVu Sans"/>
                <a:cs typeface="DejaVu Sans"/>
              </a:defRPr>
            </a:lvl4pPr>
            <a:lvl5pPr algn="l">
              <a:defRPr sz="1875" b="0">
                <a:solidFill>
                  <a:srgbClr val="102A43"/>
                </a:solidFill>
                <a:latin typeface="DejaVu Sans"/>
                <a:ea typeface="DejaVu Sans"/>
                <a:cs typeface="DejaVu Sans"/>
              </a:defRPr>
            </a:lvl5pPr>
            <a:lvl6pPr algn="l">
              <a:defRPr sz="1875" b="0">
                <a:solidFill>
                  <a:srgbClr val="102A43"/>
                </a:solidFill>
                <a:latin typeface="DejaVu Sans"/>
                <a:ea typeface="DejaVu Sans"/>
                <a:cs typeface="DejaVu Sans"/>
              </a:defRPr>
            </a:lvl6pPr>
            <a:lvl7pPr algn="l">
              <a:defRPr sz="1875" b="0">
                <a:solidFill>
                  <a:srgbClr val="102A43"/>
                </a:solidFill>
                <a:latin typeface="DejaVu Sans"/>
                <a:ea typeface="DejaVu Sans"/>
                <a:cs typeface="DejaVu Sans"/>
              </a:defRPr>
            </a:lvl7pPr>
            <a:lvl8pPr algn="l">
              <a:defRPr sz="1875" b="0">
                <a:solidFill>
                  <a:srgbClr val="102A43"/>
                </a:solidFill>
                <a:latin typeface="DejaVu Sans"/>
                <a:ea typeface="DejaVu Sans"/>
                <a:cs typeface="DejaVu Sans"/>
              </a:defRPr>
            </a:lvl8pPr>
            <a:lvl9pPr algn="l">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No coverage object</a:t>
            </a:r>
          </a:p>
        </p:txBody>
      </p:sp>
      <p:sp>
        <p:nvSpPr>
          <p:cNvPr id="6" name="text-35">
            <a:extLst xmlns:a="http://schemas.openxmlformats.org/drawingml/2006/main">
              <a:ext uri="{FF2B5EF4-FFF2-40B4-BE49-F238E27FC236}">
                <a16:creationId xmlns:a16="http://schemas.microsoft.com/office/drawing/2014/main" id="{258356A4-F27E-463C-B673-74706E803AC2}"/>
              </a:ext>
            </a:extLst>
          </p:cNvPr>
          <p:cNvSpPr>
            <a:spLocks xmlns:a="http://schemas.openxmlformats.org/drawingml/2006/main" noGrp="1"/>
          </p:cNvSpPr>
          <p:nvPr/>
        </p:nvSpPr>
        <p:spPr>
          <a:xfrm xmlns:a="http://schemas.openxmlformats.org/drawingml/2006/main">
            <a:off x="8286750" y="31623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defRPr sz="1875" b="0">
                <a:solidFill>
                  <a:srgbClr val="102A43"/>
                </a:solidFill>
                <a:latin typeface="DejaVu Sans"/>
                <a:ea typeface="DejaVu Sans"/>
                <a:cs typeface="DejaVu Sans"/>
              </a:defRPr>
            </a:lvl1pPr>
            <a:lvl2pPr algn="l">
              <a:defRPr sz="1875" b="0">
                <a:solidFill>
                  <a:srgbClr val="102A43"/>
                </a:solidFill>
                <a:latin typeface="DejaVu Sans"/>
                <a:ea typeface="DejaVu Sans"/>
                <a:cs typeface="DejaVu Sans"/>
              </a:defRPr>
            </a:lvl2pPr>
            <a:lvl3pPr algn="l">
              <a:defRPr sz="1875" b="0">
                <a:solidFill>
                  <a:srgbClr val="102A43"/>
                </a:solidFill>
                <a:latin typeface="DejaVu Sans"/>
                <a:ea typeface="DejaVu Sans"/>
                <a:cs typeface="DejaVu Sans"/>
              </a:defRPr>
            </a:lvl3pPr>
            <a:lvl4pPr algn="l">
              <a:defRPr sz="1875" b="0">
                <a:solidFill>
                  <a:srgbClr val="102A43"/>
                </a:solidFill>
                <a:latin typeface="DejaVu Sans"/>
                <a:ea typeface="DejaVu Sans"/>
                <a:cs typeface="DejaVu Sans"/>
              </a:defRPr>
            </a:lvl4pPr>
            <a:lvl5pPr algn="l">
              <a:defRPr sz="1875" b="0">
                <a:solidFill>
                  <a:srgbClr val="102A43"/>
                </a:solidFill>
                <a:latin typeface="DejaVu Sans"/>
                <a:ea typeface="DejaVu Sans"/>
                <a:cs typeface="DejaVu Sans"/>
              </a:defRPr>
            </a:lvl5pPr>
            <a:lvl6pPr algn="l">
              <a:defRPr sz="1875" b="0">
                <a:solidFill>
                  <a:srgbClr val="102A43"/>
                </a:solidFill>
                <a:latin typeface="DejaVu Sans"/>
                <a:ea typeface="DejaVu Sans"/>
                <a:cs typeface="DejaVu Sans"/>
              </a:defRPr>
            </a:lvl6pPr>
            <a:lvl7pPr algn="l">
              <a:defRPr sz="1875" b="0">
                <a:solidFill>
                  <a:srgbClr val="102A43"/>
                </a:solidFill>
                <a:latin typeface="DejaVu Sans"/>
                <a:ea typeface="DejaVu Sans"/>
                <a:cs typeface="DejaVu Sans"/>
              </a:defRPr>
            </a:lvl7pPr>
            <a:lvl8pPr algn="l">
              <a:defRPr sz="1875" b="0">
                <a:solidFill>
                  <a:srgbClr val="102A43"/>
                </a:solidFill>
                <a:latin typeface="DejaVu Sans"/>
                <a:ea typeface="DejaVu Sans"/>
                <a:cs typeface="DejaVu Sans"/>
              </a:defRPr>
            </a:lvl8pPr>
            <a:lvl9pPr algn="l">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Owner values come from lookup</a:t>
            </a:r>
          </a:p>
        </p:txBody>
      </p:sp>
      <p:sp>
        <p:nvSpPr>
          <p:cNvPr id="7" name="text-36">
            <a:extLst xmlns:a="http://schemas.openxmlformats.org/drawingml/2006/main">
              <a:ext uri="{FF2B5EF4-FFF2-40B4-BE49-F238E27FC236}">
                <a16:creationId xmlns:a16="http://schemas.microsoft.com/office/drawing/2014/main" id="{F99A7073-66A5-4EB9-BA9F-EC303969E0B2}"/>
              </a:ext>
            </a:extLst>
          </p:cNvPr>
          <p:cNvSpPr>
            <a:spLocks xmlns:a="http://schemas.openxmlformats.org/drawingml/2006/main" noGrp="1"/>
          </p:cNvSpPr>
          <p:nvPr/>
        </p:nvSpPr>
        <p:spPr>
          <a:xfrm xmlns:a="http://schemas.openxmlformats.org/drawingml/2006/main">
            <a:off x="8286750" y="42672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defRPr sz="1875" b="0">
                <a:solidFill>
                  <a:srgbClr val="102A43"/>
                </a:solidFill>
                <a:latin typeface="DejaVu Sans"/>
                <a:ea typeface="DejaVu Sans"/>
                <a:cs typeface="DejaVu Sans"/>
              </a:defRPr>
            </a:lvl1pPr>
            <a:lvl2pPr algn="l">
              <a:defRPr sz="1875" b="0">
                <a:solidFill>
                  <a:srgbClr val="102A43"/>
                </a:solidFill>
                <a:latin typeface="DejaVu Sans"/>
                <a:ea typeface="DejaVu Sans"/>
                <a:cs typeface="DejaVu Sans"/>
              </a:defRPr>
            </a:lvl2pPr>
            <a:lvl3pPr algn="l">
              <a:defRPr sz="1875" b="0">
                <a:solidFill>
                  <a:srgbClr val="102A43"/>
                </a:solidFill>
                <a:latin typeface="DejaVu Sans"/>
                <a:ea typeface="DejaVu Sans"/>
                <a:cs typeface="DejaVu Sans"/>
              </a:defRPr>
            </a:lvl3pPr>
            <a:lvl4pPr algn="l">
              <a:defRPr sz="1875" b="0">
                <a:solidFill>
                  <a:srgbClr val="102A43"/>
                </a:solidFill>
                <a:latin typeface="DejaVu Sans"/>
                <a:ea typeface="DejaVu Sans"/>
                <a:cs typeface="DejaVu Sans"/>
              </a:defRPr>
            </a:lvl4pPr>
            <a:lvl5pPr algn="l">
              <a:defRPr sz="1875" b="0">
                <a:solidFill>
                  <a:srgbClr val="102A43"/>
                </a:solidFill>
                <a:latin typeface="DejaVu Sans"/>
                <a:ea typeface="DejaVu Sans"/>
                <a:cs typeface="DejaVu Sans"/>
              </a:defRPr>
            </a:lvl5pPr>
            <a:lvl6pPr algn="l">
              <a:defRPr sz="1875" b="0">
                <a:solidFill>
                  <a:srgbClr val="102A43"/>
                </a:solidFill>
                <a:latin typeface="DejaVu Sans"/>
                <a:ea typeface="DejaVu Sans"/>
                <a:cs typeface="DejaVu Sans"/>
              </a:defRPr>
            </a:lvl6pPr>
            <a:lvl7pPr algn="l">
              <a:defRPr sz="1875" b="0">
                <a:solidFill>
                  <a:srgbClr val="102A43"/>
                </a:solidFill>
                <a:latin typeface="DejaVu Sans"/>
                <a:ea typeface="DejaVu Sans"/>
                <a:cs typeface="DejaVu Sans"/>
              </a:defRPr>
            </a:lvl7pPr>
            <a:lvl8pPr algn="l">
              <a:defRPr sz="1875" b="0">
                <a:solidFill>
                  <a:srgbClr val="102A43"/>
                </a:solidFill>
                <a:latin typeface="DejaVu Sans"/>
                <a:ea typeface="DejaVu Sans"/>
                <a:cs typeface="DejaVu Sans"/>
              </a:defRPr>
            </a:lvl8pPr>
            <a:lvl9pPr algn="l">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Transaction details stay top level</a:t>
            </a:r>
          </a:p>
        </p:txBody>
      </p:sp>
    </p:spTree>
    <p:extLst>
      <p:ext uri="{BB962C8B-B14F-4D97-AF65-F5344CB8AC3E}">
        <p14:creationId xmlns:p14="http://schemas.microsoft.com/office/powerpoint/2010/main" val="1437222158"/>
      </p:ext>
    </p:extLst>
  </p:cSld>
</p:sld>
</file>

<file path=ppt/slides/slide12.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FDE73019-79B1-4FA2-8F0F-7FD8F959F225}"/>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Payer-to-payer request</a:t>
            </a:r>
          </a:p>
        </p:txBody>
      </p:sp>
      <p:sp>
        <p:nvSpPr>
          <p:cNvPr id="2" name="text-37">
            <a:extLst xmlns:a="http://schemas.openxmlformats.org/drawingml/2006/main">
              <a:ext uri="{FF2B5EF4-FFF2-40B4-BE49-F238E27FC236}">
                <a16:creationId xmlns:a16="http://schemas.microsoft.com/office/drawing/2014/main" id="{E0D2CF1C-9575-4F53-B66A-4AC355808022}"/>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P2PDS adds coverage to the common consent structure.</a:t>
            </a:r>
          </a:p>
        </p:txBody>
      </p:sp>
      <p:sp>
        <p:nvSpPr>
          <p:cNvPr id="3" name="slide-number">
            <a:extLst xmlns:a="http://schemas.openxmlformats.org/drawingml/2006/main">
              <a:ext uri="{FF2B5EF4-FFF2-40B4-BE49-F238E27FC236}">
                <a16:creationId xmlns:a16="http://schemas.microsoft.com/office/drawing/2014/main" id="{BE3D3C06-833F-479A-A9D9-87B485D58580}"/>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12</a:t>
            </a:r>
          </a:p>
        </p:txBody>
      </p:sp>
      <p:sp>
        <p:nvSpPr>
          <p:cNvPr id="4" name="text-38">
            <a:extLst xmlns:a="http://schemas.openxmlformats.org/drawingml/2006/main">
              <a:ext uri="{FF2B5EF4-FFF2-40B4-BE49-F238E27FC236}">
                <a16:creationId xmlns:a16="http://schemas.microsoft.com/office/drawing/2014/main" id="{9633D0B6-EAC6-4035-8397-F9AD660CE2BD}"/>
              </a:ext>
            </a:extLst>
          </p:cNvPr>
          <p:cNvSpPr>
            <a:spLocks xmlns:a="http://schemas.openxmlformats.org/drawingml/2006/main" noGrp="1"/>
          </p:cNvSpPr>
          <p:nvPr/>
        </p:nvSpPr>
        <p:spPr>
          <a:xfrm xmlns:a="http://schemas.openxmlformats.org/drawingml/2006/main">
            <a:off x="609600" y="2028825"/>
            <a:ext cx="7239000" cy="409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02A43"/>
                </a:solidFill>
                <a:latin typeface="DejaVu Sans Mono"/>
                <a:ea typeface="DejaVu Sans Mono"/>
                <a:cs typeface="DejaVu Sans Mono"/>
              </a:defRPr>
            </a:defPPr>
            <a:lvl1pPr algn="l">
              <a:defRPr sz="1650" b="0">
                <a:solidFill>
                  <a:srgbClr val="102A43"/>
                </a:solidFill>
                <a:latin typeface="DejaVu Sans Mono"/>
                <a:ea typeface="DejaVu Sans Mono"/>
                <a:cs typeface="DejaVu Sans Mono"/>
              </a:defRPr>
            </a:lvl1pPr>
            <a:lvl2pPr algn="l">
              <a:defRPr sz="1650" b="0">
                <a:solidFill>
                  <a:srgbClr val="102A43"/>
                </a:solidFill>
                <a:latin typeface="DejaVu Sans Mono"/>
                <a:ea typeface="DejaVu Sans Mono"/>
                <a:cs typeface="DejaVu Sans Mono"/>
              </a:defRPr>
            </a:lvl2pPr>
            <a:lvl3pPr algn="l">
              <a:defRPr sz="1650" b="0">
                <a:solidFill>
                  <a:srgbClr val="102A43"/>
                </a:solidFill>
                <a:latin typeface="DejaVu Sans Mono"/>
                <a:ea typeface="DejaVu Sans Mono"/>
                <a:cs typeface="DejaVu Sans Mono"/>
              </a:defRPr>
            </a:lvl3pPr>
            <a:lvl4pPr algn="l">
              <a:defRPr sz="1650" b="0">
                <a:solidFill>
                  <a:srgbClr val="102A43"/>
                </a:solidFill>
                <a:latin typeface="DejaVu Sans Mono"/>
                <a:ea typeface="DejaVu Sans Mono"/>
                <a:cs typeface="DejaVu Sans Mono"/>
              </a:defRPr>
            </a:lvl4pPr>
            <a:lvl5pPr algn="l">
              <a:defRPr sz="1650" b="0">
                <a:solidFill>
                  <a:srgbClr val="102A43"/>
                </a:solidFill>
                <a:latin typeface="DejaVu Sans Mono"/>
                <a:ea typeface="DejaVu Sans Mono"/>
                <a:cs typeface="DejaVu Sans Mono"/>
              </a:defRPr>
            </a:lvl5pPr>
            <a:lvl6pPr algn="l">
              <a:defRPr sz="1650" b="0">
                <a:solidFill>
                  <a:srgbClr val="102A43"/>
                </a:solidFill>
                <a:latin typeface="DejaVu Sans Mono"/>
                <a:ea typeface="DejaVu Sans Mono"/>
                <a:cs typeface="DejaVu Sans Mono"/>
              </a:defRPr>
            </a:lvl6pPr>
            <a:lvl7pPr algn="l">
              <a:defRPr sz="1650" b="0">
                <a:solidFill>
                  <a:srgbClr val="102A43"/>
                </a:solidFill>
                <a:latin typeface="DejaVu Sans Mono"/>
                <a:ea typeface="DejaVu Sans Mono"/>
                <a:cs typeface="DejaVu Sans Mono"/>
              </a:defRPr>
            </a:lvl7pPr>
            <a:lvl8pPr algn="l">
              <a:defRPr sz="1650" b="0">
                <a:solidFill>
                  <a:srgbClr val="102A43"/>
                </a:solidFill>
                <a:latin typeface="DejaVu Sans Mono"/>
                <a:ea typeface="DejaVu Sans Mono"/>
                <a:cs typeface="DejaVu Sans Mono"/>
              </a:defRPr>
            </a:lvl8pPr>
            <a:lvl9pPr algn="l">
              <a:defRPr sz="1650" b="0">
                <a:solidFill>
                  <a:srgbClr val="102A43"/>
                </a:solidFill>
                <a:latin typeface="DejaVu Sans Mono"/>
                <a:ea typeface="DejaVu Sans Mono"/>
                <a:cs typeface="DejaVu Sans Mono"/>
              </a:defRPr>
            </a:lvl9pPr>
          </a:lstStyle>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"consentGuid": "SYN-CONSENT-20001",</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"consentTarget": "P2PDS",</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"consentStatus": "GRANT",</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"consentOwner": { ...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"effectiveDate": "2026-10-02",</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"effectiveEndDate": null,</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"coverage": { ...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"transactionDetails": { ...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a:t>
            </a:r>
          </a:p>
        </p:txBody>
      </p:sp>
      <p:sp>
        <p:nvSpPr>
          <p:cNvPr id="5" name="text-39">
            <a:extLst xmlns:a="http://schemas.openxmlformats.org/drawingml/2006/main">
              <a:ext uri="{FF2B5EF4-FFF2-40B4-BE49-F238E27FC236}">
                <a16:creationId xmlns:a16="http://schemas.microsoft.com/office/drawing/2014/main" id="{FECF4868-3F29-49D4-AF3A-000C6BA4B528}"/>
              </a:ext>
            </a:extLst>
          </p:cNvPr>
          <p:cNvSpPr>
            <a:spLocks xmlns:a="http://schemas.openxmlformats.org/drawingml/2006/main" noGrp="1"/>
          </p:cNvSpPr>
          <p:nvPr/>
        </p:nvSpPr>
        <p:spPr>
          <a:xfrm xmlns:a="http://schemas.openxmlformats.org/drawingml/2006/main">
            <a:off x="8286750" y="2057400"/>
            <a:ext cx="3238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defRPr sz="1875" b="0">
                <a:solidFill>
                  <a:srgbClr val="102A43"/>
                </a:solidFill>
                <a:latin typeface="DejaVu Sans"/>
                <a:ea typeface="DejaVu Sans"/>
                <a:cs typeface="DejaVu Sans"/>
              </a:defRPr>
            </a:lvl1pPr>
            <a:lvl2pPr algn="l">
              <a:defRPr sz="1875" b="0">
                <a:solidFill>
                  <a:srgbClr val="102A43"/>
                </a:solidFill>
                <a:latin typeface="DejaVu Sans"/>
                <a:ea typeface="DejaVu Sans"/>
                <a:cs typeface="DejaVu Sans"/>
              </a:defRPr>
            </a:lvl2pPr>
            <a:lvl3pPr algn="l">
              <a:defRPr sz="1875" b="0">
                <a:solidFill>
                  <a:srgbClr val="102A43"/>
                </a:solidFill>
                <a:latin typeface="DejaVu Sans"/>
                <a:ea typeface="DejaVu Sans"/>
                <a:cs typeface="DejaVu Sans"/>
              </a:defRPr>
            </a:lvl3pPr>
            <a:lvl4pPr algn="l">
              <a:defRPr sz="1875" b="0">
                <a:solidFill>
                  <a:srgbClr val="102A43"/>
                </a:solidFill>
                <a:latin typeface="DejaVu Sans"/>
                <a:ea typeface="DejaVu Sans"/>
                <a:cs typeface="DejaVu Sans"/>
              </a:defRPr>
            </a:lvl4pPr>
            <a:lvl5pPr algn="l">
              <a:defRPr sz="1875" b="0">
                <a:solidFill>
                  <a:srgbClr val="102A43"/>
                </a:solidFill>
                <a:latin typeface="DejaVu Sans"/>
                <a:ea typeface="DejaVu Sans"/>
                <a:cs typeface="DejaVu Sans"/>
              </a:defRPr>
            </a:lvl5pPr>
            <a:lvl6pPr algn="l">
              <a:defRPr sz="1875" b="0">
                <a:solidFill>
                  <a:srgbClr val="102A43"/>
                </a:solidFill>
                <a:latin typeface="DejaVu Sans"/>
                <a:ea typeface="DejaVu Sans"/>
                <a:cs typeface="DejaVu Sans"/>
              </a:defRPr>
            </a:lvl6pPr>
            <a:lvl7pPr algn="l">
              <a:defRPr sz="1875" b="0">
                <a:solidFill>
                  <a:srgbClr val="102A43"/>
                </a:solidFill>
                <a:latin typeface="DejaVu Sans"/>
                <a:ea typeface="DejaVu Sans"/>
                <a:cs typeface="DejaVu Sans"/>
              </a:defRPr>
            </a:lvl7pPr>
            <a:lvl8pPr algn="l">
              <a:defRPr sz="1875" b="0">
                <a:solidFill>
                  <a:srgbClr val="102A43"/>
                </a:solidFill>
                <a:latin typeface="DejaVu Sans"/>
                <a:ea typeface="DejaVu Sans"/>
                <a:cs typeface="DejaVu Sans"/>
              </a:defRPr>
            </a:lvl8pPr>
            <a:lvl9pPr algn="l">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Existing GUID selects update</a:t>
            </a:r>
          </a:p>
        </p:txBody>
      </p:sp>
      <p:sp>
        <p:nvSpPr>
          <p:cNvPr id="6" name="text-40">
            <a:extLst xmlns:a="http://schemas.openxmlformats.org/drawingml/2006/main">
              <a:ext uri="{FF2B5EF4-FFF2-40B4-BE49-F238E27FC236}">
                <a16:creationId xmlns:a16="http://schemas.microsoft.com/office/drawing/2014/main" id="{0F2205E2-7BEC-4159-B7CD-2A2C04F8D77E}"/>
              </a:ext>
            </a:extLst>
          </p:cNvPr>
          <p:cNvSpPr>
            <a:spLocks xmlns:a="http://schemas.openxmlformats.org/drawingml/2006/main" noGrp="1"/>
          </p:cNvSpPr>
          <p:nvPr/>
        </p:nvSpPr>
        <p:spPr>
          <a:xfrm xmlns:a="http://schemas.openxmlformats.org/drawingml/2006/main">
            <a:off x="8286750" y="3181350"/>
            <a:ext cx="3238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defRPr sz="1875" b="0">
                <a:solidFill>
                  <a:srgbClr val="102A43"/>
                </a:solidFill>
                <a:latin typeface="DejaVu Sans"/>
                <a:ea typeface="DejaVu Sans"/>
                <a:cs typeface="DejaVu Sans"/>
              </a:defRPr>
            </a:lvl1pPr>
            <a:lvl2pPr algn="l">
              <a:defRPr sz="1875" b="0">
                <a:solidFill>
                  <a:srgbClr val="102A43"/>
                </a:solidFill>
                <a:latin typeface="DejaVu Sans"/>
                <a:ea typeface="DejaVu Sans"/>
                <a:cs typeface="DejaVu Sans"/>
              </a:defRPr>
            </a:lvl2pPr>
            <a:lvl3pPr algn="l">
              <a:defRPr sz="1875" b="0">
                <a:solidFill>
                  <a:srgbClr val="102A43"/>
                </a:solidFill>
                <a:latin typeface="DejaVu Sans"/>
                <a:ea typeface="DejaVu Sans"/>
                <a:cs typeface="DejaVu Sans"/>
              </a:defRPr>
            </a:lvl3pPr>
            <a:lvl4pPr algn="l">
              <a:defRPr sz="1875" b="0">
                <a:solidFill>
                  <a:srgbClr val="102A43"/>
                </a:solidFill>
                <a:latin typeface="DejaVu Sans"/>
                <a:ea typeface="DejaVu Sans"/>
                <a:cs typeface="DejaVu Sans"/>
              </a:defRPr>
            </a:lvl4pPr>
            <a:lvl5pPr algn="l">
              <a:defRPr sz="1875" b="0">
                <a:solidFill>
                  <a:srgbClr val="102A43"/>
                </a:solidFill>
                <a:latin typeface="DejaVu Sans"/>
                <a:ea typeface="DejaVu Sans"/>
                <a:cs typeface="DejaVu Sans"/>
              </a:defRPr>
            </a:lvl5pPr>
            <a:lvl6pPr algn="l">
              <a:defRPr sz="1875" b="0">
                <a:solidFill>
                  <a:srgbClr val="102A43"/>
                </a:solidFill>
                <a:latin typeface="DejaVu Sans"/>
                <a:ea typeface="DejaVu Sans"/>
                <a:cs typeface="DejaVu Sans"/>
              </a:defRPr>
            </a:lvl6pPr>
            <a:lvl7pPr algn="l">
              <a:defRPr sz="1875" b="0">
                <a:solidFill>
                  <a:srgbClr val="102A43"/>
                </a:solidFill>
                <a:latin typeface="DejaVu Sans"/>
                <a:ea typeface="DejaVu Sans"/>
                <a:cs typeface="DejaVu Sans"/>
              </a:defRPr>
            </a:lvl7pPr>
            <a:lvl8pPr algn="l">
              <a:defRPr sz="1875" b="0">
                <a:solidFill>
                  <a:srgbClr val="102A43"/>
                </a:solidFill>
                <a:latin typeface="DejaVu Sans"/>
                <a:ea typeface="DejaVu Sans"/>
                <a:cs typeface="DejaVu Sans"/>
              </a:defRPr>
            </a:lvl8pPr>
            <a:lvl9pPr algn="l">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Coverage accompanies GRANT and RVOKE</a:t>
            </a:r>
          </a:p>
        </p:txBody>
      </p:sp>
      <p:sp>
        <p:nvSpPr>
          <p:cNvPr id="7" name="text-41">
            <a:extLst xmlns:a="http://schemas.openxmlformats.org/drawingml/2006/main">
              <a:ext uri="{FF2B5EF4-FFF2-40B4-BE49-F238E27FC236}">
                <a16:creationId xmlns:a16="http://schemas.microsoft.com/office/drawing/2014/main" id="{C3B7FD0F-4E10-4D47-847F-885C3296A7A7}"/>
              </a:ext>
            </a:extLst>
          </p:cNvPr>
          <p:cNvSpPr>
            <a:spLocks xmlns:a="http://schemas.openxmlformats.org/drawingml/2006/main" noGrp="1"/>
          </p:cNvSpPr>
          <p:nvPr/>
        </p:nvSpPr>
        <p:spPr>
          <a:xfrm xmlns:a="http://schemas.openxmlformats.org/drawingml/2006/main">
            <a:off x="8286750" y="4305300"/>
            <a:ext cx="3238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defRPr sz="1875" b="0">
                <a:solidFill>
                  <a:srgbClr val="102A43"/>
                </a:solidFill>
                <a:latin typeface="DejaVu Sans"/>
                <a:ea typeface="DejaVu Sans"/>
                <a:cs typeface="DejaVu Sans"/>
              </a:defRPr>
            </a:lvl1pPr>
            <a:lvl2pPr algn="l">
              <a:defRPr sz="1875" b="0">
                <a:solidFill>
                  <a:srgbClr val="102A43"/>
                </a:solidFill>
                <a:latin typeface="DejaVu Sans"/>
                <a:ea typeface="DejaVu Sans"/>
                <a:cs typeface="DejaVu Sans"/>
              </a:defRPr>
            </a:lvl2pPr>
            <a:lvl3pPr algn="l">
              <a:defRPr sz="1875" b="0">
                <a:solidFill>
                  <a:srgbClr val="102A43"/>
                </a:solidFill>
                <a:latin typeface="DejaVu Sans"/>
                <a:ea typeface="DejaVu Sans"/>
                <a:cs typeface="DejaVu Sans"/>
              </a:defRPr>
            </a:lvl3pPr>
            <a:lvl4pPr algn="l">
              <a:defRPr sz="1875" b="0">
                <a:solidFill>
                  <a:srgbClr val="102A43"/>
                </a:solidFill>
                <a:latin typeface="DejaVu Sans"/>
                <a:ea typeface="DejaVu Sans"/>
                <a:cs typeface="DejaVu Sans"/>
              </a:defRPr>
            </a:lvl4pPr>
            <a:lvl5pPr algn="l">
              <a:defRPr sz="1875" b="0">
                <a:solidFill>
                  <a:srgbClr val="102A43"/>
                </a:solidFill>
                <a:latin typeface="DejaVu Sans"/>
                <a:ea typeface="DejaVu Sans"/>
                <a:cs typeface="DejaVu Sans"/>
              </a:defRPr>
            </a:lvl5pPr>
            <a:lvl6pPr algn="l">
              <a:defRPr sz="1875" b="0">
                <a:solidFill>
                  <a:srgbClr val="102A43"/>
                </a:solidFill>
                <a:latin typeface="DejaVu Sans"/>
                <a:ea typeface="DejaVu Sans"/>
                <a:cs typeface="DejaVu Sans"/>
              </a:defRPr>
            </a:lvl6pPr>
            <a:lvl7pPr algn="l">
              <a:defRPr sz="1875" b="0">
                <a:solidFill>
                  <a:srgbClr val="102A43"/>
                </a:solidFill>
                <a:latin typeface="DejaVu Sans"/>
                <a:ea typeface="DejaVu Sans"/>
                <a:cs typeface="DejaVu Sans"/>
              </a:defRPr>
            </a:lvl7pPr>
            <a:lvl8pPr algn="l">
              <a:defRPr sz="1875" b="0">
                <a:solidFill>
                  <a:srgbClr val="102A43"/>
                </a:solidFill>
                <a:latin typeface="DejaVu Sans"/>
                <a:ea typeface="DejaVu Sans"/>
                <a:cs typeface="DejaVu Sans"/>
              </a:defRPr>
            </a:lvl8pPr>
            <a:lvl9pPr algn="l">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Each target receives its own POST</a:t>
            </a:r>
          </a:p>
        </p:txBody>
      </p:sp>
    </p:spTree>
    <p:extLst>
      <p:ext uri="{BB962C8B-B14F-4D97-AF65-F5344CB8AC3E}">
        <p14:creationId xmlns:p14="http://schemas.microsoft.com/office/powerpoint/2010/main" val="1634104034"/>
      </p:ext>
    </p:extLst>
  </p:cSld>
</p:sld>
</file>

<file path=ppt/slides/slide13.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3E9C634A-9449-4668-B1FB-4655B2498ED7}"/>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Coverage object</a:t>
            </a:r>
          </a:p>
        </p:txBody>
      </p:sp>
      <p:sp>
        <p:nvSpPr>
          <p:cNvPr id="2" name="text-42">
            <a:extLst xmlns:a="http://schemas.openxmlformats.org/drawingml/2006/main">
              <a:ext uri="{FF2B5EF4-FFF2-40B4-BE49-F238E27FC236}">
                <a16:creationId xmlns:a16="http://schemas.microsoft.com/office/drawing/2014/main" id="{AAFF8051-B86B-4E48-B2CC-3A118DCF236C}"/>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Payer identifiers and subscriber details populate the P2PDS body.</a:t>
            </a:r>
          </a:p>
        </p:txBody>
      </p:sp>
      <p:sp>
        <p:nvSpPr>
          <p:cNvPr id="3" name="slide-number">
            <a:extLst xmlns:a="http://schemas.openxmlformats.org/drawingml/2006/main">
              <a:ext uri="{FF2B5EF4-FFF2-40B4-BE49-F238E27FC236}">
                <a16:creationId xmlns:a16="http://schemas.microsoft.com/office/drawing/2014/main" id="{E88ECEB8-CF56-4C1F-A426-050ADDA4D2EB}"/>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13</a:t>
            </a:r>
          </a:p>
        </p:txBody>
      </p:sp>
      <p:sp>
        <p:nvSpPr>
          <p:cNvPr id="4" name="text-43">
            <a:extLst xmlns:a="http://schemas.openxmlformats.org/drawingml/2006/main">
              <a:ext uri="{FF2B5EF4-FFF2-40B4-BE49-F238E27FC236}">
                <a16:creationId xmlns:a16="http://schemas.microsoft.com/office/drawing/2014/main" id="{F8C155A7-D67D-48FB-8FEF-F7E8D06C6D20}"/>
              </a:ext>
            </a:extLst>
          </p:cNvPr>
          <p:cNvSpPr>
            <a:spLocks xmlns:a="http://schemas.openxmlformats.org/drawingml/2006/main" noGrp="1"/>
          </p:cNvSpPr>
          <p:nvPr/>
        </p:nvSpPr>
        <p:spPr>
          <a:xfrm xmlns:a="http://schemas.openxmlformats.org/drawingml/2006/main">
            <a:off x="609600" y="2000250"/>
            <a:ext cx="10972800" cy="3714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102A43"/>
                </a:solidFill>
                <a:latin typeface="DejaVu Sans Mono"/>
                <a:ea typeface="DejaVu Sans Mono"/>
                <a:cs typeface="DejaVu Sans Mono"/>
              </a:defRPr>
            </a:defPPr>
            <a:lvl1pPr algn="l">
              <a:defRPr sz="1800" b="0">
                <a:solidFill>
                  <a:srgbClr val="102A43"/>
                </a:solidFill>
                <a:latin typeface="DejaVu Sans Mono"/>
                <a:ea typeface="DejaVu Sans Mono"/>
                <a:cs typeface="DejaVu Sans Mono"/>
              </a:defRPr>
            </a:lvl1pPr>
            <a:lvl2pPr algn="l">
              <a:defRPr sz="1800" b="0">
                <a:solidFill>
                  <a:srgbClr val="102A43"/>
                </a:solidFill>
                <a:latin typeface="DejaVu Sans Mono"/>
                <a:ea typeface="DejaVu Sans Mono"/>
                <a:cs typeface="DejaVu Sans Mono"/>
              </a:defRPr>
            </a:lvl2pPr>
            <a:lvl3pPr algn="l">
              <a:defRPr sz="1800" b="0">
                <a:solidFill>
                  <a:srgbClr val="102A43"/>
                </a:solidFill>
                <a:latin typeface="DejaVu Sans Mono"/>
                <a:ea typeface="DejaVu Sans Mono"/>
                <a:cs typeface="DejaVu Sans Mono"/>
              </a:defRPr>
            </a:lvl3pPr>
            <a:lvl4pPr algn="l">
              <a:defRPr sz="1800" b="0">
                <a:solidFill>
                  <a:srgbClr val="102A43"/>
                </a:solidFill>
                <a:latin typeface="DejaVu Sans Mono"/>
                <a:ea typeface="DejaVu Sans Mono"/>
                <a:cs typeface="DejaVu Sans Mono"/>
              </a:defRPr>
            </a:lvl4pPr>
            <a:lvl5pPr algn="l">
              <a:defRPr sz="1800" b="0">
                <a:solidFill>
                  <a:srgbClr val="102A43"/>
                </a:solidFill>
                <a:latin typeface="DejaVu Sans Mono"/>
                <a:ea typeface="DejaVu Sans Mono"/>
                <a:cs typeface="DejaVu Sans Mono"/>
              </a:defRPr>
            </a:lvl5pPr>
            <a:lvl6pPr algn="l">
              <a:defRPr sz="1800" b="0">
                <a:solidFill>
                  <a:srgbClr val="102A43"/>
                </a:solidFill>
                <a:latin typeface="DejaVu Sans Mono"/>
                <a:ea typeface="DejaVu Sans Mono"/>
                <a:cs typeface="DejaVu Sans Mono"/>
              </a:defRPr>
            </a:lvl6pPr>
            <a:lvl7pPr algn="l">
              <a:defRPr sz="1800" b="0">
                <a:solidFill>
                  <a:srgbClr val="102A43"/>
                </a:solidFill>
                <a:latin typeface="DejaVu Sans Mono"/>
                <a:ea typeface="DejaVu Sans Mono"/>
                <a:cs typeface="DejaVu Sans Mono"/>
              </a:defRPr>
            </a:lvl7pPr>
            <a:lvl8pPr algn="l">
              <a:defRPr sz="1800" b="0">
                <a:solidFill>
                  <a:srgbClr val="102A43"/>
                </a:solidFill>
                <a:latin typeface="DejaVu Sans Mono"/>
                <a:ea typeface="DejaVu Sans Mono"/>
                <a:cs typeface="DejaVu Sans Mono"/>
              </a:defRPr>
            </a:lvl8pPr>
            <a:lvl9pPr algn="l">
              <a:defRPr sz="1800" b="0">
                <a:solidFill>
                  <a:srgbClr val="102A43"/>
                </a:solidFill>
                <a:latin typeface="DejaVu Sans Mono"/>
                <a:ea typeface="DejaVu Sans Mono"/>
                <a:cs typeface="DejaVu Sans Mono"/>
              </a:defRPr>
            </a:lvl9pPr>
          </a:lstStyle>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"coverage": {</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"payerId": "SYN-PAYER",</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"otherPayerMemberId": "SYN-POL-1001",</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"groupNumber": "SYN-GRP-01",</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"policyHolderFirstName": "Alex",</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"policyHolderLastName": "Example",</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"policyHolderMiddleName": "Q",</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"policyHolderGender": "F",</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"policyHolderDateOfBirth": "1980-01-02",</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"relationshipToPolicyHolder": "SELF"</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a:t>
            </a:r>
          </a:p>
        </p:txBody>
      </p:sp>
      <p:sp>
        <p:nvSpPr>
          <p:cNvPr id="5" name="text-44">
            <a:extLst xmlns:a="http://schemas.openxmlformats.org/drawingml/2006/main">
              <a:ext uri="{FF2B5EF4-FFF2-40B4-BE49-F238E27FC236}">
                <a16:creationId xmlns:a16="http://schemas.microsoft.com/office/drawing/2014/main" id="{FBE446EE-5E99-4580-84C2-34A01EE6BE67}"/>
              </a:ext>
            </a:extLst>
          </p:cNvPr>
          <p:cNvSpPr>
            <a:spLocks xmlns:a="http://schemas.openxmlformats.org/drawingml/2006/main" noGrp="1"/>
          </p:cNvSpPr>
          <p:nvPr/>
        </p:nvSpPr>
        <p:spPr>
          <a:xfrm xmlns:a="http://schemas.openxmlformats.org/drawingml/2006/main">
            <a:off x="609600" y="5905500"/>
            <a:ext cx="108585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526778"/>
                </a:solidFill>
                <a:latin typeface="DejaVu Sans"/>
                <a:ea typeface="DejaVu Sans"/>
                <a:cs typeface="DejaVu Sans"/>
              </a:defRPr>
            </a:defPPr>
            <a:lvl1pPr algn="l">
              <a:defRPr sz="1725" b="0">
                <a:solidFill>
                  <a:srgbClr val="526778"/>
                </a:solidFill>
                <a:latin typeface="DejaVu Sans"/>
                <a:ea typeface="DejaVu Sans"/>
                <a:cs typeface="DejaVu Sans"/>
              </a:defRPr>
            </a:lvl1pPr>
            <a:lvl2pPr algn="l">
              <a:defRPr sz="1725" b="0">
                <a:solidFill>
                  <a:srgbClr val="526778"/>
                </a:solidFill>
                <a:latin typeface="DejaVu Sans"/>
                <a:ea typeface="DejaVu Sans"/>
                <a:cs typeface="DejaVu Sans"/>
              </a:defRPr>
            </a:lvl2pPr>
            <a:lvl3pPr algn="l">
              <a:defRPr sz="1725" b="0">
                <a:solidFill>
                  <a:srgbClr val="526778"/>
                </a:solidFill>
                <a:latin typeface="DejaVu Sans"/>
                <a:ea typeface="DejaVu Sans"/>
                <a:cs typeface="DejaVu Sans"/>
              </a:defRPr>
            </a:lvl3pPr>
            <a:lvl4pPr algn="l">
              <a:defRPr sz="1725" b="0">
                <a:solidFill>
                  <a:srgbClr val="526778"/>
                </a:solidFill>
                <a:latin typeface="DejaVu Sans"/>
                <a:ea typeface="DejaVu Sans"/>
                <a:cs typeface="DejaVu Sans"/>
              </a:defRPr>
            </a:lvl4pPr>
            <a:lvl5pPr algn="l">
              <a:defRPr sz="1725" b="0">
                <a:solidFill>
                  <a:srgbClr val="526778"/>
                </a:solidFill>
                <a:latin typeface="DejaVu Sans"/>
                <a:ea typeface="DejaVu Sans"/>
                <a:cs typeface="DejaVu Sans"/>
              </a:defRPr>
            </a:lvl5pPr>
            <a:lvl6pPr algn="l">
              <a:defRPr sz="1725" b="0">
                <a:solidFill>
                  <a:srgbClr val="526778"/>
                </a:solidFill>
                <a:latin typeface="DejaVu Sans"/>
                <a:ea typeface="DejaVu Sans"/>
                <a:cs typeface="DejaVu Sans"/>
              </a:defRPr>
            </a:lvl6pPr>
            <a:lvl7pPr algn="l">
              <a:defRPr sz="1725" b="0">
                <a:solidFill>
                  <a:srgbClr val="526778"/>
                </a:solidFill>
                <a:latin typeface="DejaVu Sans"/>
                <a:ea typeface="DejaVu Sans"/>
                <a:cs typeface="DejaVu Sans"/>
              </a:defRPr>
            </a:lvl7pPr>
            <a:lvl8pPr algn="l">
              <a:defRPr sz="1725" b="0">
                <a:solidFill>
                  <a:srgbClr val="526778"/>
                </a:solidFill>
                <a:latin typeface="DejaVu Sans"/>
                <a:ea typeface="DejaVu Sans"/>
                <a:cs typeface="DejaVu Sans"/>
              </a:defRPr>
            </a:lvl8pPr>
            <a:lvl9pPr algn="l">
              <a:defRPr sz="1725" b="0">
                <a:solidFill>
                  <a:srgbClr val="526778"/>
                </a:solidFill>
                <a:latin typeface="DejaVu Sans"/>
                <a:ea typeface="DejaVu Sans"/>
                <a:cs typeface="DejaVu Sans"/>
              </a:defRPr>
            </a:lvl9pPr>
          </a:lstStyle>
          <a:p xmlns:a="http://schemas.openxmlformats.org/drawingml/2006/main">
            <a:pPr algn="l">
              <a:lnSpc>
                <a:spcPct val="115000"/>
              </a:lnSpc>
              <a:buNone/>
              <a:defRPr sz="1725" b="0">
                <a:solidFill>
                  <a:srgbClr val="526778"/>
                </a:solidFill>
                <a:latin typeface="DejaVu Sans"/>
                <a:ea typeface="DejaVu Sans"/>
                <a:cs typeface="DejaVu Sans"/>
              </a:defRPr>
            </a:pPr>
            <a:r>
              <a:rPr sz="1725" b="0">
                <a:solidFill>
                  <a:srgbClr val="526778"/>
                </a:solidFill>
                <a:latin typeface="DejaVu Sans"/>
                <a:ea typeface="DejaVu Sans"/>
                <a:cs typeface="DejaVu Sans"/>
              </a:rPr>
              <a:t>Payer ID, policy ID and a mapped relationship are required in this POC.</a:t>
            </a:r>
          </a:p>
        </p:txBody>
      </p:sp>
    </p:spTree>
    <p:extLst>
      <p:ext uri="{BB962C8B-B14F-4D97-AF65-F5344CB8AC3E}">
        <p14:creationId xmlns:p14="http://schemas.microsoft.com/office/powerpoint/2010/main" val="167339642"/>
      </p:ext>
    </p:extLst>
  </p:cSld>
</p:sld>
</file>

<file path=ppt/slides/slide14.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8C693E67-1E05-4ABE-A514-E7D596143E1F}"/>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Transaction details</a:t>
            </a:r>
          </a:p>
        </p:txBody>
      </p:sp>
      <p:sp>
        <p:nvSpPr>
          <p:cNvPr id="2" name="text-45">
            <a:extLst xmlns:a="http://schemas.openxmlformats.org/drawingml/2006/main">
              <a:ext uri="{FF2B5EF4-FFF2-40B4-BE49-F238E27FC236}">
                <a16:creationId xmlns:a16="http://schemas.microsoft.com/office/drawing/2014/main" id="{DCB7939D-0FB0-474E-B4F1-26B6F9064C68}"/>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The consent manager can differ from the owner.</a:t>
            </a:r>
          </a:p>
        </p:txBody>
      </p:sp>
      <p:sp>
        <p:nvSpPr>
          <p:cNvPr id="3" name="slide-number">
            <a:extLst xmlns:a="http://schemas.openxmlformats.org/drawingml/2006/main">
              <a:ext uri="{FF2B5EF4-FFF2-40B4-BE49-F238E27FC236}">
                <a16:creationId xmlns:a16="http://schemas.microsoft.com/office/drawing/2014/main" id="{75C77480-B6FD-48D1-AF1C-C296BA5419FA}"/>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14</a:t>
            </a:r>
          </a:p>
        </p:txBody>
      </p:sp>
      <p:sp>
        <p:nvSpPr>
          <p:cNvPr id="4" name="text-46">
            <a:extLst xmlns:a="http://schemas.openxmlformats.org/drawingml/2006/main">
              <a:ext uri="{FF2B5EF4-FFF2-40B4-BE49-F238E27FC236}">
                <a16:creationId xmlns:a16="http://schemas.microsoft.com/office/drawing/2014/main" id="{FEE6ECE6-9562-4C57-9052-045F05F680D4}"/>
              </a:ext>
            </a:extLst>
          </p:cNvPr>
          <p:cNvSpPr>
            <a:spLocks xmlns:a="http://schemas.openxmlformats.org/drawingml/2006/main" noGrp="1"/>
          </p:cNvSpPr>
          <p:nvPr/>
        </p:nvSpPr>
        <p:spPr>
          <a:xfrm xmlns:a="http://schemas.openxmlformats.org/drawingml/2006/main">
            <a:off x="609600" y="2028825"/>
            <a:ext cx="7239000" cy="409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02A43"/>
                </a:solidFill>
                <a:latin typeface="DejaVu Sans Mono"/>
                <a:ea typeface="DejaVu Sans Mono"/>
                <a:cs typeface="DejaVu Sans Mono"/>
              </a:defRPr>
            </a:defPPr>
            <a:lvl1pPr algn="l">
              <a:defRPr sz="1650" b="0">
                <a:solidFill>
                  <a:srgbClr val="102A43"/>
                </a:solidFill>
                <a:latin typeface="DejaVu Sans Mono"/>
                <a:ea typeface="DejaVu Sans Mono"/>
                <a:cs typeface="DejaVu Sans Mono"/>
              </a:defRPr>
            </a:lvl1pPr>
            <a:lvl2pPr algn="l">
              <a:defRPr sz="1650" b="0">
                <a:solidFill>
                  <a:srgbClr val="102A43"/>
                </a:solidFill>
                <a:latin typeface="DejaVu Sans Mono"/>
                <a:ea typeface="DejaVu Sans Mono"/>
                <a:cs typeface="DejaVu Sans Mono"/>
              </a:defRPr>
            </a:lvl2pPr>
            <a:lvl3pPr algn="l">
              <a:defRPr sz="1650" b="0">
                <a:solidFill>
                  <a:srgbClr val="102A43"/>
                </a:solidFill>
                <a:latin typeface="DejaVu Sans Mono"/>
                <a:ea typeface="DejaVu Sans Mono"/>
                <a:cs typeface="DejaVu Sans Mono"/>
              </a:defRPr>
            </a:lvl3pPr>
            <a:lvl4pPr algn="l">
              <a:defRPr sz="1650" b="0">
                <a:solidFill>
                  <a:srgbClr val="102A43"/>
                </a:solidFill>
                <a:latin typeface="DejaVu Sans Mono"/>
                <a:ea typeface="DejaVu Sans Mono"/>
                <a:cs typeface="DejaVu Sans Mono"/>
              </a:defRPr>
            </a:lvl4pPr>
            <a:lvl5pPr algn="l">
              <a:defRPr sz="1650" b="0">
                <a:solidFill>
                  <a:srgbClr val="102A43"/>
                </a:solidFill>
                <a:latin typeface="DejaVu Sans Mono"/>
                <a:ea typeface="DejaVu Sans Mono"/>
                <a:cs typeface="DejaVu Sans Mono"/>
              </a:defRPr>
            </a:lvl5pPr>
            <a:lvl6pPr algn="l">
              <a:defRPr sz="1650" b="0">
                <a:solidFill>
                  <a:srgbClr val="102A43"/>
                </a:solidFill>
                <a:latin typeface="DejaVu Sans Mono"/>
                <a:ea typeface="DejaVu Sans Mono"/>
                <a:cs typeface="DejaVu Sans Mono"/>
              </a:defRPr>
            </a:lvl6pPr>
            <a:lvl7pPr algn="l">
              <a:defRPr sz="1650" b="0">
                <a:solidFill>
                  <a:srgbClr val="102A43"/>
                </a:solidFill>
                <a:latin typeface="DejaVu Sans Mono"/>
                <a:ea typeface="DejaVu Sans Mono"/>
                <a:cs typeface="DejaVu Sans Mono"/>
              </a:defRPr>
            </a:lvl7pPr>
            <a:lvl8pPr algn="l">
              <a:defRPr sz="1650" b="0">
                <a:solidFill>
                  <a:srgbClr val="102A43"/>
                </a:solidFill>
                <a:latin typeface="DejaVu Sans Mono"/>
                <a:ea typeface="DejaVu Sans Mono"/>
                <a:cs typeface="DejaVu Sans Mono"/>
              </a:defRPr>
            </a:lvl8pPr>
            <a:lvl9pPr algn="l">
              <a:defRPr sz="1650" b="0">
                <a:solidFill>
                  <a:srgbClr val="102A43"/>
                </a:solidFill>
                <a:latin typeface="DejaVu Sans Mono"/>
                <a:ea typeface="DejaVu Sans Mono"/>
                <a:cs typeface="DejaVu Sans Mono"/>
              </a:defRPr>
            </a:lvl9pPr>
          </a:lstStyle>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"transactionDetails":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"sourceSystem": "MDB",</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"sourceDateTime":</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"2026-10-27T12:00:00Z",</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"sourceTransactionIdentifier":</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"synthetic.demo",</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"consentManager":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"contract": "990000003",</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"pin": "XYZ",</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"contractMemberGuid": "SYN-GUARDIAN-3"</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a:t>
            </a:r>
          </a:p>
        </p:txBody>
      </p:sp>
      <p:sp>
        <p:nvSpPr>
          <p:cNvPr id="5" name="text-47">
            <a:extLst xmlns:a="http://schemas.openxmlformats.org/drawingml/2006/main">
              <a:ext uri="{FF2B5EF4-FFF2-40B4-BE49-F238E27FC236}">
                <a16:creationId xmlns:a16="http://schemas.microsoft.com/office/drawing/2014/main" id="{46CC9C1A-C801-4159-8B1C-37F6C6AB224B}"/>
              </a:ext>
            </a:extLst>
          </p:cNvPr>
          <p:cNvSpPr>
            <a:spLocks xmlns:a="http://schemas.openxmlformats.org/drawingml/2006/main" noGrp="1"/>
          </p:cNvSpPr>
          <p:nvPr/>
        </p:nvSpPr>
        <p:spPr>
          <a:xfrm xmlns:a="http://schemas.openxmlformats.org/drawingml/2006/main">
            <a:off x="8286750" y="20574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defRPr sz="1875" b="0">
                <a:solidFill>
                  <a:srgbClr val="102A43"/>
                </a:solidFill>
                <a:latin typeface="DejaVu Sans"/>
                <a:ea typeface="DejaVu Sans"/>
                <a:cs typeface="DejaVu Sans"/>
              </a:defRPr>
            </a:lvl1pPr>
            <a:lvl2pPr algn="l">
              <a:defRPr sz="1875" b="0">
                <a:solidFill>
                  <a:srgbClr val="102A43"/>
                </a:solidFill>
                <a:latin typeface="DejaVu Sans"/>
                <a:ea typeface="DejaVu Sans"/>
                <a:cs typeface="DejaVu Sans"/>
              </a:defRPr>
            </a:lvl2pPr>
            <a:lvl3pPr algn="l">
              <a:defRPr sz="1875" b="0">
                <a:solidFill>
                  <a:srgbClr val="102A43"/>
                </a:solidFill>
                <a:latin typeface="DejaVu Sans"/>
                <a:ea typeface="DejaVu Sans"/>
                <a:cs typeface="DejaVu Sans"/>
              </a:defRPr>
            </a:lvl3pPr>
            <a:lvl4pPr algn="l">
              <a:defRPr sz="1875" b="0">
                <a:solidFill>
                  <a:srgbClr val="102A43"/>
                </a:solidFill>
                <a:latin typeface="DejaVu Sans"/>
                <a:ea typeface="DejaVu Sans"/>
                <a:cs typeface="DejaVu Sans"/>
              </a:defRPr>
            </a:lvl4pPr>
            <a:lvl5pPr algn="l">
              <a:defRPr sz="1875" b="0">
                <a:solidFill>
                  <a:srgbClr val="102A43"/>
                </a:solidFill>
                <a:latin typeface="DejaVu Sans"/>
                <a:ea typeface="DejaVu Sans"/>
                <a:cs typeface="DejaVu Sans"/>
              </a:defRPr>
            </a:lvl5pPr>
            <a:lvl6pPr algn="l">
              <a:defRPr sz="1875" b="0">
                <a:solidFill>
                  <a:srgbClr val="102A43"/>
                </a:solidFill>
                <a:latin typeface="DejaVu Sans"/>
                <a:ea typeface="DejaVu Sans"/>
                <a:cs typeface="DejaVu Sans"/>
              </a:defRPr>
            </a:lvl6pPr>
            <a:lvl7pPr algn="l">
              <a:defRPr sz="1875" b="0">
                <a:solidFill>
                  <a:srgbClr val="102A43"/>
                </a:solidFill>
                <a:latin typeface="DejaVu Sans"/>
                <a:ea typeface="DejaVu Sans"/>
                <a:cs typeface="DejaVu Sans"/>
              </a:defRPr>
            </a:lvl7pPr>
            <a:lvl8pPr algn="l">
              <a:defRPr sz="1875" b="0">
                <a:solidFill>
                  <a:srgbClr val="102A43"/>
                </a:solidFill>
                <a:latin typeface="DejaVu Sans"/>
                <a:ea typeface="DejaVu Sans"/>
                <a:cs typeface="DejaVu Sans"/>
              </a:defRPr>
            </a:lvl8pPr>
            <a:lvl9pPr algn="l">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Source metadata comes from config</a:t>
            </a:r>
          </a:p>
        </p:txBody>
      </p:sp>
      <p:sp>
        <p:nvSpPr>
          <p:cNvPr id="6" name="text-48">
            <a:extLst xmlns:a="http://schemas.openxmlformats.org/drawingml/2006/main">
              <a:ext uri="{FF2B5EF4-FFF2-40B4-BE49-F238E27FC236}">
                <a16:creationId xmlns:a16="http://schemas.microsoft.com/office/drawing/2014/main" id="{4612317C-A4C6-470B-9DC7-B21D1238D672}"/>
              </a:ext>
            </a:extLst>
          </p:cNvPr>
          <p:cNvSpPr>
            <a:spLocks xmlns:a="http://schemas.openxmlformats.org/drawingml/2006/main" noGrp="1"/>
          </p:cNvSpPr>
          <p:nvPr/>
        </p:nvSpPr>
        <p:spPr>
          <a:xfrm xmlns:a="http://schemas.openxmlformats.org/drawingml/2006/main">
            <a:off x="8286750" y="31623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defRPr sz="1875" b="0">
                <a:solidFill>
                  <a:srgbClr val="102A43"/>
                </a:solidFill>
                <a:latin typeface="DejaVu Sans"/>
                <a:ea typeface="DejaVu Sans"/>
                <a:cs typeface="DejaVu Sans"/>
              </a:defRPr>
            </a:lvl1pPr>
            <a:lvl2pPr algn="l">
              <a:defRPr sz="1875" b="0">
                <a:solidFill>
                  <a:srgbClr val="102A43"/>
                </a:solidFill>
                <a:latin typeface="DejaVu Sans"/>
                <a:ea typeface="DejaVu Sans"/>
                <a:cs typeface="DejaVu Sans"/>
              </a:defRPr>
            </a:lvl2pPr>
            <a:lvl3pPr algn="l">
              <a:defRPr sz="1875" b="0">
                <a:solidFill>
                  <a:srgbClr val="102A43"/>
                </a:solidFill>
                <a:latin typeface="DejaVu Sans"/>
                <a:ea typeface="DejaVu Sans"/>
                <a:cs typeface="DejaVu Sans"/>
              </a:defRPr>
            </a:lvl3pPr>
            <a:lvl4pPr algn="l">
              <a:defRPr sz="1875" b="0">
                <a:solidFill>
                  <a:srgbClr val="102A43"/>
                </a:solidFill>
                <a:latin typeface="DejaVu Sans"/>
                <a:ea typeface="DejaVu Sans"/>
                <a:cs typeface="DejaVu Sans"/>
              </a:defRPr>
            </a:lvl4pPr>
            <a:lvl5pPr algn="l">
              <a:defRPr sz="1875" b="0">
                <a:solidFill>
                  <a:srgbClr val="102A43"/>
                </a:solidFill>
                <a:latin typeface="DejaVu Sans"/>
                <a:ea typeface="DejaVu Sans"/>
                <a:cs typeface="DejaVu Sans"/>
              </a:defRPr>
            </a:lvl5pPr>
            <a:lvl6pPr algn="l">
              <a:defRPr sz="1875" b="0">
                <a:solidFill>
                  <a:srgbClr val="102A43"/>
                </a:solidFill>
                <a:latin typeface="DejaVu Sans"/>
                <a:ea typeface="DejaVu Sans"/>
                <a:cs typeface="DejaVu Sans"/>
              </a:defRPr>
            </a:lvl6pPr>
            <a:lvl7pPr algn="l">
              <a:defRPr sz="1875" b="0">
                <a:solidFill>
                  <a:srgbClr val="102A43"/>
                </a:solidFill>
                <a:latin typeface="DejaVu Sans"/>
                <a:ea typeface="DejaVu Sans"/>
                <a:cs typeface="DejaVu Sans"/>
              </a:defRPr>
            </a:lvl7pPr>
            <a:lvl8pPr algn="l">
              <a:defRPr sz="1875" b="0">
                <a:solidFill>
                  <a:srgbClr val="102A43"/>
                </a:solidFill>
                <a:latin typeface="DejaVu Sans"/>
                <a:ea typeface="DejaVu Sans"/>
                <a:cs typeface="DejaVu Sans"/>
              </a:defRPr>
            </a:lvl8pPr>
            <a:lvl9pPr algn="l">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Normal timestamps use UTC</a:t>
            </a:r>
          </a:p>
        </p:txBody>
      </p:sp>
      <p:sp>
        <p:nvSpPr>
          <p:cNvPr id="7" name="text-49">
            <a:extLst xmlns:a="http://schemas.openxmlformats.org/drawingml/2006/main">
              <a:ext uri="{FF2B5EF4-FFF2-40B4-BE49-F238E27FC236}">
                <a16:creationId xmlns:a16="http://schemas.microsoft.com/office/drawing/2014/main" id="{3AF6E700-14E1-4446-88B2-94A885A8576F}"/>
              </a:ext>
            </a:extLst>
          </p:cNvPr>
          <p:cNvSpPr>
            <a:spLocks xmlns:a="http://schemas.openxmlformats.org/drawingml/2006/main" noGrp="1"/>
          </p:cNvSpPr>
          <p:nvPr/>
        </p:nvSpPr>
        <p:spPr>
          <a:xfrm xmlns:a="http://schemas.openxmlformats.org/drawingml/2006/main">
            <a:off x="8286750" y="42672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defRPr sz="1875" b="0">
                <a:solidFill>
                  <a:srgbClr val="102A43"/>
                </a:solidFill>
                <a:latin typeface="DejaVu Sans"/>
                <a:ea typeface="DejaVu Sans"/>
                <a:cs typeface="DejaVu Sans"/>
              </a:defRPr>
            </a:lvl1pPr>
            <a:lvl2pPr algn="l">
              <a:defRPr sz="1875" b="0">
                <a:solidFill>
                  <a:srgbClr val="102A43"/>
                </a:solidFill>
                <a:latin typeface="DejaVu Sans"/>
                <a:ea typeface="DejaVu Sans"/>
                <a:cs typeface="DejaVu Sans"/>
              </a:defRPr>
            </a:lvl2pPr>
            <a:lvl3pPr algn="l">
              <a:defRPr sz="1875" b="0">
                <a:solidFill>
                  <a:srgbClr val="102A43"/>
                </a:solidFill>
                <a:latin typeface="DejaVu Sans"/>
                <a:ea typeface="DejaVu Sans"/>
                <a:cs typeface="DejaVu Sans"/>
              </a:defRPr>
            </a:lvl3pPr>
            <a:lvl4pPr algn="l">
              <a:defRPr sz="1875" b="0">
                <a:solidFill>
                  <a:srgbClr val="102A43"/>
                </a:solidFill>
                <a:latin typeface="DejaVu Sans"/>
                <a:ea typeface="DejaVu Sans"/>
                <a:cs typeface="DejaVu Sans"/>
              </a:defRPr>
            </a:lvl4pPr>
            <a:lvl5pPr algn="l">
              <a:defRPr sz="1875" b="0">
                <a:solidFill>
                  <a:srgbClr val="102A43"/>
                </a:solidFill>
                <a:latin typeface="DejaVu Sans"/>
                <a:ea typeface="DejaVu Sans"/>
                <a:cs typeface="DejaVu Sans"/>
              </a:defRPr>
            </a:lvl5pPr>
            <a:lvl6pPr algn="l">
              <a:defRPr sz="1875" b="0">
                <a:solidFill>
                  <a:srgbClr val="102A43"/>
                </a:solidFill>
                <a:latin typeface="DejaVu Sans"/>
                <a:ea typeface="DejaVu Sans"/>
                <a:cs typeface="DejaVu Sans"/>
              </a:defRPr>
            </a:lvl6pPr>
            <a:lvl7pPr algn="l">
              <a:defRPr sz="1875" b="0">
                <a:solidFill>
                  <a:srgbClr val="102A43"/>
                </a:solidFill>
                <a:latin typeface="DejaVu Sans"/>
                <a:ea typeface="DejaVu Sans"/>
                <a:cs typeface="DejaVu Sans"/>
              </a:defRPr>
            </a:lvl7pPr>
            <a:lvl8pPr algn="l">
              <a:defRPr sz="1875" b="0">
                <a:solidFill>
                  <a:srgbClr val="102A43"/>
                </a:solidFill>
                <a:latin typeface="DejaVu Sans"/>
                <a:ea typeface="DejaVu Sans"/>
                <a:cs typeface="DejaVu Sans"/>
              </a:defRPr>
            </a:lvl8pPr>
            <a:lvl9pPr algn="l">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Save the timestamp with the member plan</a:t>
            </a:r>
          </a:p>
        </p:txBody>
      </p:sp>
    </p:spTree>
    <p:extLst>
      <p:ext uri="{BB962C8B-B14F-4D97-AF65-F5344CB8AC3E}">
        <p14:creationId xmlns:p14="http://schemas.microsoft.com/office/powerpoint/2010/main" val="1054441900"/>
      </p:ext>
    </p:extLst>
  </p:cSld>
</p:sld>
</file>

<file path=ppt/slides/slide15.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20816325-588F-4F82-8C82-5704D40E6CDA}"/>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Consent validation rules</a:t>
            </a:r>
          </a:p>
        </p:txBody>
      </p:sp>
      <p:sp>
        <p:nvSpPr>
          <p:cNvPr id="2" name="text-50">
            <a:extLst xmlns:a="http://schemas.openxmlformats.org/drawingml/2006/main">
              <a:ext uri="{FF2B5EF4-FFF2-40B4-BE49-F238E27FC236}">
                <a16:creationId xmlns:a16="http://schemas.microsoft.com/office/drawing/2014/main" id="{BAA04387-D0EA-47A9-97E0-C7FCEF910424}"/>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Invalid populated intent prevents the entire file from reaching upsert.</a:t>
            </a:r>
          </a:p>
        </p:txBody>
      </p:sp>
      <p:sp>
        <p:nvSpPr>
          <p:cNvPr id="3" name="slide-number">
            <a:extLst xmlns:a="http://schemas.openxmlformats.org/drawingml/2006/main">
              <a:ext uri="{FF2B5EF4-FFF2-40B4-BE49-F238E27FC236}">
                <a16:creationId xmlns:a16="http://schemas.microsoft.com/office/drawing/2014/main" id="{E06A5DA9-18EE-4A5B-BEEB-5DC9851B48D7}"/>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15</a:t>
            </a:r>
          </a:p>
        </p:txBody>
      </p:sp>
      <p:graphicFrame>
        <p:nvGraphicFramePr>
          <p:cNvPr id="4" name="">
            <a:extLst xmlns:a="http://schemas.openxmlformats.org/drawingml/2006/main">
              <a:ext uri="{FF2B5EF4-FFF2-40B4-BE49-F238E27FC236}">
                <a16:creationId xmlns:a16="http://schemas.microsoft.com/office/drawing/2014/main" id="{8D6328BD-9C68-45AA-B130-5A94396235B3}"/>
              </a:ext>
            </a:extLst>
          </p:cNvPr>
          <p:cNvGraphicFramePr/>
          <p:nvPr/>
        </p:nvGraphicFramePr>
        <p:xfrm>
          <a:off xmlns:a="http://schemas.openxmlformats.org/drawingml/2006/main" x="609600" y="2000250"/>
          <a:ext xmlns:a="http://schemas.openxmlformats.org/drawingml/2006/main" cx="10972800" cy="4171950"/>
        </p:xfrm>
        <a:graphic xmlns:a="http://schemas.openxmlformats.org/drawingml/2006/main">
          <a:graphicData uri="http://schemas.openxmlformats.org/drawingml/2006/table">
            <a:tbl>
              <a:tblPr/>
              <a:tblGrid>
                <a:gridCol w="3429000"/>
                <a:gridCol w="7543800"/>
              </a:tblGrid>
              <a:tr h="695325">
                <a:tc>
                  <a:txBody>
                    <a:bodyPr wrap="square" lIns="76200" tIns="76200" rIns="76200" bIns="76200">
                      <a:noAutofit/>
                    </a:bodyPr>
                    <a:lstStyle/>
                    <a:p>
                      <a:r>
                        <a:rPr sz="1800" b="1">
                          <a:solidFill>
                            <a:srgbClr val="FFFFFF"/>
                          </a:solidFill>
                          <a:latin typeface="DejaVu Sans"/>
                          <a:ea typeface="DejaVu Sans"/>
                          <a:cs typeface="DejaVu Sans"/>
                        </a:rPr>
                        <a:t>Condition</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Behavior</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Blank or null preference</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Skip that target</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Missing preference field</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Reject possible layout mismatch</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Unknown preference or relationship</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Reject without guessing a code</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Populated consent with invalid date</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Reject strict date conversion</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Invalid or unresolved identity</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Reject, including a PIN with length other than three</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bl>
          </a:graphicData>
        </a:graphic>
      </p:graphicFrame>
    </p:spTree>
    <p:extLst>
      <p:ext uri="{BB962C8B-B14F-4D97-AF65-F5344CB8AC3E}">
        <p14:creationId xmlns:p14="http://schemas.microsoft.com/office/powerpoint/2010/main" val="1685845157"/>
      </p:ext>
    </p:extLst>
  </p:cSld>
</p:sld>
</file>

<file path=ppt/slides/slide16.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cxnSp>
        <p:nvCxnSpPr>
          <p:cNvPr id="10" name="">
            <a:extLst xmlns:a="http://schemas.openxmlformats.org/drawingml/2006/main">
              <a:ext uri="{FF2B5EF4-FFF2-40B4-BE49-F238E27FC236}">
                <a16:creationId xmlns:a16="http://schemas.microsoft.com/office/drawing/2014/main" id="{0176AFD6-E9A1-4D1A-8938-363278641CE0}"/>
              </a:ext>
            </a:extLst>
          </p:cNvPr>
          <p:cNvCxnSpPr>
            <a:stCxn xmlns:a="http://schemas.openxmlformats.org/drawingml/2006/main" id="6" idx="3"/>
            <a:endCxn xmlns:a="http://schemas.openxmlformats.org/drawingml/2006/main" id="7" idx="1"/>
          </p:cNvCxnSpPr>
          <p:nvPr/>
        </p:nvCxnSpPr>
        <p:spPr>
          <a:xfrm xmlns:a="http://schemas.openxmlformats.org/drawingml/2006/main">
            <a:off x="8629650" y="2581275"/>
            <a:ext cx="43815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cxnSp>
        <p:nvCxnSpPr>
          <p:cNvPr id="9" name="">
            <a:extLst xmlns:a="http://schemas.openxmlformats.org/drawingml/2006/main">
              <a:ext uri="{FF2B5EF4-FFF2-40B4-BE49-F238E27FC236}">
                <a16:creationId xmlns:a16="http://schemas.microsoft.com/office/drawing/2014/main" id="{78F69E09-6ABA-474E-B647-87F9B0522EE8}"/>
              </a:ext>
            </a:extLst>
          </p:cNvPr>
          <p:cNvCxnSpPr>
            <a:stCxn xmlns:a="http://schemas.openxmlformats.org/drawingml/2006/main" id="5" idx="3"/>
            <a:endCxn xmlns:a="http://schemas.openxmlformats.org/drawingml/2006/main" id="6" idx="1"/>
          </p:cNvCxnSpPr>
          <p:nvPr/>
        </p:nvCxnSpPr>
        <p:spPr>
          <a:xfrm xmlns:a="http://schemas.openxmlformats.org/drawingml/2006/main">
            <a:off x="5810250" y="2581275"/>
            <a:ext cx="43815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cxnSp>
        <p:nvCxnSpPr>
          <p:cNvPr id="8" name="">
            <a:extLst xmlns:a="http://schemas.openxmlformats.org/drawingml/2006/main">
              <a:ext uri="{FF2B5EF4-FFF2-40B4-BE49-F238E27FC236}">
                <a16:creationId xmlns:a16="http://schemas.microsoft.com/office/drawing/2014/main" id="{9BBEB944-2331-4E26-B739-556D9087D988}"/>
              </a:ext>
            </a:extLst>
          </p:cNvPr>
          <p:cNvCxnSpPr>
            <a:stCxn xmlns:a="http://schemas.openxmlformats.org/drawingml/2006/main" id="4" idx="3"/>
            <a:endCxn xmlns:a="http://schemas.openxmlformats.org/drawingml/2006/main" id="5" idx="1"/>
          </p:cNvCxnSpPr>
          <p:nvPr/>
        </p:nvCxnSpPr>
        <p:spPr>
          <a:xfrm xmlns:a="http://schemas.openxmlformats.org/drawingml/2006/main">
            <a:off x="2990850" y="2581275"/>
            <a:ext cx="43815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sp>
        <p:nvSpPr>
          <p:cNvPr id="13" name="slide-title">
            <a:extLst xmlns:a="http://schemas.openxmlformats.org/drawingml/2006/main">
              <a:ext uri="{FF2B5EF4-FFF2-40B4-BE49-F238E27FC236}">
                <a16:creationId xmlns:a16="http://schemas.microsoft.com/office/drawing/2014/main" id="{89EDB384-7D8A-486D-A9E7-CD6E6AB87A91}"/>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Whole-file preflight</a:t>
            </a:r>
          </a:p>
        </p:txBody>
      </p:sp>
      <p:sp>
        <p:nvSpPr>
          <p:cNvPr id="2" name="text-51">
            <a:extLst xmlns:a="http://schemas.openxmlformats.org/drawingml/2006/main">
              <a:ext uri="{FF2B5EF4-FFF2-40B4-BE49-F238E27FC236}">
                <a16:creationId xmlns:a16="http://schemas.microsoft.com/office/drawing/2014/main" id="{0D5FDD04-724E-436B-99B9-E29B494168E1}"/>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Parsing, consent validation and lookup must all finish before the first upsert.</a:t>
            </a:r>
          </a:p>
        </p:txBody>
      </p:sp>
      <p:sp>
        <p:nvSpPr>
          <p:cNvPr id="3" name="slide-number">
            <a:extLst xmlns:a="http://schemas.openxmlformats.org/drawingml/2006/main">
              <a:ext uri="{FF2B5EF4-FFF2-40B4-BE49-F238E27FC236}">
                <a16:creationId xmlns:a16="http://schemas.microsoft.com/office/drawing/2014/main" id="{8DF31367-0BDA-40E8-AF69-5928F942AAFF}"/>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16</a:t>
            </a:r>
          </a:p>
        </p:txBody>
      </p:sp>
      <p:sp>
        <p:nvSpPr>
          <p:cNvPr id="4" name="node-52">
            <a:extLst xmlns:a="http://schemas.openxmlformats.org/drawingml/2006/main">
              <a:ext uri="{FF2B5EF4-FFF2-40B4-BE49-F238E27FC236}">
                <a16:creationId xmlns:a16="http://schemas.microsoft.com/office/drawing/2014/main" id="{B6E25FD5-3261-4DA9-B89D-D38EC74AB07A}"/>
              </a:ext>
            </a:extLst>
          </p:cNvPr>
          <p:cNvSpPr>
            <a:spLocks xmlns:a="http://schemas.openxmlformats.org/drawingml/2006/main" noGrp="1"/>
          </p:cNvSpPr>
          <p:nvPr/>
        </p:nvSpPr>
        <p:spPr>
          <a:xfrm xmlns:a="http://schemas.openxmlformats.org/drawingml/2006/main">
            <a:off x="609600" y="2190750"/>
            <a:ext cx="2381250" cy="781050"/>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defRPr sz="1800" b="0">
                <a:solidFill>
                  <a:srgbClr val="102A43"/>
                </a:solidFill>
                <a:latin typeface="DejaVu Sans"/>
                <a:ea typeface="DejaVu Sans"/>
                <a:cs typeface="DejaVu Sans"/>
              </a:defRPr>
            </a:lvl1pPr>
            <a:lvl2pPr algn="ctr">
              <a:defRPr sz="1800" b="0">
                <a:solidFill>
                  <a:srgbClr val="102A43"/>
                </a:solidFill>
                <a:latin typeface="DejaVu Sans"/>
                <a:ea typeface="DejaVu Sans"/>
                <a:cs typeface="DejaVu Sans"/>
              </a:defRPr>
            </a:lvl2pPr>
            <a:lvl3pPr algn="ctr">
              <a:defRPr sz="1800" b="0">
                <a:solidFill>
                  <a:srgbClr val="102A43"/>
                </a:solidFill>
                <a:latin typeface="DejaVu Sans"/>
                <a:ea typeface="DejaVu Sans"/>
                <a:cs typeface="DejaVu Sans"/>
              </a:defRPr>
            </a:lvl3pPr>
            <a:lvl4pPr algn="ctr">
              <a:defRPr sz="1800" b="0">
                <a:solidFill>
                  <a:srgbClr val="102A43"/>
                </a:solidFill>
                <a:latin typeface="DejaVu Sans"/>
                <a:ea typeface="DejaVu Sans"/>
                <a:cs typeface="DejaVu Sans"/>
              </a:defRPr>
            </a:lvl4pPr>
            <a:lvl5pPr algn="ctr">
              <a:defRPr sz="1800" b="0">
                <a:solidFill>
                  <a:srgbClr val="102A43"/>
                </a:solidFill>
                <a:latin typeface="DejaVu Sans"/>
                <a:ea typeface="DejaVu Sans"/>
                <a:cs typeface="DejaVu Sans"/>
              </a:defRPr>
            </a:lvl5pPr>
            <a:lvl6pPr algn="ctr">
              <a:defRPr sz="1800" b="0">
                <a:solidFill>
                  <a:srgbClr val="102A43"/>
                </a:solidFill>
                <a:latin typeface="DejaVu Sans"/>
                <a:ea typeface="DejaVu Sans"/>
                <a:cs typeface="DejaVu Sans"/>
              </a:defRPr>
            </a:lvl6pPr>
            <a:lvl7pPr algn="ctr">
              <a:defRPr sz="1800" b="0">
                <a:solidFill>
                  <a:srgbClr val="102A43"/>
                </a:solidFill>
                <a:latin typeface="DejaVu Sans"/>
                <a:ea typeface="DejaVu Sans"/>
                <a:cs typeface="DejaVu Sans"/>
              </a:defRPr>
            </a:lvl7pPr>
            <a:lvl8pPr algn="ctr">
              <a:defRPr sz="1800" b="0">
                <a:solidFill>
                  <a:srgbClr val="102A43"/>
                </a:solidFill>
                <a:latin typeface="DejaVu Sans"/>
                <a:ea typeface="DejaVu Sans"/>
                <a:cs typeface="DejaVu Sans"/>
              </a:defRPr>
            </a:lvl8pPr>
            <a:lvl9pPr algn="ctr">
              <a:defRPr sz="1800" b="0">
                <a:solidFill>
                  <a:srgbClr val="102A43"/>
                </a:solidFill>
                <a:latin typeface="DejaVu Sans"/>
                <a:ea typeface="DejaVu Sans"/>
                <a:cs typeface="DejaVu Sans"/>
              </a:defRPr>
            </a:lvl9pPr>
          </a:lstStyle>
          <a:p xmlns:a="http://schemas.openxmlformats.org/drawingml/2006/main">
            <a:pPr algn="ctr">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Parse, validate, enrich</a:t>
            </a:r>
          </a:p>
        </p:txBody>
      </p:sp>
      <p:sp>
        <p:nvSpPr>
          <p:cNvPr id="5" name="node-53">
            <a:extLst xmlns:a="http://schemas.openxmlformats.org/drawingml/2006/main">
              <a:ext uri="{FF2B5EF4-FFF2-40B4-BE49-F238E27FC236}">
                <a16:creationId xmlns:a16="http://schemas.microsoft.com/office/drawing/2014/main" id="{A394DC36-9E79-4664-9CC5-D0D3E689AABF}"/>
              </a:ext>
            </a:extLst>
          </p:cNvPr>
          <p:cNvSpPr>
            <a:spLocks xmlns:a="http://schemas.openxmlformats.org/drawingml/2006/main" noGrp="1"/>
          </p:cNvSpPr>
          <p:nvPr/>
        </p:nvSpPr>
        <p:spPr>
          <a:xfrm xmlns:a="http://schemas.openxmlformats.org/drawingml/2006/main">
            <a:off x="3429000" y="2190750"/>
            <a:ext cx="2381250" cy="781050"/>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defRPr sz="1800" b="0">
                <a:solidFill>
                  <a:srgbClr val="102A43"/>
                </a:solidFill>
                <a:latin typeface="DejaVu Sans"/>
                <a:ea typeface="DejaVu Sans"/>
                <a:cs typeface="DejaVu Sans"/>
              </a:defRPr>
            </a:lvl1pPr>
            <a:lvl2pPr algn="ctr">
              <a:defRPr sz="1800" b="0">
                <a:solidFill>
                  <a:srgbClr val="102A43"/>
                </a:solidFill>
                <a:latin typeface="DejaVu Sans"/>
                <a:ea typeface="DejaVu Sans"/>
                <a:cs typeface="DejaVu Sans"/>
              </a:defRPr>
            </a:lvl2pPr>
            <a:lvl3pPr algn="ctr">
              <a:defRPr sz="1800" b="0">
                <a:solidFill>
                  <a:srgbClr val="102A43"/>
                </a:solidFill>
                <a:latin typeface="DejaVu Sans"/>
                <a:ea typeface="DejaVu Sans"/>
                <a:cs typeface="DejaVu Sans"/>
              </a:defRPr>
            </a:lvl3pPr>
            <a:lvl4pPr algn="ctr">
              <a:defRPr sz="1800" b="0">
                <a:solidFill>
                  <a:srgbClr val="102A43"/>
                </a:solidFill>
                <a:latin typeface="DejaVu Sans"/>
                <a:ea typeface="DejaVu Sans"/>
                <a:cs typeface="DejaVu Sans"/>
              </a:defRPr>
            </a:lvl4pPr>
            <a:lvl5pPr algn="ctr">
              <a:defRPr sz="1800" b="0">
                <a:solidFill>
                  <a:srgbClr val="102A43"/>
                </a:solidFill>
                <a:latin typeface="DejaVu Sans"/>
                <a:ea typeface="DejaVu Sans"/>
                <a:cs typeface="DejaVu Sans"/>
              </a:defRPr>
            </a:lvl5pPr>
            <a:lvl6pPr algn="ctr">
              <a:defRPr sz="1800" b="0">
                <a:solidFill>
                  <a:srgbClr val="102A43"/>
                </a:solidFill>
                <a:latin typeface="DejaVu Sans"/>
                <a:ea typeface="DejaVu Sans"/>
                <a:cs typeface="DejaVu Sans"/>
              </a:defRPr>
            </a:lvl6pPr>
            <a:lvl7pPr algn="ctr">
              <a:defRPr sz="1800" b="0">
                <a:solidFill>
                  <a:srgbClr val="102A43"/>
                </a:solidFill>
                <a:latin typeface="DejaVu Sans"/>
                <a:ea typeface="DejaVu Sans"/>
                <a:cs typeface="DejaVu Sans"/>
              </a:defRPr>
            </a:lvl7pPr>
            <a:lvl8pPr algn="ctr">
              <a:defRPr sz="1800" b="0">
                <a:solidFill>
                  <a:srgbClr val="102A43"/>
                </a:solidFill>
                <a:latin typeface="DejaVu Sans"/>
                <a:ea typeface="DejaVu Sans"/>
                <a:cs typeface="DejaVu Sans"/>
              </a:defRPr>
            </a:lvl8pPr>
            <a:lvl9pPr algn="ctr">
              <a:defRPr sz="1800" b="0">
                <a:solidFill>
                  <a:srgbClr val="102A43"/>
                </a:solidFill>
                <a:latin typeface="DejaVu Sans"/>
                <a:ea typeface="DejaVu Sans"/>
                <a:cs typeface="DejaVu Sans"/>
              </a:defRPr>
            </a:lvl9pPr>
          </a:lstStyle>
          <a:p xmlns:a="http://schemas.openxmlformats.org/drawingml/2006/main">
            <a:pPr algn="ctr">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PENDING requests</a:t>
            </a:r>
          </a:p>
        </p:txBody>
      </p:sp>
      <p:sp>
        <p:nvSpPr>
          <p:cNvPr id="6" name="node-54">
            <a:extLst xmlns:a="http://schemas.openxmlformats.org/drawingml/2006/main">
              <a:ext uri="{FF2B5EF4-FFF2-40B4-BE49-F238E27FC236}">
                <a16:creationId xmlns:a16="http://schemas.microsoft.com/office/drawing/2014/main" id="{7F157184-12E4-4A1A-9D3A-4ACAFBD45014}"/>
              </a:ext>
            </a:extLst>
          </p:cNvPr>
          <p:cNvSpPr>
            <a:spLocks xmlns:a="http://schemas.openxmlformats.org/drawingml/2006/main" noGrp="1"/>
          </p:cNvSpPr>
          <p:nvPr/>
        </p:nvSpPr>
        <p:spPr>
          <a:xfrm xmlns:a="http://schemas.openxmlformats.org/drawingml/2006/main">
            <a:off x="6248400" y="2190750"/>
            <a:ext cx="2381250" cy="781050"/>
          </a:xfrm>
          <a:prstGeom xmlns:a="http://schemas.openxmlformats.org/drawingml/2006/main" prst="rect">
            <a:avLst/>
          </a:prstGeom>
          <a:solidFill xmlns:a="http://schemas.openxmlformats.org/drawingml/2006/main">
            <a:srgbClr val="E4F2F1"/>
          </a:solidFill>
          <a:ln xmlns:a="http://schemas.openxmlformats.org/drawingml/2006/main" w="15240">
            <a:solidFill>
              <a:srgbClr val="007F86"/>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1">
                <a:solidFill>
                  <a:srgbClr val="102A43"/>
                </a:solidFill>
                <a:latin typeface="DejaVu Sans"/>
                <a:ea typeface="DejaVu Sans"/>
                <a:cs typeface="DejaVu Sans"/>
              </a:defRPr>
            </a:defPPr>
            <a:lvl1pPr algn="ctr">
              <a:defRPr sz="1800" b="1">
                <a:solidFill>
                  <a:srgbClr val="102A43"/>
                </a:solidFill>
                <a:latin typeface="DejaVu Sans"/>
                <a:ea typeface="DejaVu Sans"/>
                <a:cs typeface="DejaVu Sans"/>
              </a:defRPr>
            </a:lvl1pPr>
            <a:lvl2pPr algn="ctr">
              <a:defRPr sz="1800" b="1">
                <a:solidFill>
                  <a:srgbClr val="102A43"/>
                </a:solidFill>
                <a:latin typeface="DejaVu Sans"/>
                <a:ea typeface="DejaVu Sans"/>
                <a:cs typeface="DejaVu Sans"/>
              </a:defRPr>
            </a:lvl2pPr>
            <a:lvl3pPr algn="ctr">
              <a:defRPr sz="1800" b="1">
                <a:solidFill>
                  <a:srgbClr val="102A43"/>
                </a:solidFill>
                <a:latin typeface="DejaVu Sans"/>
                <a:ea typeface="DejaVu Sans"/>
                <a:cs typeface="DejaVu Sans"/>
              </a:defRPr>
            </a:lvl3pPr>
            <a:lvl4pPr algn="ctr">
              <a:defRPr sz="1800" b="1">
                <a:solidFill>
                  <a:srgbClr val="102A43"/>
                </a:solidFill>
                <a:latin typeface="DejaVu Sans"/>
                <a:ea typeface="DejaVu Sans"/>
                <a:cs typeface="DejaVu Sans"/>
              </a:defRPr>
            </a:lvl4pPr>
            <a:lvl5pPr algn="ctr">
              <a:defRPr sz="1800" b="1">
                <a:solidFill>
                  <a:srgbClr val="102A43"/>
                </a:solidFill>
                <a:latin typeface="DejaVu Sans"/>
                <a:ea typeface="DejaVu Sans"/>
                <a:cs typeface="DejaVu Sans"/>
              </a:defRPr>
            </a:lvl5pPr>
            <a:lvl6pPr algn="ctr">
              <a:defRPr sz="1800" b="1">
                <a:solidFill>
                  <a:srgbClr val="102A43"/>
                </a:solidFill>
                <a:latin typeface="DejaVu Sans"/>
                <a:ea typeface="DejaVu Sans"/>
                <a:cs typeface="DejaVu Sans"/>
              </a:defRPr>
            </a:lvl6pPr>
            <a:lvl7pPr algn="ctr">
              <a:defRPr sz="1800" b="1">
                <a:solidFill>
                  <a:srgbClr val="102A43"/>
                </a:solidFill>
                <a:latin typeface="DejaVu Sans"/>
                <a:ea typeface="DejaVu Sans"/>
                <a:cs typeface="DejaVu Sans"/>
              </a:defRPr>
            </a:lvl7pPr>
            <a:lvl8pPr algn="ctr">
              <a:defRPr sz="1800" b="1">
                <a:solidFill>
                  <a:srgbClr val="102A43"/>
                </a:solidFill>
                <a:latin typeface="DejaVu Sans"/>
                <a:ea typeface="DejaVu Sans"/>
                <a:cs typeface="DejaVu Sans"/>
              </a:defRPr>
            </a:lvl8pPr>
            <a:lvl9pPr algn="ctr">
              <a:defRPr sz="1800" b="1">
                <a:solidFill>
                  <a:srgbClr val="102A43"/>
                </a:solidFill>
                <a:latin typeface="DejaVu Sans"/>
                <a:ea typeface="DejaVu Sans"/>
                <a:cs typeface="DejaVu Sans"/>
              </a:defRPr>
            </a:lvl9pPr>
          </a:lstStyle>
          <a:p xmlns:a="http://schemas.openxmlformats.org/drawingml/2006/main">
            <a:pPr algn="ctr">
              <a:defRPr sz="1800" b="1">
                <a:solidFill>
                  <a:srgbClr val="102A43"/>
                </a:solidFill>
                <a:latin typeface="DejaVu Sans"/>
                <a:ea typeface="DejaVu Sans"/>
                <a:cs typeface="DejaVu Sans"/>
              </a:defRPr>
            </a:pPr>
            <a:r>
              <a:rPr sz="1800" b="1">
                <a:solidFill>
                  <a:srgbClr val="102A43"/>
                </a:solidFill>
                <a:latin typeface="DejaVu Sans"/>
                <a:ea typeface="DejaVu Sans"/>
                <a:cs typeface="DejaVu Sans"/>
              </a:rPr>
              <a:t>READY file</a:t>
            </a:r>
          </a:p>
        </p:txBody>
      </p:sp>
      <p:sp>
        <p:nvSpPr>
          <p:cNvPr id="7" name="node-55">
            <a:extLst xmlns:a="http://schemas.openxmlformats.org/drawingml/2006/main">
              <a:ext uri="{FF2B5EF4-FFF2-40B4-BE49-F238E27FC236}">
                <a16:creationId xmlns:a16="http://schemas.microsoft.com/office/drawing/2014/main" id="{56164368-1DF0-4042-877B-45DD13751A02}"/>
              </a:ext>
            </a:extLst>
          </p:cNvPr>
          <p:cNvSpPr>
            <a:spLocks xmlns:a="http://schemas.openxmlformats.org/drawingml/2006/main" noGrp="1"/>
          </p:cNvSpPr>
          <p:nvPr/>
        </p:nvSpPr>
        <p:spPr>
          <a:xfrm xmlns:a="http://schemas.openxmlformats.org/drawingml/2006/main">
            <a:off x="9067800" y="2190750"/>
            <a:ext cx="2514600" cy="781050"/>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defRPr sz="1800" b="0">
                <a:solidFill>
                  <a:srgbClr val="102A43"/>
                </a:solidFill>
                <a:latin typeface="DejaVu Sans"/>
                <a:ea typeface="DejaVu Sans"/>
                <a:cs typeface="DejaVu Sans"/>
              </a:defRPr>
            </a:lvl1pPr>
            <a:lvl2pPr algn="ctr">
              <a:defRPr sz="1800" b="0">
                <a:solidFill>
                  <a:srgbClr val="102A43"/>
                </a:solidFill>
                <a:latin typeface="DejaVu Sans"/>
                <a:ea typeface="DejaVu Sans"/>
                <a:cs typeface="DejaVu Sans"/>
              </a:defRPr>
            </a:lvl2pPr>
            <a:lvl3pPr algn="ctr">
              <a:defRPr sz="1800" b="0">
                <a:solidFill>
                  <a:srgbClr val="102A43"/>
                </a:solidFill>
                <a:latin typeface="DejaVu Sans"/>
                <a:ea typeface="DejaVu Sans"/>
                <a:cs typeface="DejaVu Sans"/>
              </a:defRPr>
            </a:lvl3pPr>
            <a:lvl4pPr algn="ctr">
              <a:defRPr sz="1800" b="0">
                <a:solidFill>
                  <a:srgbClr val="102A43"/>
                </a:solidFill>
                <a:latin typeface="DejaVu Sans"/>
                <a:ea typeface="DejaVu Sans"/>
                <a:cs typeface="DejaVu Sans"/>
              </a:defRPr>
            </a:lvl4pPr>
            <a:lvl5pPr algn="ctr">
              <a:defRPr sz="1800" b="0">
                <a:solidFill>
                  <a:srgbClr val="102A43"/>
                </a:solidFill>
                <a:latin typeface="DejaVu Sans"/>
                <a:ea typeface="DejaVu Sans"/>
                <a:cs typeface="DejaVu Sans"/>
              </a:defRPr>
            </a:lvl5pPr>
            <a:lvl6pPr algn="ctr">
              <a:defRPr sz="1800" b="0">
                <a:solidFill>
                  <a:srgbClr val="102A43"/>
                </a:solidFill>
                <a:latin typeface="DejaVu Sans"/>
                <a:ea typeface="DejaVu Sans"/>
                <a:cs typeface="DejaVu Sans"/>
              </a:defRPr>
            </a:lvl6pPr>
            <a:lvl7pPr algn="ctr">
              <a:defRPr sz="1800" b="0">
                <a:solidFill>
                  <a:srgbClr val="102A43"/>
                </a:solidFill>
                <a:latin typeface="DejaVu Sans"/>
                <a:ea typeface="DejaVu Sans"/>
                <a:cs typeface="DejaVu Sans"/>
              </a:defRPr>
            </a:lvl7pPr>
            <a:lvl8pPr algn="ctr">
              <a:defRPr sz="1800" b="0">
                <a:solidFill>
                  <a:srgbClr val="102A43"/>
                </a:solidFill>
                <a:latin typeface="DejaVu Sans"/>
                <a:ea typeface="DejaVu Sans"/>
                <a:cs typeface="DejaVu Sans"/>
              </a:defRPr>
            </a:lvl8pPr>
            <a:lvl9pPr algn="ctr">
              <a:defRPr sz="1800" b="0">
                <a:solidFill>
                  <a:srgbClr val="102A43"/>
                </a:solidFill>
                <a:latin typeface="DejaVu Sans"/>
                <a:ea typeface="DejaVu Sans"/>
                <a:cs typeface="DejaVu Sans"/>
              </a:defRPr>
            </a:lvl9pPr>
          </a:lstStyle>
          <a:p xmlns:a="http://schemas.openxmlformats.org/drawingml/2006/main">
            <a:pPr algn="ctr">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Preview or POST</a:t>
            </a:r>
          </a:p>
        </p:txBody>
      </p:sp>
      <p:graphicFrame>
        <p:nvGraphicFramePr>
          <p:cNvPr id="11" name="">
            <a:extLst xmlns:a="http://schemas.openxmlformats.org/drawingml/2006/main">
              <a:ext uri="{FF2B5EF4-FFF2-40B4-BE49-F238E27FC236}">
                <a16:creationId xmlns:a16="http://schemas.microsoft.com/office/drawing/2014/main" id="{35FFFC41-B895-4FA4-BE70-F17F502F68C9}"/>
              </a:ext>
            </a:extLst>
          </p:cNvPr>
          <p:cNvGraphicFramePr/>
          <p:nvPr/>
        </p:nvGraphicFramePr>
        <p:xfrm>
          <a:off xmlns:a="http://schemas.openxmlformats.org/drawingml/2006/main" x="609600" y="3943350"/>
          <a:ext xmlns:a="http://schemas.openxmlformats.org/drawingml/2006/main" cx="10972800" cy="1600200"/>
        </p:xfrm>
        <a:graphic xmlns:a="http://schemas.openxmlformats.org/drawingml/2006/main">
          <a:graphicData uri="http://schemas.openxmlformats.org/drawingml/2006/table">
            <a:tbl>
              <a:tblPr/>
              <a:tblGrid>
                <a:gridCol w="3857625"/>
                <a:gridCol w="4191000"/>
                <a:gridCol w="2924175"/>
              </a:tblGrid>
              <a:tr h="800100">
                <a:tc>
                  <a:txBody>
                    <a:bodyPr wrap="square" lIns="76200" tIns="76200" rIns="76200" bIns="76200">
                      <a:noAutofit/>
                    </a:bodyPr>
                    <a:lstStyle/>
                    <a:p>
                      <a:r>
                        <a:rPr sz="1875" b="1">
                          <a:solidFill>
                            <a:srgbClr val="FFFFFF"/>
                          </a:solidFill>
                          <a:latin typeface="DejaVu Sans"/>
                          <a:ea typeface="DejaVu Sans"/>
                          <a:cs typeface="DejaVu Sans"/>
                        </a:rPr>
                        <a:t>Example input</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75" b="1">
                          <a:solidFill>
                            <a:srgbClr val="FFFFFF"/>
                          </a:solidFill>
                          <a:latin typeface="DejaVu Sans"/>
                          <a:ea typeface="DejaVu Sans"/>
                          <a:cs typeface="DejaVu Sans"/>
                        </a:rPr>
                        <a:t>Preflight result</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75" b="1">
                          <a:solidFill>
                            <a:srgbClr val="FFFFFF"/>
                          </a:solidFill>
                          <a:latin typeface="DejaVu Sans"/>
                          <a:ea typeface="DejaVu Sans"/>
                          <a:cs typeface="DejaVu Sans"/>
                        </a:rPr>
                        <a:t>Consent POSTs</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800100">
                <a:tc>
                  <a:txBody>
                    <a:bodyPr wrap="square" lIns="76200" tIns="76200" rIns="76200" bIns="76200">
                      <a:noAutofit/>
                    </a:bodyPr>
                    <a:lstStyle/>
                    <a:p>
                      <a:r>
                        <a:rPr sz="1875" b="0">
                          <a:solidFill>
                            <a:srgbClr val="102A43"/>
                          </a:solidFill>
                          <a:latin typeface="DejaVu Sans"/>
                          <a:ea typeface="DejaVu Sans"/>
                          <a:cs typeface="DejaVu Sans"/>
                        </a:rPr>
                        <a:t>Record 1 valid</a:t>
                      </a:r>
                    </a:p>
                    <a:p>
                      <a:r>
                        <a:rPr sz="1875" b="0">
                          <a:solidFill>
                            <a:srgbClr val="102A43"/>
                          </a:solidFill>
                          <a:latin typeface="DejaVu Sans"/>
                          <a:ea typeface="DejaVu Sans"/>
                          <a:cs typeface="DejaVu Sans"/>
                        </a:rPr>
                        <a:t>Record 2 malformed</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75" b="0">
                          <a:solidFill>
                            <a:srgbClr val="102A43"/>
                          </a:solidFill>
                          <a:latin typeface="DejaVu Sans"/>
                          <a:ea typeface="DejaVu Sans"/>
                          <a:cs typeface="DejaVu Sans"/>
                        </a:rPr>
                        <a:t>FAILED and quarantine</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75" b="0">
                          <a:solidFill>
                            <a:srgbClr val="102A43"/>
                          </a:solidFill>
                          <a:latin typeface="DejaVu Sans"/>
                          <a:ea typeface="DejaVu Sans"/>
                          <a:cs typeface="DejaVu Sans"/>
                        </a:rPr>
                        <a:t>0</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bl>
          </a:graphicData>
        </a:graphic>
      </p:graphicFrame>
      <p:sp>
        <p:nvSpPr>
          <p:cNvPr id="12" name="text-56">
            <a:extLst xmlns:a="http://schemas.openxmlformats.org/drawingml/2006/main">
              <a:ext uri="{FF2B5EF4-FFF2-40B4-BE49-F238E27FC236}">
                <a16:creationId xmlns:a16="http://schemas.microsoft.com/office/drawing/2014/main" id="{DEAF1744-47F4-439B-8D53-B24FC62C161F}"/>
              </a:ext>
            </a:extLst>
          </p:cNvPr>
          <p:cNvSpPr>
            <a:spLocks xmlns:a="http://schemas.openxmlformats.org/drawingml/2006/main" noGrp="1"/>
          </p:cNvSpPr>
          <p:nvPr/>
        </p:nvSpPr>
        <p:spPr>
          <a:xfrm xmlns:a="http://schemas.openxmlformats.org/drawingml/2006/main">
            <a:off x="609600" y="5962650"/>
            <a:ext cx="10858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007F86"/>
                </a:solidFill>
                <a:latin typeface="DejaVu Sans"/>
                <a:ea typeface="DejaVu Sans"/>
                <a:cs typeface="DejaVu Sans"/>
              </a:defRPr>
            </a:defPPr>
            <a:lvl1pPr algn="l">
              <a:defRPr sz="1875" b="1">
                <a:solidFill>
                  <a:srgbClr val="007F86"/>
                </a:solidFill>
                <a:latin typeface="DejaVu Sans"/>
                <a:ea typeface="DejaVu Sans"/>
                <a:cs typeface="DejaVu Sans"/>
              </a:defRPr>
            </a:lvl1pPr>
            <a:lvl2pPr algn="l">
              <a:defRPr sz="1875" b="1">
                <a:solidFill>
                  <a:srgbClr val="007F86"/>
                </a:solidFill>
                <a:latin typeface="DejaVu Sans"/>
                <a:ea typeface="DejaVu Sans"/>
                <a:cs typeface="DejaVu Sans"/>
              </a:defRPr>
            </a:lvl2pPr>
            <a:lvl3pPr algn="l">
              <a:defRPr sz="1875" b="1">
                <a:solidFill>
                  <a:srgbClr val="007F86"/>
                </a:solidFill>
                <a:latin typeface="DejaVu Sans"/>
                <a:ea typeface="DejaVu Sans"/>
                <a:cs typeface="DejaVu Sans"/>
              </a:defRPr>
            </a:lvl3pPr>
            <a:lvl4pPr algn="l">
              <a:defRPr sz="1875" b="1">
                <a:solidFill>
                  <a:srgbClr val="007F86"/>
                </a:solidFill>
                <a:latin typeface="DejaVu Sans"/>
                <a:ea typeface="DejaVu Sans"/>
                <a:cs typeface="DejaVu Sans"/>
              </a:defRPr>
            </a:lvl4pPr>
            <a:lvl5pPr algn="l">
              <a:defRPr sz="1875" b="1">
                <a:solidFill>
                  <a:srgbClr val="007F86"/>
                </a:solidFill>
                <a:latin typeface="DejaVu Sans"/>
                <a:ea typeface="DejaVu Sans"/>
                <a:cs typeface="DejaVu Sans"/>
              </a:defRPr>
            </a:lvl5pPr>
            <a:lvl6pPr algn="l">
              <a:defRPr sz="1875" b="1">
                <a:solidFill>
                  <a:srgbClr val="007F86"/>
                </a:solidFill>
                <a:latin typeface="DejaVu Sans"/>
                <a:ea typeface="DejaVu Sans"/>
                <a:cs typeface="DejaVu Sans"/>
              </a:defRPr>
            </a:lvl6pPr>
            <a:lvl7pPr algn="l">
              <a:defRPr sz="1875" b="1">
                <a:solidFill>
                  <a:srgbClr val="007F86"/>
                </a:solidFill>
                <a:latin typeface="DejaVu Sans"/>
                <a:ea typeface="DejaVu Sans"/>
                <a:cs typeface="DejaVu Sans"/>
              </a:defRPr>
            </a:lvl7pPr>
            <a:lvl8pPr algn="l">
              <a:defRPr sz="1875" b="1">
                <a:solidFill>
                  <a:srgbClr val="007F86"/>
                </a:solidFill>
                <a:latin typeface="DejaVu Sans"/>
                <a:ea typeface="DejaVu Sans"/>
                <a:cs typeface="DejaVu Sans"/>
              </a:defRPr>
            </a:lvl8pPr>
            <a:lvl9pPr algn="l">
              <a:defRPr sz="1875" b="1">
                <a:solidFill>
                  <a:srgbClr val="007F86"/>
                </a:solidFill>
                <a:latin typeface="DejaVu Sans"/>
                <a:ea typeface="DejaVu Sans"/>
                <a:cs typeface="DejaVu Sans"/>
              </a:defRPr>
            </a:lvl9pPr>
          </a:lstStyle>
          <a:p xmlns:a="http://schemas.openxmlformats.org/drawingml/2006/main">
            <a:pPr algn="l">
              <a:lnSpc>
                <a:spcPct val="115000"/>
              </a:lnSpc>
              <a:buNone/>
              <a:defRPr sz="1875" b="1">
                <a:solidFill>
                  <a:srgbClr val="007F86"/>
                </a:solidFill>
                <a:latin typeface="DejaVu Sans"/>
                <a:ea typeface="DejaVu Sans"/>
                <a:cs typeface="DejaVu Sans"/>
              </a:defRPr>
            </a:pPr>
            <a:r>
              <a:rPr sz="1875" b="1">
                <a:solidFill>
                  <a:srgbClr val="007F86"/>
                </a:solidFill>
                <a:latin typeface="DejaVu Sans"/>
                <a:ea typeface="DejaVu Sans"/>
                <a:cs typeface="DejaVu Sans"/>
              </a:rPr>
              <a:t>Staged records alone never authorize delivery.</a:t>
            </a:r>
          </a:p>
        </p:txBody>
      </p:sp>
    </p:spTree>
    <p:extLst>
      <p:ext uri="{BB962C8B-B14F-4D97-AF65-F5344CB8AC3E}">
        <p14:creationId xmlns:p14="http://schemas.microsoft.com/office/powerpoint/2010/main" val="991297474"/>
      </p:ext>
    </p:extLst>
  </p:cSld>
</p:sld>
</file>

<file path=ppt/slides/slide17.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CB95D1D4-6C54-48AB-B782-D05175FBB8F4}"/>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Durable member plans</a:t>
            </a:r>
          </a:p>
        </p:txBody>
      </p:sp>
      <p:sp>
        <p:nvSpPr>
          <p:cNvPr id="2" name="text-57">
            <a:extLst xmlns:a="http://schemas.openxmlformats.org/drawingml/2006/main">
              <a:ext uri="{FF2B5EF4-FFF2-40B4-BE49-F238E27FC236}">
                <a16:creationId xmlns:a16="http://schemas.microsoft.com/office/drawing/2014/main" id="{611CE2BB-62A4-4614-A6A1-3CA2045872E6}"/>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Recovery reuses resolved identities and request bodies.</a:t>
            </a:r>
          </a:p>
        </p:txBody>
      </p:sp>
      <p:sp>
        <p:nvSpPr>
          <p:cNvPr id="3" name="slide-number">
            <a:extLst xmlns:a="http://schemas.openxmlformats.org/drawingml/2006/main">
              <a:ext uri="{FF2B5EF4-FFF2-40B4-BE49-F238E27FC236}">
                <a16:creationId xmlns:a16="http://schemas.microsoft.com/office/drawing/2014/main" id="{B9983A3E-FC08-4CC7-BCDB-81C96C7275F0}"/>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17</a:t>
            </a:r>
          </a:p>
        </p:txBody>
      </p:sp>
      <p:sp>
        <p:nvSpPr>
          <p:cNvPr id="4" name="text-58">
            <a:extLst xmlns:a="http://schemas.openxmlformats.org/drawingml/2006/main">
              <a:ext uri="{FF2B5EF4-FFF2-40B4-BE49-F238E27FC236}">
                <a16:creationId xmlns:a16="http://schemas.microsoft.com/office/drawing/2014/main" id="{182EE674-7A08-4E1E-80B5-6E2CDDD701F6}"/>
              </a:ext>
            </a:extLst>
          </p:cNvPr>
          <p:cNvSpPr>
            <a:spLocks xmlns:a="http://schemas.openxmlformats.org/drawingml/2006/main" noGrp="1"/>
          </p:cNvSpPr>
          <p:nvPr/>
        </p:nvSpPr>
        <p:spPr>
          <a:xfrm xmlns:a="http://schemas.openxmlformats.org/drawingml/2006/main">
            <a:off x="609600" y="2028825"/>
            <a:ext cx="7096125" cy="409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Mono"/>
                <a:ea typeface="DejaVu Sans Mono"/>
                <a:cs typeface="DejaVu Sans Mono"/>
              </a:defRPr>
            </a:defPPr>
            <a:lvl1pPr algn="l">
              <a:defRPr sz="1875" b="0">
                <a:solidFill>
                  <a:srgbClr val="102A43"/>
                </a:solidFill>
                <a:latin typeface="DejaVu Sans Mono"/>
                <a:ea typeface="DejaVu Sans Mono"/>
                <a:cs typeface="DejaVu Sans Mono"/>
              </a:defRPr>
            </a:lvl1pPr>
            <a:lvl2pPr algn="l">
              <a:defRPr sz="1875" b="0">
                <a:solidFill>
                  <a:srgbClr val="102A43"/>
                </a:solidFill>
                <a:latin typeface="DejaVu Sans Mono"/>
                <a:ea typeface="DejaVu Sans Mono"/>
                <a:cs typeface="DejaVu Sans Mono"/>
              </a:defRPr>
            </a:lvl2pPr>
            <a:lvl3pPr algn="l">
              <a:defRPr sz="1875" b="0">
                <a:solidFill>
                  <a:srgbClr val="102A43"/>
                </a:solidFill>
                <a:latin typeface="DejaVu Sans Mono"/>
                <a:ea typeface="DejaVu Sans Mono"/>
                <a:cs typeface="DejaVu Sans Mono"/>
              </a:defRPr>
            </a:lvl3pPr>
            <a:lvl4pPr algn="l">
              <a:defRPr sz="1875" b="0">
                <a:solidFill>
                  <a:srgbClr val="102A43"/>
                </a:solidFill>
                <a:latin typeface="DejaVu Sans Mono"/>
                <a:ea typeface="DejaVu Sans Mono"/>
                <a:cs typeface="DejaVu Sans Mono"/>
              </a:defRPr>
            </a:lvl4pPr>
            <a:lvl5pPr algn="l">
              <a:defRPr sz="1875" b="0">
                <a:solidFill>
                  <a:srgbClr val="102A43"/>
                </a:solidFill>
                <a:latin typeface="DejaVu Sans Mono"/>
                <a:ea typeface="DejaVu Sans Mono"/>
                <a:cs typeface="DejaVu Sans Mono"/>
              </a:defRPr>
            </a:lvl5pPr>
            <a:lvl6pPr algn="l">
              <a:defRPr sz="1875" b="0">
                <a:solidFill>
                  <a:srgbClr val="102A43"/>
                </a:solidFill>
                <a:latin typeface="DejaVu Sans Mono"/>
                <a:ea typeface="DejaVu Sans Mono"/>
                <a:cs typeface="DejaVu Sans Mono"/>
              </a:defRPr>
            </a:lvl6pPr>
            <a:lvl7pPr algn="l">
              <a:defRPr sz="1875" b="0">
                <a:solidFill>
                  <a:srgbClr val="102A43"/>
                </a:solidFill>
                <a:latin typeface="DejaVu Sans Mono"/>
                <a:ea typeface="DejaVu Sans Mono"/>
                <a:cs typeface="DejaVu Sans Mono"/>
              </a:defRPr>
            </a:lvl7pPr>
            <a:lvl8pPr algn="l">
              <a:defRPr sz="1875" b="0">
                <a:solidFill>
                  <a:srgbClr val="102A43"/>
                </a:solidFill>
                <a:latin typeface="DejaVu Sans Mono"/>
                <a:ea typeface="DejaVu Sans Mono"/>
                <a:cs typeface="DejaVu Sans Mono"/>
              </a:defRPr>
            </a:lvl8pPr>
            <a:lvl9pPr algn="l">
              <a:defRPr sz="1875" b="0">
                <a:solidFill>
                  <a:srgbClr val="102A43"/>
                </a:solidFill>
                <a:latin typeface="DejaVu Sans Mono"/>
                <a:ea typeface="DejaVu Sans Mono"/>
                <a:cs typeface="DejaVu Sans Mono"/>
              </a:defRPr>
            </a:lvl9pPr>
          </a:lstStyle>
          <a:p xmlns:a="http://schemas.openxmlformats.org/drawingml/2006/main">
            <a:pPr algn="l">
              <a:lnSpc>
                <a:spcPct val="115000"/>
              </a:lnSpc>
              <a:buNone/>
              <a:defRPr sz="1875" b="0">
                <a:solidFill>
                  <a:srgbClr val="102A43"/>
                </a:solidFill>
                <a:latin typeface="DejaVu Sans Mono"/>
                <a:ea typeface="DejaVu Sans Mono"/>
                <a:cs typeface="DejaVu Sans Mono"/>
              </a:defRPr>
            </a:pPr>
            <a:r>
              <a:rPr sz="1875" b="0">
                <a:solidFill>
                  <a:srgbClr val="102A43"/>
                </a:solidFill>
                <a:latin typeface="DejaVu Sans Mono"/>
                <a:ea typeface="DejaVu Sans Mono"/>
                <a:cs typeface="DejaVu Sans Mono"/>
              </a:rPr>
              <a:t>consent_plan</a:t>
            </a:r>
          </a:p>
          <a:p xmlns:a="http://schemas.openxmlformats.org/drawingml/2006/main">
            <a:pPr algn="l">
              <a:lnSpc>
                <a:spcPct val="115000"/>
              </a:lnSpc>
              <a:buNone/>
              <a:defRPr sz="1875" b="0">
                <a:solidFill>
                  <a:srgbClr val="102A43"/>
                </a:solidFill>
                <a:latin typeface="DejaVu Sans Mono"/>
                <a:ea typeface="DejaVu Sans Mono"/>
                <a:cs typeface="DejaVu Sans Mono"/>
              </a:defRPr>
            </a:pPr>
            <a:r>
              <a:rPr sz="1875" b="0">
                <a:solidFill>
                  <a:srgbClr val="102A43"/>
                </a:solidFill>
                <a:latin typeface="DejaVu Sans Mono"/>
                <a:ea typeface="DejaVu Sans Mono"/>
                <a:cs typeface="DejaVu Sans Mono"/>
              </a:rPr>
              <a:t>  key: run_id + source_record</a:t>
            </a:r>
          </a:p>
          <a:p xmlns:a="http://schemas.openxmlformats.org/drawingml/2006/main">
            <a:pPr algn="l">
              <a:lnSpc>
                <a:spcPct val="115000"/>
              </a:lnSpc>
              <a:buNone/>
              <a:defRPr sz="1875" b="0">
                <a:solidFill>
                  <a:srgbClr val="102A43"/>
                </a:solidFill>
                <a:latin typeface="DejaVu Sans Mono"/>
                <a:ea typeface="DejaVu Sans Mono"/>
                <a:cs typeface="DejaVu Sans Mono"/>
              </a:defRPr>
            </a:pPr>
            <a:r>
              <a:rPr sz="1875" b="0">
                <a:solidFill>
                  <a:srgbClr val="102A43"/>
                </a:solidFill>
                <a:latin typeface="DejaVu Sans Mono"/>
                <a:ea typeface="DejaVu Sans Mono"/>
                <a:cs typeface="DejaVu Sans Mono"/>
              </a:rPr>
              <a:t>  plan: [PCDS?, P2PDS?]</a:t>
            </a:r>
          </a:p>
          <a:p xmlns:a="http://schemas.openxmlformats.org/drawingml/2006/main">
            <a:r>
              <a:t/>
            </a:r>
          </a:p>
          <a:p xmlns:a="http://schemas.openxmlformats.org/drawingml/2006/main">
            <a:pPr algn="l">
              <a:lnSpc>
                <a:spcPct val="115000"/>
              </a:lnSpc>
              <a:buNone/>
              <a:defRPr sz="1875" b="0">
                <a:solidFill>
                  <a:srgbClr val="102A43"/>
                </a:solidFill>
                <a:latin typeface="DejaVu Sans Mono"/>
                <a:ea typeface="DejaVu Sans Mono"/>
                <a:cs typeface="DejaVu Sans Mono"/>
              </a:defRPr>
            </a:pPr>
            <a:r>
              <a:rPr sz="1875" b="0">
                <a:solidFill>
                  <a:srgbClr val="102A43"/>
                </a:solidFill>
                <a:latin typeface="DejaVu Sans Mono"/>
                <a:ea typeface="DejaVu Sans Mono"/>
                <a:cs typeface="DejaVu Sans Mono"/>
              </a:rPr>
              <a:t>ingestion_request</a:t>
            </a:r>
          </a:p>
          <a:p xmlns:a="http://schemas.openxmlformats.org/drawingml/2006/main">
            <a:pPr algn="l">
              <a:lnSpc>
                <a:spcPct val="115000"/>
              </a:lnSpc>
              <a:buNone/>
              <a:defRPr sz="1875" b="0">
                <a:solidFill>
                  <a:srgbClr val="102A43"/>
                </a:solidFill>
                <a:latin typeface="DejaVu Sans Mono"/>
                <a:ea typeface="DejaVu Sans Mono"/>
                <a:cs typeface="DejaVu Sans Mono"/>
              </a:defRPr>
            </a:pPr>
            <a:r>
              <a:rPr sz="1875" b="0">
                <a:solidFill>
                  <a:srgbClr val="102A43"/>
                </a:solidFill>
                <a:latin typeface="DejaVu Sans Mono"/>
                <a:ea typeface="DejaVu Sans Mono"/>
                <a:cs typeface="DejaVu Sans Mono"/>
              </a:rPr>
              <a:t>  key: run_id + request_number</a:t>
            </a:r>
          </a:p>
          <a:p xmlns:a="http://schemas.openxmlformats.org/drawingml/2006/main">
            <a:pPr algn="l">
              <a:lnSpc>
                <a:spcPct val="115000"/>
              </a:lnSpc>
              <a:buNone/>
              <a:defRPr sz="1875" b="0">
                <a:solidFill>
                  <a:srgbClr val="102A43"/>
                </a:solidFill>
                <a:latin typeface="DejaVu Sans Mono"/>
                <a:ea typeface="DejaVu Sans Mono"/>
                <a:cs typeface="DejaVu Sans Mono"/>
              </a:defRPr>
            </a:pPr>
            <a:r>
              <a:rPr sz="1875" b="0">
                <a:solidFill>
                  <a:srgbClr val="102A43"/>
                </a:solidFill>
                <a:latin typeface="DejaVu Sans Mono"/>
                <a:ea typeface="DejaVu Sans Mono"/>
                <a:cs typeface="DejaVu Sans Mono"/>
              </a:rPr>
              <a:t>  source_record</a:t>
            </a:r>
          </a:p>
          <a:p xmlns:a="http://schemas.openxmlformats.org/drawingml/2006/main">
            <a:pPr algn="l">
              <a:lnSpc>
                <a:spcPct val="115000"/>
              </a:lnSpc>
              <a:buNone/>
              <a:defRPr sz="1875" b="0">
                <a:solidFill>
                  <a:srgbClr val="102A43"/>
                </a:solidFill>
                <a:latin typeface="DejaVu Sans Mono"/>
                <a:ea typeface="DejaVu Sans Mono"/>
                <a:cs typeface="DejaVu Sans Mono"/>
              </a:defRPr>
            </a:pPr>
            <a:r>
              <a:rPr sz="1875" b="0">
                <a:solidFill>
                  <a:srgbClr val="102A43"/>
                </a:solidFill>
                <a:latin typeface="DejaVu Sans Mono"/>
                <a:ea typeface="DejaVu Sans Mono"/>
                <a:cs typeface="DejaVu Sans Mono"/>
              </a:rPr>
              <a:t>  payload + status + attempts</a:t>
            </a:r>
          </a:p>
        </p:txBody>
      </p:sp>
      <p:sp>
        <p:nvSpPr>
          <p:cNvPr id="5" name="text-59">
            <a:extLst xmlns:a="http://schemas.openxmlformats.org/drawingml/2006/main">
              <a:ext uri="{FF2B5EF4-FFF2-40B4-BE49-F238E27FC236}">
                <a16:creationId xmlns:a16="http://schemas.microsoft.com/office/drawing/2014/main" id="{21646F05-1E85-4AE2-8EF5-C71CAFEC045D}"/>
              </a:ext>
            </a:extLst>
          </p:cNvPr>
          <p:cNvSpPr>
            <a:spLocks xmlns:a="http://schemas.openxmlformats.org/drawingml/2006/main" noGrp="1"/>
          </p:cNvSpPr>
          <p:nvPr/>
        </p:nvSpPr>
        <p:spPr>
          <a:xfrm xmlns:a="http://schemas.openxmlformats.org/drawingml/2006/main">
            <a:off x="8172450" y="2057400"/>
            <a:ext cx="33718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defRPr sz="1875" b="0">
                <a:solidFill>
                  <a:srgbClr val="102A43"/>
                </a:solidFill>
                <a:latin typeface="DejaVu Sans"/>
                <a:ea typeface="DejaVu Sans"/>
                <a:cs typeface="DejaVu Sans"/>
              </a:defRPr>
            </a:lvl1pPr>
            <a:lvl2pPr algn="l">
              <a:defRPr sz="1875" b="0">
                <a:solidFill>
                  <a:srgbClr val="102A43"/>
                </a:solidFill>
                <a:latin typeface="DejaVu Sans"/>
                <a:ea typeface="DejaVu Sans"/>
                <a:cs typeface="DejaVu Sans"/>
              </a:defRPr>
            </a:lvl2pPr>
            <a:lvl3pPr algn="l">
              <a:defRPr sz="1875" b="0">
                <a:solidFill>
                  <a:srgbClr val="102A43"/>
                </a:solidFill>
                <a:latin typeface="DejaVu Sans"/>
                <a:ea typeface="DejaVu Sans"/>
                <a:cs typeface="DejaVu Sans"/>
              </a:defRPr>
            </a:lvl3pPr>
            <a:lvl4pPr algn="l">
              <a:defRPr sz="1875" b="0">
                <a:solidFill>
                  <a:srgbClr val="102A43"/>
                </a:solidFill>
                <a:latin typeface="DejaVu Sans"/>
                <a:ea typeface="DejaVu Sans"/>
                <a:cs typeface="DejaVu Sans"/>
              </a:defRPr>
            </a:lvl4pPr>
            <a:lvl5pPr algn="l">
              <a:defRPr sz="1875" b="0">
                <a:solidFill>
                  <a:srgbClr val="102A43"/>
                </a:solidFill>
                <a:latin typeface="DejaVu Sans"/>
                <a:ea typeface="DejaVu Sans"/>
                <a:cs typeface="DejaVu Sans"/>
              </a:defRPr>
            </a:lvl5pPr>
            <a:lvl6pPr algn="l">
              <a:defRPr sz="1875" b="0">
                <a:solidFill>
                  <a:srgbClr val="102A43"/>
                </a:solidFill>
                <a:latin typeface="DejaVu Sans"/>
                <a:ea typeface="DejaVu Sans"/>
                <a:cs typeface="DejaVu Sans"/>
              </a:defRPr>
            </a:lvl6pPr>
            <a:lvl7pPr algn="l">
              <a:defRPr sz="1875" b="0">
                <a:solidFill>
                  <a:srgbClr val="102A43"/>
                </a:solidFill>
                <a:latin typeface="DejaVu Sans"/>
                <a:ea typeface="DejaVu Sans"/>
                <a:cs typeface="DejaVu Sans"/>
              </a:defRPr>
            </a:lvl7pPr>
            <a:lvl8pPr algn="l">
              <a:defRPr sz="1875" b="0">
                <a:solidFill>
                  <a:srgbClr val="102A43"/>
                </a:solidFill>
                <a:latin typeface="DejaVu Sans"/>
                <a:ea typeface="DejaVu Sans"/>
                <a:cs typeface="DejaVu Sans"/>
              </a:defRPr>
            </a:lvl8pPr>
            <a:lvl9pPr algn="l">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Freeze the plan before staging requests</a:t>
            </a:r>
          </a:p>
        </p:txBody>
      </p:sp>
      <p:sp>
        <p:nvSpPr>
          <p:cNvPr id="6" name="text-60">
            <a:extLst xmlns:a="http://schemas.openxmlformats.org/drawingml/2006/main">
              <a:ext uri="{FF2B5EF4-FFF2-40B4-BE49-F238E27FC236}">
                <a16:creationId xmlns:a16="http://schemas.microsoft.com/office/drawing/2014/main" id="{1B0FAC3E-3540-496A-81E9-E0EDFF0B2A02}"/>
              </a:ext>
            </a:extLst>
          </p:cNvPr>
          <p:cNvSpPr>
            <a:spLocks xmlns:a="http://schemas.openxmlformats.org/drawingml/2006/main" noGrp="1"/>
          </p:cNvSpPr>
          <p:nvPr/>
        </p:nvSpPr>
        <p:spPr>
          <a:xfrm xmlns:a="http://schemas.openxmlformats.org/drawingml/2006/main">
            <a:off x="8172450" y="3162300"/>
            <a:ext cx="33718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defRPr sz="1875" b="0">
                <a:solidFill>
                  <a:srgbClr val="102A43"/>
                </a:solidFill>
                <a:latin typeface="DejaVu Sans"/>
                <a:ea typeface="DejaVu Sans"/>
                <a:cs typeface="DejaVu Sans"/>
              </a:defRPr>
            </a:lvl1pPr>
            <a:lvl2pPr algn="l">
              <a:defRPr sz="1875" b="0">
                <a:solidFill>
                  <a:srgbClr val="102A43"/>
                </a:solidFill>
                <a:latin typeface="DejaVu Sans"/>
                <a:ea typeface="DejaVu Sans"/>
                <a:cs typeface="DejaVu Sans"/>
              </a:defRPr>
            </a:lvl2pPr>
            <a:lvl3pPr algn="l">
              <a:defRPr sz="1875" b="0">
                <a:solidFill>
                  <a:srgbClr val="102A43"/>
                </a:solidFill>
                <a:latin typeface="DejaVu Sans"/>
                <a:ea typeface="DejaVu Sans"/>
                <a:cs typeface="DejaVu Sans"/>
              </a:defRPr>
            </a:lvl3pPr>
            <a:lvl4pPr algn="l">
              <a:defRPr sz="1875" b="0">
                <a:solidFill>
                  <a:srgbClr val="102A43"/>
                </a:solidFill>
                <a:latin typeface="DejaVu Sans"/>
                <a:ea typeface="DejaVu Sans"/>
                <a:cs typeface="DejaVu Sans"/>
              </a:defRPr>
            </a:lvl4pPr>
            <a:lvl5pPr algn="l">
              <a:defRPr sz="1875" b="0">
                <a:solidFill>
                  <a:srgbClr val="102A43"/>
                </a:solidFill>
                <a:latin typeface="DejaVu Sans"/>
                <a:ea typeface="DejaVu Sans"/>
                <a:cs typeface="DejaVu Sans"/>
              </a:defRPr>
            </a:lvl5pPr>
            <a:lvl6pPr algn="l">
              <a:defRPr sz="1875" b="0">
                <a:solidFill>
                  <a:srgbClr val="102A43"/>
                </a:solidFill>
                <a:latin typeface="DejaVu Sans"/>
                <a:ea typeface="DejaVu Sans"/>
                <a:cs typeface="DejaVu Sans"/>
              </a:defRPr>
            </a:lvl6pPr>
            <a:lvl7pPr algn="l">
              <a:defRPr sz="1875" b="0">
                <a:solidFill>
                  <a:srgbClr val="102A43"/>
                </a:solidFill>
                <a:latin typeface="DejaVu Sans"/>
                <a:ea typeface="DejaVu Sans"/>
                <a:cs typeface="DejaVu Sans"/>
              </a:defRPr>
            </a:lvl7pPr>
            <a:lvl8pPr algn="l">
              <a:defRPr sz="1875" b="0">
                <a:solidFill>
                  <a:srgbClr val="102A43"/>
                </a:solidFill>
                <a:latin typeface="DejaVu Sans"/>
                <a:ea typeface="DejaVu Sans"/>
                <a:cs typeface="DejaVu Sans"/>
              </a:defRPr>
            </a:lvl8pPr>
            <a:lvl9pPr algn="l">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STAGING recovery reuses saved plans</a:t>
            </a:r>
          </a:p>
        </p:txBody>
      </p:sp>
      <p:sp>
        <p:nvSpPr>
          <p:cNvPr id="7" name="text-61">
            <a:extLst xmlns:a="http://schemas.openxmlformats.org/drawingml/2006/main">
              <a:ext uri="{FF2B5EF4-FFF2-40B4-BE49-F238E27FC236}">
                <a16:creationId xmlns:a16="http://schemas.microsoft.com/office/drawing/2014/main" id="{9C95267A-D001-4572-BD11-9EC1038497ED}"/>
              </a:ext>
            </a:extLst>
          </p:cNvPr>
          <p:cNvSpPr>
            <a:spLocks xmlns:a="http://schemas.openxmlformats.org/drawingml/2006/main" noGrp="1"/>
          </p:cNvSpPr>
          <p:nvPr/>
        </p:nvSpPr>
        <p:spPr>
          <a:xfrm xmlns:a="http://schemas.openxmlformats.org/drawingml/2006/main">
            <a:off x="8172450" y="4267200"/>
            <a:ext cx="33718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defRPr sz="1875" b="0">
                <a:solidFill>
                  <a:srgbClr val="102A43"/>
                </a:solidFill>
                <a:latin typeface="DejaVu Sans"/>
                <a:ea typeface="DejaVu Sans"/>
                <a:cs typeface="DejaVu Sans"/>
              </a:defRPr>
            </a:lvl1pPr>
            <a:lvl2pPr algn="l">
              <a:defRPr sz="1875" b="0">
                <a:solidFill>
                  <a:srgbClr val="102A43"/>
                </a:solidFill>
                <a:latin typeface="DejaVu Sans"/>
                <a:ea typeface="DejaVu Sans"/>
                <a:cs typeface="DejaVu Sans"/>
              </a:defRPr>
            </a:lvl2pPr>
            <a:lvl3pPr algn="l">
              <a:defRPr sz="1875" b="0">
                <a:solidFill>
                  <a:srgbClr val="102A43"/>
                </a:solidFill>
                <a:latin typeface="DejaVu Sans"/>
                <a:ea typeface="DejaVu Sans"/>
                <a:cs typeface="DejaVu Sans"/>
              </a:defRPr>
            </a:lvl3pPr>
            <a:lvl4pPr algn="l">
              <a:defRPr sz="1875" b="0">
                <a:solidFill>
                  <a:srgbClr val="102A43"/>
                </a:solidFill>
                <a:latin typeface="DejaVu Sans"/>
                <a:ea typeface="DejaVu Sans"/>
                <a:cs typeface="DejaVu Sans"/>
              </a:defRPr>
            </a:lvl4pPr>
            <a:lvl5pPr algn="l">
              <a:defRPr sz="1875" b="0">
                <a:solidFill>
                  <a:srgbClr val="102A43"/>
                </a:solidFill>
                <a:latin typeface="DejaVu Sans"/>
                <a:ea typeface="DejaVu Sans"/>
                <a:cs typeface="DejaVu Sans"/>
              </a:defRPr>
            </a:lvl5pPr>
            <a:lvl6pPr algn="l">
              <a:defRPr sz="1875" b="0">
                <a:solidFill>
                  <a:srgbClr val="102A43"/>
                </a:solidFill>
                <a:latin typeface="DejaVu Sans"/>
                <a:ea typeface="DejaVu Sans"/>
                <a:cs typeface="DejaVu Sans"/>
              </a:defRPr>
            </a:lvl6pPr>
            <a:lvl7pPr algn="l">
              <a:defRPr sz="1875" b="0">
                <a:solidFill>
                  <a:srgbClr val="102A43"/>
                </a:solidFill>
                <a:latin typeface="DejaVu Sans"/>
                <a:ea typeface="DejaVu Sans"/>
                <a:cs typeface="DejaVu Sans"/>
              </a:defRPr>
            </a:lvl7pPr>
            <a:lvl8pPr algn="l">
              <a:defRPr sz="1875" b="0">
                <a:solidFill>
                  <a:srgbClr val="102A43"/>
                </a:solidFill>
                <a:latin typeface="DejaVu Sans"/>
                <a:ea typeface="DejaVu Sans"/>
                <a:cs typeface="DejaVu Sans"/>
              </a:defRPr>
            </a:lvl8pPr>
            <a:lvl9pPr algn="l">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READY delivery never calls lookup again</a:t>
            </a:r>
          </a:p>
        </p:txBody>
      </p:sp>
    </p:spTree>
    <p:extLst>
      <p:ext uri="{BB962C8B-B14F-4D97-AF65-F5344CB8AC3E}">
        <p14:creationId xmlns:p14="http://schemas.microsoft.com/office/powerpoint/2010/main" val="2078909256"/>
      </p:ext>
    </p:extLst>
  </p:cSld>
</p:sld>
</file>

<file path=ppt/slides/slide18.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1C03D3E9-54E0-4332-998E-AE035A6A3755}"/>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Run and request identity</a:t>
            </a:r>
          </a:p>
        </p:txBody>
      </p:sp>
      <p:sp>
        <p:nvSpPr>
          <p:cNvPr id="2" name="text-62">
            <a:extLst xmlns:a="http://schemas.openxmlformats.org/drawingml/2006/main">
              <a:ext uri="{FF2B5EF4-FFF2-40B4-BE49-F238E27FC236}">
                <a16:creationId xmlns:a16="http://schemas.microsoft.com/office/drawing/2014/main" id="{08A58148-CC63-40BE-A50E-2118CE2306B8}"/>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Source rows identify members. Request numbers identify consent POSTs.</a:t>
            </a:r>
          </a:p>
        </p:txBody>
      </p:sp>
      <p:sp>
        <p:nvSpPr>
          <p:cNvPr id="3" name="slide-number">
            <a:extLst xmlns:a="http://schemas.openxmlformats.org/drawingml/2006/main">
              <a:ext uri="{FF2B5EF4-FFF2-40B4-BE49-F238E27FC236}">
                <a16:creationId xmlns:a16="http://schemas.microsoft.com/office/drawing/2014/main" id="{3F4CACF2-47BD-47A1-A35E-602601B4B410}"/>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18</a:t>
            </a:r>
          </a:p>
        </p:txBody>
      </p:sp>
      <p:sp>
        <p:nvSpPr>
          <p:cNvPr id="4" name="text-63">
            <a:extLst xmlns:a="http://schemas.openxmlformats.org/drawingml/2006/main">
              <a:ext uri="{FF2B5EF4-FFF2-40B4-BE49-F238E27FC236}">
                <a16:creationId xmlns:a16="http://schemas.microsoft.com/office/drawing/2014/main" id="{D909CBD1-B28F-42E5-AB5A-25B7DFA0321A}"/>
              </a:ext>
            </a:extLst>
          </p:cNvPr>
          <p:cNvSpPr>
            <a:spLocks xmlns:a="http://schemas.openxmlformats.org/drawingml/2006/main" noGrp="1"/>
          </p:cNvSpPr>
          <p:nvPr/>
        </p:nvSpPr>
        <p:spPr>
          <a:xfrm xmlns:a="http://schemas.openxmlformats.org/drawingml/2006/main">
            <a:off x="609600" y="2028825"/>
            <a:ext cx="7096125" cy="409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102A43"/>
                </a:solidFill>
                <a:latin typeface="DejaVu Sans Mono"/>
                <a:ea typeface="DejaVu Sans Mono"/>
                <a:cs typeface="DejaVu Sans Mono"/>
              </a:defRPr>
            </a:defPPr>
            <a:lvl1pPr algn="l">
              <a:defRPr sz="1800" b="0">
                <a:solidFill>
                  <a:srgbClr val="102A43"/>
                </a:solidFill>
                <a:latin typeface="DejaVu Sans Mono"/>
                <a:ea typeface="DejaVu Sans Mono"/>
                <a:cs typeface="DejaVu Sans Mono"/>
              </a:defRPr>
            </a:lvl1pPr>
            <a:lvl2pPr algn="l">
              <a:defRPr sz="1800" b="0">
                <a:solidFill>
                  <a:srgbClr val="102A43"/>
                </a:solidFill>
                <a:latin typeface="DejaVu Sans Mono"/>
                <a:ea typeface="DejaVu Sans Mono"/>
                <a:cs typeface="DejaVu Sans Mono"/>
              </a:defRPr>
            </a:lvl2pPr>
            <a:lvl3pPr algn="l">
              <a:defRPr sz="1800" b="0">
                <a:solidFill>
                  <a:srgbClr val="102A43"/>
                </a:solidFill>
                <a:latin typeface="DejaVu Sans Mono"/>
                <a:ea typeface="DejaVu Sans Mono"/>
                <a:cs typeface="DejaVu Sans Mono"/>
              </a:defRPr>
            </a:lvl3pPr>
            <a:lvl4pPr algn="l">
              <a:defRPr sz="1800" b="0">
                <a:solidFill>
                  <a:srgbClr val="102A43"/>
                </a:solidFill>
                <a:latin typeface="DejaVu Sans Mono"/>
                <a:ea typeface="DejaVu Sans Mono"/>
                <a:cs typeface="DejaVu Sans Mono"/>
              </a:defRPr>
            </a:lvl4pPr>
            <a:lvl5pPr algn="l">
              <a:defRPr sz="1800" b="0">
                <a:solidFill>
                  <a:srgbClr val="102A43"/>
                </a:solidFill>
                <a:latin typeface="DejaVu Sans Mono"/>
                <a:ea typeface="DejaVu Sans Mono"/>
                <a:cs typeface="DejaVu Sans Mono"/>
              </a:defRPr>
            </a:lvl5pPr>
            <a:lvl6pPr algn="l">
              <a:defRPr sz="1800" b="0">
                <a:solidFill>
                  <a:srgbClr val="102A43"/>
                </a:solidFill>
                <a:latin typeface="DejaVu Sans Mono"/>
                <a:ea typeface="DejaVu Sans Mono"/>
                <a:cs typeface="DejaVu Sans Mono"/>
              </a:defRPr>
            </a:lvl6pPr>
            <a:lvl7pPr algn="l">
              <a:defRPr sz="1800" b="0">
                <a:solidFill>
                  <a:srgbClr val="102A43"/>
                </a:solidFill>
                <a:latin typeface="DejaVu Sans Mono"/>
                <a:ea typeface="DejaVu Sans Mono"/>
                <a:cs typeface="DejaVu Sans Mono"/>
              </a:defRPr>
            </a:lvl7pPr>
            <a:lvl8pPr algn="l">
              <a:defRPr sz="1800" b="0">
                <a:solidFill>
                  <a:srgbClr val="102A43"/>
                </a:solidFill>
                <a:latin typeface="DejaVu Sans Mono"/>
                <a:ea typeface="DejaVu Sans Mono"/>
                <a:cs typeface="DejaVu Sans Mono"/>
              </a:defRPr>
            </a:lvl8pPr>
            <a:lvl9pPr algn="l">
              <a:defRPr sz="1800" b="0">
                <a:solidFill>
                  <a:srgbClr val="102A43"/>
                </a:solidFill>
                <a:latin typeface="DejaVu Sans Mono"/>
                <a:ea typeface="DejaVu Sans Mono"/>
                <a:cs typeface="DejaVu Sans Mono"/>
              </a:defRPr>
            </a:lvl9pPr>
          </a:lstStyle>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runId = SHA256(</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contentHash + "\n" + snapshotJson</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a:t>
            </a:r>
          </a:p>
          <a:p xmlns:a="http://schemas.openxmlformats.org/drawingml/2006/main">
            <a:r>
              <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requestKey = runId + ":" + requestNumber</a:t>
            </a:r>
          </a:p>
          <a:p xmlns:a="http://schemas.openxmlformats.org/drawingml/2006/main">
            <a:r>
              <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row 1: request 1 = PCDS</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request 2 = P2PDS</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row 2: request 3 = PCDS</a:t>
            </a:r>
          </a:p>
        </p:txBody>
      </p:sp>
      <p:sp>
        <p:nvSpPr>
          <p:cNvPr id="5" name="text-64">
            <a:extLst xmlns:a="http://schemas.openxmlformats.org/drawingml/2006/main">
              <a:ext uri="{FF2B5EF4-FFF2-40B4-BE49-F238E27FC236}">
                <a16:creationId xmlns:a16="http://schemas.microsoft.com/office/drawing/2014/main" id="{750E9D2C-5D44-49C3-A699-45356F1B2C49}"/>
              </a:ext>
            </a:extLst>
          </p:cNvPr>
          <p:cNvSpPr>
            <a:spLocks xmlns:a="http://schemas.openxmlformats.org/drawingml/2006/main" noGrp="1"/>
          </p:cNvSpPr>
          <p:nvPr/>
        </p:nvSpPr>
        <p:spPr>
          <a:xfrm xmlns:a="http://schemas.openxmlformats.org/drawingml/2006/main">
            <a:off x="8172450" y="2057400"/>
            <a:ext cx="33718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defRPr sz="1875" b="0">
                <a:solidFill>
                  <a:srgbClr val="102A43"/>
                </a:solidFill>
                <a:latin typeface="DejaVu Sans"/>
                <a:ea typeface="DejaVu Sans"/>
                <a:cs typeface="DejaVu Sans"/>
              </a:defRPr>
            </a:lvl1pPr>
            <a:lvl2pPr algn="l">
              <a:defRPr sz="1875" b="0">
                <a:solidFill>
                  <a:srgbClr val="102A43"/>
                </a:solidFill>
                <a:latin typeface="DejaVu Sans"/>
                <a:ea typeface="DejaVu Sans"/>
                <a:cs typeface="DejaVu Sans"/>
              </a:defRPr>
            </a:lvl2pPr>
            <a:lvl3pPr algn="l">
              <a:defRPr sz="1875" b="0">
                <a:solidFill>
                  <a:srgbClr val="102A43"/>
                </a:solidFill>
                <a:latin typeface="DejaVu Sans"/>
                <a:ea typeface="DejaVu Sans"/>
                <a:cs typeface="DejaVu Sans"/>
              </a:defRPr>
            </a:lvl3pPr>
            <a:lvl4pPr algn="l">
              <a:defRPr sz="1875" b="0">
                <a:solidFill>
                  <a:srgbClr val="102A43"/>
                </a:solidFill>
                <a:latin typeface="DejaVu Sans"/>
                <a:ea typeface="DejaVu Sans"/>
                <a:cs typeface="DejaVu Sans"/>
              </a:defRPr>
            </a:lvl4pPr>
            <a:lvl5pPr algn="l">
              <a:defRPr sz="1875" b="0">
                <a:solidFill>
                  <a:srgbClr val="102A43"/>
                </a:solidFill>
                <a:latin typeface="DejaVu Sans"/>
                <a:ea typeface="DejaVu Sans"/>
                <a:cs typeface="DejaVu Sans"/>
              </a:defRPr>
            </a:lvl5pPr>
            <a:lvl6pPr algn="l">
              <a:defRPr sz="1875" b="0">
                <a:solidFill>
                  <a:srgbClr val="102A43"/>
                </a:solidFill>
                <a:latin typeface="DejaVu Sans"/>
                <a:ea typeface="DejaVu Sans"/>
                <a:cs typeface="DejaVu Sans"/>
              </a:defRPr>
            </a:lvl6pPr>
            <a:lvl7pPr algn="l">
              <a:defRPr sz="1875" b="0">
                <a:solidFill>
                  <a:srgbClr val="102A43"/>
                </a:solidFill>
                <a:latin typeface="DejaVu Sans"/>
                <a:ea typeface="DejaVu Sans"/>
                <a:cs typeface="DejaVu Sans"/>
              </a:defRPr>
            </a:lvl7pPr>
            <a:lvl8pPr algn="l">
              <a:defRPr sz="1875" b="0">
                <a:solidFill>
                  <a:srgbClr val="102A43"/>
                </a:solidFill>
                <a:latin typeface="DejaVu Sans"/>
                <a:ea typeface="DejaVu Sans"/>
                <a:cs typeface="DejaVu Sans"/>
              </a:defRPr>
            </a:lvl8pPr>
            <a:lvl9pPr algn="l">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Snapshot includes consent rules and lookup settings</a:t>
            </a:r>
          </a:p>
        </p:txBody>
      </p:sp>
      <p:sp>
        <p:nvSpPr>
          <p:cNvPr id="6" name="text-65">
            <a:extLst xmlns:a="http://schemas.openxmlformats.org/drawingml/2006/main">
              <a:ext uri="{FF2B5EF4-FFF2-40B4-BE49-F238E27FC236}">
                <a16:creationId xmlns:a16="http://schemas.microsoft.com/office/drawing/2014/main" id="{7A2FC6CB-4F22-4331-ADA6-9FEE246F260B}"/>
              </a:ext>
            </a:extLst>
          </p:cNvPr>
          <p:cNvSpPr>
            <a:spLocks xmlns:a="http://schemas.openxmlformats.org/drawingml/2006/main" noGrp="1"/>
          </p:cNvSpPr>
          <p:nvPr/>
        </p:nvSpPr>
        <p:spPr>
          <a:xfrm xmlns:a="http://schemas.openxmlformats.org/drawingml/2006/main">
            <a:off x="8172450" y="3162300"/>
            <a:ext cx="33718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defRPr sz="1875" b="0">
                <a:solidFill>
                  <a:srgbClr val="102A43"/>
                </a:solidFill>
                <a:latin typeface="DejaVu Sans"/>
                <a:ea typeface="DejaVu Sans"/>
                <a:cs typeface="DejaVu Sans"/>
              </a:defRPr>
            </a:lvl1pPr>
            <a:lvl2pPr algn="l">
              <a:defRPr sz="1875" b="0">
                <a:solidFill>
                  <a:srgbClr val="102A43"/>
                </a:solidFill>
                <a:latin typeface="DejaVu Sans"/>
                <a:ea typeface="DejaVu Sans"/>
                <a:cs typeface="DejaVu Sans"/>
              </a:defRPr>
            </a:lvl2pPr>
            <a:lvl3pPr algn="l">
              <a:defRPr sz="1875" b="0">
                <a:solidFill>
                  <a:srgbClr val="102A43"/>
                </a:solidFill>
                <a:latin typeface="DejaVu Sans"/>
                <a:ea typeface="DejaVu Sans"/>
                <a:cs typeface="DejaVu Sans"/>
              </a:defRPr>
            </a:lvl3pPr>
            <a:lvl4pPr algn="l">
              <a:defRPr sz="1875" b="0">
                <a:solidFill>
                  <a:srgbClr val="102A43"/>
                </a:solidFill>
                <a:latin typeface="DejaVu Sans"/>
                <a:ea typeface="DejaVu Sans"/>
                <a:cs typeface="DejaVu Sans"/>
              </a:defRPr>
            </a:lvl4pPr>
            <a:lvl5pPr algn="l">
              <a:defRPr sz="1875" b="0">
                <a:solidFill>
                  <a:srgbClr val="102A43"/>
                </a:solidFill>
                <a:latin typeface="DejaVu Sans"/>
                <a:ea typeface="DejaVu Sans"/>
                <a:cs typeface="DejaVu Sans"/>
              </a:defRPr>
            </a:lvl5pPr>
            <a:lvl6pPr algn="l">
              <a:defRPr sz="1875" b="0">
                <a:solidFill>
                  <a:srgbClr val="102A43"/>
                </a:solidFill>
                <a:latin typeface="DejaVu Sans"/>
                <a:ea typeface="DejaVu Sans"/>
                <a:cs typeface="DejaVu Sans"/>
              </a:defRPr>
            </a:lvl6pPr>
            <a:lvl7pPr algn="l">
              <a:defRPr sz="1875" b="0">
                <a:solidFill>
                  <a:srgbClr val="102A43"/>
                </a:solidFill>
                <a:latin typeface="DejaVu Sans"/>
                <a:ea typeface="DejaVu Sans"/>
                <a:cs typeface="DejaVu Sans"/>
              </a:defRPr>
            </a:lvl7pPr>
            <a:lvl8pPr algn="l">
              <a:defRPr sz="1875" b="0">
                <a:solidFill>
                  <a:srgbClr val="102A43"/>
                </a:solidFill>
                <a:latin typeface="DejaVu Sans"/>
                <a:ea typeface="DejaVu Sans"/>
                <a:cs typeface="DejaVu Sans"/>
              </a:defRPr>
            </a:lvl8pPr>
            <a:lvl9pPr algn="l">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Tokens stay outside the snapshot</a:t>
            </a:r>
          </a:p>
        </p:txBody>
      </p:sp>
      <p:sp>
        <p:nvSpPr>
          <p:cNvPr id="7" name="text-66">
            <a:extLst xmlns:a="http://schemas.openxmlformats.org/drawingml/2006/main">
              <a:ext uri="{FF2B5EF4-FFF2-40B4-BE49-F238E27FC236}">
                <a16:creationId xmlns:a16="http://schemas.microsoft.com/office/drawing/2014/main" id="{BC11B84D-5923-4D1B-893A-43554607A991}"/>
              </a:ext>
            </a:extLst>
          </p:cNvPr>
          <p:cNvSpPr>
            <a:spLocks xmlns:a="http://schemas.openxmlformats.org/drawingml/2006/main" noGrp="1"/>
          </p:cNvSpPr>
          <p:nvPr/>
        </p:nvSpPr>
        <p:spPr>
          <a:xfrm xmlns:a="http://schemas.openxmlformats.org/drawingml/2006/main">
            <a:off x="8172450" y="4267200"/>
            <a:ext cx="33718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defRPr sz="1875" b="0">
                <a:solidFill>
                  <a:srgbClr val="102A43"/>
                </a:solidFill>
                <a:latin typeface="DejaVu Sans"/>
                <a:ea typeface="DejaVu Sans"/>
                <a:cs typeface="DejaVu Sans"/>
              </a:defRPr>
            </a:lvl1pPr>
            <a:lvl2pPr algn="l">
              <a:defRPr sz="1875" b="0">
                <a:solidFill>
                  <a:srgbClr val="102A43"/>
                </a:solidFill>
                <a:latin typeface="DejaVu Sans"/>
                <a:ea typeface="DejaVu Sans"/>
                <a:cs typeface="DejaVu Sans"/>
              </a:defRPr>
            </a:lvl2pPr>
            <a:lvl3pPr algn="l">
              <a:defRPr sz="1875" b="0">
                <a:solidFill>
                  <a:srgbClr val="102A43"/>
                </a:solidFill>
                <a:latin typeface="DejaVu Sans"/>
                <a:ea typeface="DejaVu Sans"/>
                <a:cs typeface="DejaVu Sans"/>
              </a:defRPr>
            </a:lvl3pPr>
            <a:lvl4pPr algn="l">
              <a:defRPr sz="1875" b="0">
                <a:solidFill>
                  <a:srgbClr val="102A43"/>
                </a:solidFill>
                <a:latin typeface="DejaVu Sans"/>
                <a:ea typeface="DejaVu Sans"/>
                <a:cs typeface="DejaVu Sans"/>
              </a:defRPr>
            </a:lvl4pPr>
            <a:lvl5pPr algn="l">
              <a:defRPr sz="1875" b="0">
                <a:solidFill>
                  <a:srgbClr val="102A43"/>
                </a:solidFill>
                <a:latin typeface="DejaVu Sans"/>
                <a:ea typeface="DejaVu Sans"/>
                <a:cs typeface="DejaVu Sans"/>
              </a:defRPr>
            </a:lvl5pPr>
            <a:lvl6pPr algn="l">
              <a:defRPr sz="1875" b="0">
                <a:solidFill>
                  <a:srgbClr val="102A43"/>
                </a:solidFill>
                <a:latin typeface="DejaVu Sans"/>
                <a:ea typeface="DejaVu Sans"/>
                <a:cs typeface="DejaVu Sans"/>
              </a:defRPr>
            </a:lvl6pPr>
            <a:lvl7pPr algn="l">
              <a:defRPr sz="1875" b="0">
                <a:solidFill>
                  <a:srgbClr val="102A43"/>
                </a:solidFill>
                <a:latin typeface="DejaVu Sans"/>
                <a:ea typeface="DejaVu Sans"/>
                <a:cs typeface="DejaVu Sans"/>
              </a:defRPr>
            </a:lvl7pPr>
            <a:lvl8pPr algn="l">
              <a:defRPr sz="1875" b="0">
                <a:solidFill>
                  <a:srgbClr val="102A43"/>
                </a:solidFill>
                <a:latin typeface="DejaVu Sans"/>
                <a:ea typeface="DejaVu Sans"/>
                <a:cs typeface="DejaVu Sans"/>
              </a:defRPr>
            </a:lvl8pPr>
            <a:lvl9pPr algn="l">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Changing lookup data alone does not create a run</a:t>
            </a:r>
          </a:p>
        </p:txBody>
      </p:sp>
    </p:spTree>
    <p:extLst>
      <p:ext uri="{BB962C8B-B14F-4D97-AF65-F5344CB8AC3E}">
        <p14:creationId xmlns:p14="http://schemas.microsoft.com/office/powerpoint/2010/main" val="1602671166"/>
      </p:ext>
    </p:extLst>
  </p:cSld>
</p:sld>
</file>

<file path=ppt/slides/slide19.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0BB0FD60-43EA-4CA2-91C2-4CACD7EDABE7}"/>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Previews with request origins</a:t>
            </a:r>
          </a:p>
        </p:txBody>
      </p:sp>
      <p:sp>
        <p:nvSpPr>
          <p:cNvPr id="2" name="text-67">
            <a:extLst xmlns:a="http://schemas.openxmlformats.org/drawingml/2006/main">
              <a:ext uri="{FF2B5EF4-FFF2-40B4-BE49-F238E27FC236}">
                <a16:creationId xmlns:a16="http://schemas.microsoft.com/office/drawing/2014/main" id="{4B7C818A-07EC-407E-8210-7EBDFCCDA5D0}"/>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Named previews tie each generated body to its file, member row and target.</a:t>
            </a:r>
          </a:p>
        </p:txBody>
      </p:sp>
      <p:sp>
        <p:nvSpPr>
          <p:cNvPr id="3" name="slide-number">
            <a:extLst xmlns:a="http://schemas.openxmlformats.org/drawingml/2006/main">
              <a:ext uri="{FF2B5EF4-FFF2-40B4-BE49-F238E27FC236}">
                <a16:creationId xmlns:a16="http://schemas.microsoft.com/office/drawing/2014/main" id="{EF3A826B-10E4-4FAD-A2B0-EB47E6CA93AF}"/>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19</a:t>
            </a:r>
          </a:p>
        </p:txBody>
      </p:sp>
      <p:sp>
        <p:nvSpPr>
          <p:cNvPr id="4" name="text-68">
            <a:extLst xmlns:a="http://schemas.openxmlformats.org/drawingml/2006/main">
              <a:ext uri="{FF2B5EF4-FFF2-40B4-BE49-F238E27FC236}">
                <a16:creationId xmlns:a16="http://schemas.microsoft.com/office/drawing/2014/main" id="{39DDAE40-A0C8-41DC-8C60-37BC17F3F369}"/>
              </a:ext>
            </a:extLst>
          </p:cNvPr>
          <p:cNvSpPr>
            <a:spLocks xmlns:a="http://schemas.openxmlformats.org/drawingml/2006/main" noGrp="1"/>
          </p:cNvSpPr>
          <p:nvPr/>
        </p:nvSpPr>
        <p:spPr>
          <a:xfrm xmlns:a="http://schemas.openxmlformats.org/drawingml/2006/main">
            <a:off x="609600" y="2000250"/>
            <a:ext cx="51911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007F86"/>
                </a:solidFill>
                <a:latin typeface="DejaVu Sans"/>
                <a:ea typeface="DejaVu Sans"/>
                <a:cs typeface="DejaVu Sans"/>
              </a:defRPr>
            </a:defPPr>
            <a:lvl1pPr algn="l">
              <a:defRPr sz="1875" b="1">
                <a:solidFill>
                  <a:srgbClr val="007F86"/>
                </a:solidFill>
                <a:latin typeface="DejaVu Sans"/>
                <a:ea typeface="DejaVu Sans"/>
                <a:cs typeface="DejaVu Sans"/>
              </a:defRPr>
            </a:lvl1pPr>
            <a:lvl2pPr algn="l">
              <a:defRPr sz="1875" b="1">
                <a:solidFill>
                  <a:srgbClr val="007F86"/>
                </a:solidFill>
                <a:latin typeface="DejaVu Sans"/>
                <a:ea typeface="DejaVu Sans"/>
                <a:cs typeface="DejaVu Sans"/>
              </a:defRPr>
            </a:lvl2pPr>
            <a:lvl3pPr algn="l">
              <a:defRPr sz="1875" b="1">
                <a:solidFill>
                  <a:srgbClr val="007F86"/>
                </a:solidFill>
                <a:latin typeface="DejaVu Sans"/>
                <a:ea typeface="DejaVu Sans"/>
                <a:cs typeface="DejaVu Sans"/>
              </a:defRPr>
            </a:lvl3pPr>
            <a:lvl4pPr algn="l">
              <a:defRPr sz="1875" b="1">
                <a:solidFill>
                  <a:srgbClr val="007F86"/>
                </a:solidFill>
                <a:latin typeface="DejaVu Sans"/>
                <a:ea typeface="DejaVu Sans"/>
                <a:cs typeface="DejaVu Sans"/>
              </a:defRPr>
            </a:lvl4pPr>
            <a:lvl5pPr algn="l">
              <a:defRPr sz="1875" b="1">
                <a:solidFill>
                  <a:srgbClr val="007F86"/>
                </a:solidFill>
                <a:latin typeface="DejaVu Sans"/>
                <a:ea typeface="DejaVu Sans"/>
                <a:cs typeface="DejaVu Sans"/>
              </a:defRPr>
            </a:lvl5pPr>
            <a:lvl6pPr algn="l">
              <a:defRPr sz="1875" b="1">
                <a:solidFill>
                  <a:srgbClr val="007F86"/>
                </a:solidFill>
                <a:latin typeface="DejaVu Sans"/>
                <a:ea typeface="DejaVu Sans"/>
                <a:cs typeface="DejaVu Sans"/>
              </a:defRPr>
            </a:lvl6pPr>
            <a:lvl7pPr algn="l">
              <a:defRPr sz="1875" b="1">
                <a:solidFill>
                  <a:srgbClr val="007F86"/>
                </a:solidFill>
                <a:latin typeface="DejaVu Sans"/>
                <a:ea typeface="DejaVu Sans"/>
                <a:cs typeface="DejaVu Sans"/>
              </a:defRPr>
            </a:lvl7pPr>
            <a:lvl8pPr algn="l">
              <a:defRPr sz="1875" b="1">
                <a:solidFill>
                  <a:srgbClr val="007F86"/>
                </a:solidFill>
                <a:latin typeface="DejaVu Sans"/>
                <a:ea typeface="DejaVu Sans"/>
                <a:cs typeface="DejaVu Sans"/>
              </a:defRPr>
            </a:lvl8pPr>
            <a:lvl9pPr algn="l">
              <a:defRPr sz="1875" b="1">
                <a:solidFill>
                  <a:srgbClr val="007F86"/>
                </a:solidFill>
                <a:latin typeface="DejaVu Sans"/>
                <a:ea typeface="DejaVu Sans"/>
                <a:cs typeface="DejaVu Sans"/>
              </a:defRPr>
            </a:lvl9pPr>
          </a:lstStyle>
          <a:p xmlns:a="http://schemas.openxmlformats.org/drawingml/2006/main">
            <a:pPr algn="l">
              <a:lnSpc>
                <a:spcPct val="115000"/>
              </a:lnSpc>
              <a:buNone/>
              <a:defRPr sz="1875" b="1">
                <a:solidFill>
                  <a:srgbClr val="007F86"/>
                </a:solidFill>
                <a:latin typeface="DejaVu Sans"/>
                <a:ea typeface="DejaVu Sans"/>
                <a:cs typeface="DejaVu Sans"/>
              </a:defRPr>
            </a:pPr>
            <a:r>
              <a:rPr sz="1875" b="1">
                <a:solidFill>
                  <a:srgbClr val="007F86"/>
                </a:solidFill>
                <a:latin typeface="DejaVu Sans"/>
                <a:ea typeface="DejaVu Sans"/>
                <a:cs typeface="DejaVu Sans"/>
              </a:rPr>
              <a:t>source metadata excerpt</a:t>
            </a:r>
          </a:p>
        </p:txBody>
      </p:sp>
      <p:sp>
        <p:nvSpPr>
          <p:cNvPr id="5" name="text-69">
            <a:extLst xmlns:a="http://schemas.openxmlformats.org/drawingml/2006/main">
              <a:ext uri="{FF2B5EF4-FFF2-40B4-BE49-F238E27FC236}">
                <a16:creationId xmlns:a16="http://schemas.microsoft.com/office/drawing/2014/main" id="{29C08811-9DD5-401D-8745-B9F80DDCA2CE}"/>
              </a:ext>
            </a:extLst>
          </p:cNvPr>
          <p:cNvSpPr>
            <a:spLocks xmlns:a="http://schemas.openxmlformats.org/drawingml/2006/main" noGrp="1"/>
          </p:cNvSpPr>
          <p:nvPr/>
        </p:nvSpPr>
        <p:spPr>
          <a:xfrm xmlns:a="http://schemas.openxmlformats.org/drawingml/2006/main">
            <a:off x="6381750" y="2000250"/>
            <a:ext cx="5200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007F86"/>
                </a:solidFill>
                <a:latin typeface="DejaVu Sans"/>
                <a:ea typeface="DejaVu Sans"/>
                <a:cs typeface="DejaVu Sans"/>
              </a:defRPr>
            </a:defPPr>
            <a:lvl1pPr algn="l">
              <a:defRPr sz="1875" b="1">
                <a:solidFill>
                  <a:srgbClr val="007F86"/>
                </a:solidFill>
                <a:latin typeface="DejaVu Sans"/>
                <a:ea typeface="DejaVu Sans"/>
                <a:cs typeface="DejaVu Sans"/>
              </a:defRPr>
            </a:lvl1pPr>
            <a:lvl2pPr algn="l">
              <a:defRPr sz="1875" b="1">
                <a:solidFill>
                  <a:srgbClr val="007F86"/>
                </a:solidFill>
                <a:latin typeface="DejaVu Sans"/>
                <a:ea typeface="DejaVu Sans"/>
                <a:cs typeface="DejaVu Sans"/>
              </a:defRPr>
            </a:lvl2pPr>
            <a:lvl3pPr algn="l">
              <a:defRPr sz="1875" b="1">
                <a:solidFill>
                  <a:srgbClr val="007F86"/>
                </a:solidFill>
                <a:latin typeface="DejaVu Sans"/>
                <a:ea typeface="DejaVu Sans"/>
                <a:cs typeface="DejaVu Sans"/>
              </a:defRPr>
            </a:lvl3pPr>
            <a:lvl4pPr algn="l">
              <a:defRPr sz="1875" b="1">
                <a:solidFill>
                  <a:srgbClr val="007F86"/>
                </a:solidFill>
                <a:latin typeface="DejaVu Sans"/>
                <a:ea typeface="DejaVu Sans"/>
                <a:cs typeface="DejaVu Sans"/>
              </a:defRPr>
            </a:lvl4pPr>
            <a:lvl5pPr algn="l">
              <a:defRPr sz="1875" b="1">
                <a:solidFill>
                  <a:srgbClr val="007F86"/>
                </a:solidFill>
                <a:latin typeface="DejaVu Sans"/>
                <a:ea typeface="DejaVu Sans"/>
                <a:cs typeface="DejaVu Sans"/>
              </a:defRPr>
            </a:lvl5pPr>
            <a:lvl6pPr algn="l">
              <a:defRPr sz="1875" b="1">
                <a:solidFill>
                  <a:srgbClr val="007F86"/>
                </a:solidFill>
                <a:latin typeface="DejaVu Sans"/>
                <a:ea typeface="DejaVu Sans"/>
                <a:cs typeface="DejaVu Sans"/>
              </a:defRPr>
            </a:lvl6pPr>
            <a:lvl7pPr algn="l">
              <a:defRPr sz="1875" b="1">
                <a:solidFill>
                  <a:srgbClr val="007F86"/>
                </a:solidFill>
                <a:latin typeface="DejaVu Sans"/>
                <a:ea typeface="DejaVu Sans"/>
                <a:cs typeface="DejaVu Sans"/>
              </a:defRPr>
            </a:lvl7pPr>
            <a:lvl8pPr algn="l">
              <a:defRPr sz="1875" b="1">
                <a:solidFill>
                  <a:srgbClr val="007F86"/>
                </a:solidFill>
                <a:latin typeface="DejaVu Sans"/>
                <a:ea typeface="DejaVu Sans"/>
                <a:cs typeface="DejaVu Sans"/>
              </a:defRPr>
            </a:lvl8pPr>
            <a:lvl9pPr algn="l">
              <a:defRPr sz="1875" b="1">
                <a:solidFill>
                  <a:srgbClr val="007F86"/>
                </a:solidFill>
                <a:latin typeface="DejaVu Sans"/>
                <a:ea typeface="DejaVu Sans"/>
                <a:cs typeface="DejaVu Sans"/>
              </a:defRPr>
            </a:lvl9pPr>
          </a:lstStyle>
          <a:p xmlns:a="http://schemas.openxmlformats.org/drawingml/2006/main">
            <a:pPr algn="l">
              <a:lnSpc>
                <a:spcPct val="115000"/>
              </a:lnSpc>
              <a:buNone/>
              <a:defRPr sz="1875" b="1">
                <a:solidFill>
                  <a:srgbClr val="007F86"/>
                </a:solidFill>
                <a:latin typeface="DejaVu Sans"/>
                <a:ea typeface="DejaVu Sans"/>
                <a:cs typeface="DejaVu Sans"/>
              </a:defRPr>
            </a:pPr>
            <a:r>
              <a:rPr sz="1875" b="1">
                <a:solidFill>
                  <a:srgbClr val="007F86"/>
                </a:solidFill>
                <a:latin typeface="DejaVu Sans"/>
                <a:ea typeface="DejaVu Sans"/>
                <a:cs typeface="DejaVu Sans"/>
              </a:rPr>
              <a:t>requestDetails excerpt</a:t>
            </a:r>
          </a:p>
        </p:txBody>
      </p:sp>
      <p:sp>
        <p:nvSpPr>
          <p:cNvPr id="6" name="text-70">
            <a:extLst xmlns:a="http://schemas.openxmlformats.org/drawingml/2006/main">
              <a:ext uri="{FF2B5EF4-FFF2-40B4-BE49-F238E27FC236}">
                <a16:creationId xmlns:a16="http://schemas.microsoft.com/office/drawing/2014/main" id="{23DD3EA3-5D31-4938-8169-72AB1EE83CC1}"/>
              </a:ext>
            </a:extLst>
          </p:cNvPr>
          <p:cNvSpPr>
            <a:spLocks xmlns:a="http://schemas.openxmlformats.org/drawingml/2006/main" noGrp="1"/>
          </p:cNvSpPr>
          <p:nvPr/>
        </p:nvSpPr>
        <p:spPr>
          <a:xfrm xmlns:a="http://schemas.openxmlformats.org/drawingml/2006/main">
            <a:off x="609600" y="2533650"/>
            <a:ext cx="5191125" cy="3352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102A43"/>
                </a:solidFill>
                <a:latin typeface="DejaVu Sans Mono"/>
                <a:ea typeface="DejaVu Sans Mono"/>
                <a:cs typeface="DejaVu Sans Mono"/>
              </a:defRPr>
            </a:defPPr>
            <a:lvl1pPr algn="l">
              <a:defRPr sz="1725" b="0">
                <a:solidFill>
                  <a:srgbClr val="102A43"/>
                </a:solidFill>
                <a:latin typeface="DejaVu Sans Mono"/>
                <a:ea typeface="DejaVu Sans Mono"/>
                <a:cs typeface="DejaVu Sans Mono"/>
              </a:defRPr>
            </a:lvl1pPr>
            <a:lvl2pPr algn="l">
              <a:defRPr sz="1725" b="0">
                <a:solidFill>
                  <a:srgbClr val="102A43"/>
                </a:solidFill>
                <a:latin typeface="DejaVu Sans Mono"/>
                <a:ea typeface="DejaVu Sans Mono"/>
                <a:cs typeface="DejaVu Sans Mono"/>
              </a:defRPr>
            </a:lvl2pPr>
            <a:lvl3pPr algn="l">
              <a:defRPr sz="1725" b="0">
                <a:solidFill>
                  <a:srgbClr val="102A43"/>
                </a:solidFill>
                <a:latin typeface="DejaVu Sans Mono"/>
                <a:ea typeface="DejaVu Sans Mono"/>
                <a:cs typeface="DejaVu Sans Mono"/>
              </a:defRPr>
            </a:lvl3pPr>
            <a:lvl4pPr algn="l">
              <a:defRPr sz="1725" b="0">
                <a:solidFill>
                  <a:srgbClr val="102A43"/>
                </a:solidFill>
                <a:latin typeface="DejaVu Sans Mono"/>
                <a:ea typeface="DejaVu Sans Mono"/>
                <a:cs typeface="DejaVu Sans Mono"/>
              </a:defRPr>
            </a:lvl4pPr>
            <a:lvl5pPr algn="l">
              <a:defRPr sz="1725" b="0">
                <a:solidFill>
                  <a:srgbClr val="102A43"/>
                </a:solidFill>
                <a:latin typeface="DejaVu Sans Mono"/>
                <a:ea typeface="DejaVu Sans Mono"/>
                <a:cs typeface="DejaVu Sans Mono"/>
              </a:defRPr>
            </a:lvl5pPr>
            <a:lvl6pPr algn="l">
              <a:defRPr sz="1725" b="0">
                <a:solidFill>
                  <a:srgbClr val="102A43"/>
                </a:solidFill>
                <a:latin typeface="DejaVu Sans Mono"/>
                <a:ea typeface="DejaVu Sans Mono"/>
                <a:cs typeface="DejaVu Sans Mono"/>
              </a:defRPr>
            </a:lvl6pPr>
            <a:lvl7pPr algn="l">
              <a:defRPr sz="1725" b="0">
                <a:solidFill>
                  <a:srgbClr val="102A43"/>
                </a:solidFill>
                <a:latin typeface="DejaVu Sans Mono"/>
                <a:ea typeface="DejaVu Sans Mono"/>
                <a:cs typeface="DejaVu Sans Mono"/>
              </a:defRPr>
            </a:lvl7pPr>
            <a:lvl8pPr algn="l">
              <a:defRPr sz="1725" b="0">
                <a:solidFill>
                  <a:srgbClr val="102A43"/>
                </a:solidFill>
                <a:latin typeface="DejaVu Sans Mono"/>
                <a:ea typeface="DejaVu Sans Mono"/>
                <a:cs typeface="DejaVu Sans Mono"/>
              </a:defRPr>
            </a:lvl8pPr>
            <a:lvl9pPr algn="l">
              <a:defRPr sz="1725" b="0">
                <a:solidFill>
                  <a:srgbClr val="102A43"/>
                </a:solidFill>
                <a:latin typeface="DejaVu Sans Mono"/>
                <a:ea typeface="DejaVu Sans Mono"/>
                <a:cs typeface="DejaVu Sans Mono"/>
              </a:defRPr>
            </a:lvl9pPr>
          </a:lstStyle>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"fileName": "consent.csv",</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"fileType": "CSV",</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"profileId":</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"cms-consent-csv-v1",</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"requestCount": 6</a:t>
            </a:r>
          </a:p>
          <a:p xmlns:a="http://schemas.openxmlformats.org/drawingml/2006/main">
            <a:r>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consent.csv.preview.json</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requests.jsonl</a:t>
            </a:r>
          </a:p>
        </p:txBody>
      </p:sp>
      <p:sp>
        <p:nvSpPr>
          <p:cNvPr id="7" name="text-71">
            <a:extLst xmlns:a="http://schemas.openxmlformats.org/drawingml/2006/main">
              <a:ext uri="{FF2B5EF4-FFF2-40B4-BE49-F238E27FC236}">
                <a16:creationId xmlns:a16="http://schemas.microsoft.com/office/drawing/2014/main" id="{AED16148-D17C-4CDA-B45D-62530BFF20D2}"/>
              </a:ext>
            </a:extLst>
          </p:cNvPr>
          <p:cNvSpPr>
            <a:spLocks xmlns:a="http://schemas.openxmlformats.org/drawingml/2006/main" noGrp="1"/>
          </p:cNvSpPr>
          <p:nvPr/>
        </p:nvSpPr>
        <p:spPr>
          <a:xfrm xmlns:a="http://schemas.openxmlformats.org/drawingml/2006/main">
            <a:off x="6381750" y="2533650"/>
            <a:ext cx="5200650" cy="3352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102A43"/>
                </a:solidFill>
                <a:latin typeface="DejaVu Sans Mono"/>
                <a:ea typeface="DejaVu Sans Mono"/>
                <a:cs typeface="DejaVu Sans Mono"/>
              </a:defRPr>
            </a:defPPr>
            <a:lvl1pPr algn="l">
              <a:defRPr sz="1725" b="0">
                <a:solidFill>
                  <a:srgbClr val="102A43"/>
                </a:solidFill>
                <a:latin typeface="DejaVu Sans Mono"/>
                <a:ea typeface="DejaVu Sans Mono"/>
                <a:cs typeface="DejaVu Sans Mono"/>
              </a:defRPr>
            </a:lvl1pPr>
            <a:lvl2pPr algn="l">
              <a:defRPr sz="1725" b="0">
                <a:solidFill>
                  <a:srgbClr val="102A43"/>
                </a:solidFill>
                <a:latin typeface="DejaVu Sans Mono"/>
                <a:ea typeface="DejaVu Sans Mono"/>
                <a:cs typeface="DejaVu Sans Mono"/>
              </a:defRPr>
            </a:lvl2pPr>
            <a:lvl3pPr algn="l">
              <a:defRPr sz="1725" b="0">
                <a:solidFill>
                  <a:srgbClr val="102A43"/>
                </a:solidFill>
                <a:latin typeface="DejaVu Sans Mono"/>
                <a:ea typeface="DejaVu Sans Mono"/>
                <a:cs typeface="DejaVu Sans Mono"/>
              </a:defRPr>
            </a:lvl3pPr>
            <a:lvl4pPr algn="l">
              <a:defRPr sz="1725" b="0">
                <a:solidFill>
                  <a:srgbClr val="102A43"/>
                </a:solidFill>
                <a:latin typeface="DejaVu Sans Mono"/>
                <a:ea typeface="DejaVu Sans Mono"/>
                <a:cs typeface="DejaVu Sans Mono"/>
              </a:defRPr>
            </a:lvl4pPr>
            <a:lvl5pPr algn="l">
              <a:defRPr sz="1725" b="0">
                <a:solidFill>
                  <a:srgbClr val="102A43"/>
                </a:solidFill>
                <a:latin typeface="DejaVu Sans Mono"/>
                <a:ea typeface="DejaVu Sans Mono"/>
                <a:cs typeface="DejaVu Sans Mono"/>
              </a:defRPr>
            </a:lvl5pPr>
            <a:lvl6pPr algn="l">
              <a:defRPr sz="1725" b="0">
                <a:solidFill>
                  <a:srgbClr val="102A43"/>
                </a:solidFill>
                <a:latin typeface="DejaVu Sans Mono"/>
                <a:ea typeface="DejaVu Sans Mono"/>
                <a:cs typeface="DejaVu Sans Mono"/>
              </a:defRPr>
            </a:lvl6pPr>
            <a:lvl7pPr algn="l">
              <a:defRPr sz="1725" b="0">
                <a:solidFill>
                  <a:srgbClr val="102A43"/>
                </a:solidFill>
                <a:latin typeface="DejaVu Sans Mono"/>
                <a:ea typeface="DejaVu Sans Mono"/>
                <a:cs typeface="DejaVu Sans Mono"/>
              </a:defRPr>
            </a:lvl7pPr>
            <a:lvl8pPr algn="l">
              <a:defRPr sz="1725" b="0">
                <a:solidFill>
                  <a:srgbClr val="102A43"/>
                </a:solidFill>
                <a:latin typeface="DejaVu Sans Mono"/>
                <a:ea typeface="DejaVu Sans Mono"/>
                <a:cs typeface="DejaVu Sans Mono"/>
              </a:defRPr>
            </a:lvl8pPr>
            <a:lvl9pPr algn="l">
              <a:defRPr sz="1725" b="0">
                <a:solidFill>
                  <a:srgbClr val="102A43"/>
                </a:solidFill>
                <a:latin typeface="DejaVu Sans Mono"/>
                <a:ea typeface="DejaVu Sans Mono"/>
                <a:cs typeface="DejaVu Sans Mono"/>
              </a:defRPr>
            </a:lvl9pPr>
          </a:lstStyle>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 "requestNumber": 1,</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"sourceRecordNumber": 1,</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"consentTarget": "PCDS"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 "requestNumber": 2,</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"sourceRecordNumber": 1,</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"consentTarget": "P2PDS"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a:t>
            </a:r>
          </a:p>
        </p:txBody>
      </p:sp>
    </p:spTree>
    <p:extLst>
      <p:ext uri="{BB962C8B-B14F-4D97-AF65-F5344CB8AC3E}">
        <p14:creationId xmlns:p14="http://schemas.microsoft.com/office/powerpoint/2010/main" val="2041873850"/>
      </p:ext>
    </p:extLst>
  </p:cSld>
</p:sld>
</file>

<file path=ppt/slides/slide20.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A0B6EA8D-62F1-4671-93E8-C4F10889FA58}"/>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HTTP delivery outcomes</a:t>
            </a:r>
          </a:p>
        </p:txBody>
      </p:sp>
      <p:sp>
        <p:nvSpPr>
          <p:cNvPr id="2" name="text-72">
            <a:extLst xmlns:a="http://schemas.openxmlformats.org/drawingml/2006/main">
              <a:ext uri="{FF2B5EF4-FFF2-40B4-BE49-F238E27FC236}">
                <a16:creationId xmlns:a16="http://schemas.microsoft.com/office/drawing/2014/main" id="{C68A8B24-5AC8-4CB6-9F98-37DE0F573A09}"/>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The upsert service owns persistence and its acknowledgement contract.</a:t>
            </a:r>
          </a:p>
        </p:txBody>
      </p:sp>
      <p:sp>
        <p:nvSpPr>
          <p:cNvPr id="3" name="slide-number">
            <a:extLst xmlns:a="http://schemas.openxmlformats.org/drawingml/2006/main">
              <a:ext uri="{FF2B5EF4-FFF2-40B4-BE49-F238E27FC236}">
                <a16:creationId xmlns:a16="http://schemas.microsoft.com/office/drawing/2014/main" id="{77C97198-0FF0-47AC-827C-C2EC75F1D1E3}"/>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20</a:t>
            </a:r>
          </a:p>
        </p:txBody>
      </p:sp>
      <p:graphicFrame>
        <p:nvGraphicFramePr>
          <p:cNvPr id="4" name="">
            <a:extLst xmlns:a="http://schemas.openxmlformats.org/drawingml/2006/main">
              <a:ext uri="{FF2B5EF4-FFF2-40B4-BE49-F238E27FC236}">
                <a16:creationId xmlns:a16="http://schemas.microsoft.com/office/drawing/2014/main" id="{C8BDFA97-1E0E-428A-BDCD-1E145346AAC2}"/>
              </a:ext>
            </a:extLst>
          </p:cNvPr>
          <p:cNvGraphicFramePr/>
          <p:nvPr/>
        </p:nvGraphicFramePr>
        <p:xfrm>
          <a:off xmlns:a="http://schemas.openxmlformats.org/drawingml/2006/main" x="609600" y="2000250"/>
          <a:ext xmlns:a="http://schemas.openxmlformats.org/drawingml/2006/main" cx="10972800" cy="4171950"/>
        </p:xfrm>
        <a:graphic xmlns:a="http://schemas.openxmlformats.org/drawingml/2006/main">
          <a:graphicData uri="http://schemas.openxmlformats.org/drawingml/2006/table">
            <a:tbl>
              <a:tblPr/>
              <a:tblGrid>
                <a:gridCol w="3571875"/>
                <a:gridCol w="3143250"/>
                <a:gridCol w="4257675"/>
              </a:tblGrid>
              <a:tr h="695325">
                <a:tc>
                  <a:txBody>
                    <a:bodyPr wrap="square" lIns="76200" tIns="76200" rIns="76200" bIns="76200">
                      <a:noAutofit/>
                    </a:bodyPr>
                    <a:lstStyle/>
                    <a:p>
                      <a:r>
                        <a:rPr sz="1800" b="1">
                          <a:solidFill>
                            <a:srgbClr val="FFFFFF"/>
                          </a:solidFill>
                          <a:latin typeface="DejaVu Sans"/>
                          <a:ea typeface="DejaVu Sans"/>
                          <a:cs typeface="DejaVu Sans"/>
                        </a:rPr>
                        <a:t>Response</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Outcome</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Default handling</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200 / 201 / 204</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ACKNOWLEDGED</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Record success and continue</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Other 2xx, including 202</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UNCERTAIN</a:t>
                      </a:r>
                    </a:p>
                  </a:txBody>
                  <a:tcPr marL="91440" marR="91440" marT="45720" marB="45720" anchor="ctr">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Apply replay-safety policy</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408 / 429 / 5xx</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RETRYABLE</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Apply replay-safety policy</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Other HTTP status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REJECTED</a:t>
                      </a:r>
                    </a:p>
                  </a:txBody>
                  <a:tcPr marL="91440" marR="91440" marT="45720" marB="45720" anchor="ctr">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Fail and quarantine</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Transport failure / timeout</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UNCERTAIN</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Apply replay-safety policy</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bl>
          </a:graphicData>
        </a:graphic>
      </p:graphicFrame>
    </p:spTree>
    <p:extLst>
      <p:ext uri="{BB962C8B-B14F-4D97-AF65-F5344CB8AC3E}">
        <p14:creationId xmlns:p14="http://schemas.microsoft.com/office/powerpoint/2010/main" val="1628937357"/>
      </p:ext>
    </p:extLst>
  </p:cSld>
</p:sld>
</file>

<file path=ppt/slides/slide21.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50642D14-5F49-48E6-A354-62AA965E20E8}"/>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Partial success across consent targets</a:t>
            </a:r>
          </a:p>
        </p:txBody>
      </p:sp>
      <p:sp>
        <p:nvSpPr>
          <p:cNvPr id="2" name="text-73">
            <a:extLst xmlns:a="http://schemas.openxmlformats.org/drawingml/2006/main">
              <a:ext uri="{FF2B5EF4-FFF2-40B4-BE49-F238E27FC236}">
                <a16:creationId xmlns:a16="http://schemas.microsoft.com/office/drawing/2014/main" id="{247E88BD-69C7-4A55-BC4B-613D4B2581B5}"/>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Provider and payer requests do not form an atomic remote transaction.</a:t>
            </a:r>
          </a:p>
        </p:txBody>
      </p:sp>
      <p:sp>
        <p:nvSpPr>
          <p:cNvPr id="3" name="slide-number">
            <a:extLst xmlns:a="http://schemas.openxmlformats.org/drawingml/2006/main">
              <a:ext uri="{FF2B5EF4-FFF2-40B4-BE49-F238E27FC236}">
                <a16:creationId xmlns:a16="http://schemas.microsoft.com/office/drawing/2014/main" id="{609B5283-16F3-484A-93EC-67923AF4A574}"/>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21</a:t>
            </a:r>
          </a:p>
        </p:txBody>
      </p:sp>
      <p:graphicFrame>
        <p:nvGraphicFramePr>
          <p:cNvPr id="4" name="">
            <a:extLst xmlns:a="http://schemas.openxmlformats.org/drawingml/2006/main">
              <a:ext uri="{FF2B5EF4-FFF2-40B4-BE49-F238E27FC236}">
                <a16:creationId xmlns:a16="http://schemas.microsoft.com/office/drawing/2014/main" id="{4D511951-0645-48F0-A24C-1F4A9A832BD0}"/>
              </a:ext>
            </a:extLst>
          </p:cNvPr>
          <p:cNvGraphicFramePr/>
          <p:nvPr/>
        </p:nvGraphicFramePr>
        <p:xfrm>
          <a:off xmlns:a="http://schemas.openxmlformats.org/drawingml/2006/main" x="609600" y="2000250"/>
          <a:ext xmlns:a="http://schemas.openxmlformats.org/drawingml/2006/main" cx="10972800" cy="3619500"/>
        </p:xfrm>
        <a:graphic xmlns:a="http://schemas.openxmlformats.org/drawingml/2006/main">
          <a:graphicData uri="http://schemas.openxmlformats.org/drawingml/2006/table">
            <a:tbl>
              <a:tblPr/>
              <a:tblGrid>
                <a:gridCol w="2857500"/>
                <a:gridCol w="4000500"/>
                <a:gridCol w="4114800"/>
              </a:tblGrid>
              <a:tr h="904875">
                <a:tc>
                  <a:txBody>
                    <a:bodyPr wrap="square" lIns="76200" tIns="76200" rIns="76200" bIns="76200">
                      <a:noAutofit/>
                    </a:bodyPr>
                    <a:lstStyle/>
                    <a:p>
                      <a:r>
                        <a:rPr sz="1800" b="1">
                          <a:solidFill>
                            <a:srgbClr val="FFFFFF"/>
                          </a:solidFill>
                          <a:latin typeface="DejaVu Sans"/>
                          <a:ea typeface="DejaVu Sans"/>
                          <a:cs typeface="DejaVu Sans"/>
                        </a:rPr>
                        <a:t>Request</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Persisted state</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Recovery action</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904875">
                <a:tc>
                  <a:txBody>
                    <a:bodyPr wrap="square" lIns="76200" tIns="76200" rIns="76200" bIns="76200">
                      <a:noAutofit/>
                    </a:bodyPr>
                    <a:lstStyle/>
                    <a:p>
                      <a:r>
                        <a:rPr sz="1800" b="0">
                          <a:solidFill>
                            <a:srgbClr val="102A43"/>
                          </a:solidFill>
                          <a:latin typeface="DejaVu Sans"/>
                          <a:ea typeface="DejaVu Sans"/>
                          <a:cs typeface="DejaVu Sans"/>
                        </a:rPr>
                        <a:t>1: row 1 PCDS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ACKNOWLEDGED</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Skip</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904875">
                <a:tc>
                  <a:txBody>
                    <a:bodyPr wrap="square" lIns="76200" tIns="76200" rIns="76200" bIns="76200">
                      <a:noAutofit/>
                    </a:bodyPr>
                    <a:lstStyle/>
                    <a:p>
                      <a:r>
                        <a:rPr sz="1800" b="0">
                          <a:solidFill>
                            <a:srgbClr val="102A43"/>
                          </a:solidFill>
                          <a:latin typeface="DejaVu Sans"/>
                          <a:ea typeface="DejaVu Sans"/>
                          <a:cs typeface="DejaVu Sans"/>
                        </a:rPr>
                        <a:t>2: row 1 P2PDS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UNCERTAIN or RETRYABLE</a:t>
                      </a:r>
                    </a:p>
                  </a:txBody>
                  <a:tcPr marL="91440" marR="91440" marT="45720" marB="45720" anchor="ctr">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Pause unless replay is safe</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904875">
                <a:tc>
                  <a:txBody>
                    <a:bodyPr wrap="square" lIns="76200" tIns="76200" rIns="76200" bIns="76200">
                      <a:noAutofit/>
                    </a:bodyPr>
                    <a:lstStyle/>
                    <a:p>
                      <a:r>
                        <a:rPr sz="1800" b="0">
                          <a:solidFill>
                            <a:srgbClr val="102A43"/>
                          </a:solidFill>
                          <a:latin typeface="DejaVu Sans"/>
                          <a:ea typeface="DejaVu Sans"/>
                          <a:cs typeface="DejaVu Sans"/>
                        </a:rPr>
                        <a:t>3: row 2 PCDS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PENDING</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Wait for request 2</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bl>
          </a:graphicData>
        </a:graphic>
      </p:graphicFrame>
      <p:sp>
        <p:nvSpPr>
          <p:cNvPr id="5" name="text-74">
            <a:extLst xmlns:a="http://schemas.openxmlformats.org/drawingml/2006/main">
              <a:ext uri="{FF2B5EF4-FFF2-40B4-BE49-F238E27FC236}">
                <a16:creationId xmlns:a16="http://schemas.microsoft.com/office/drawing/2014/main" id="{A6D66538-3B0E-4CA3-A72F-035B85FC86AD}"/>
              </a:ext>
            </a:extLst>
          </p:cNvPr>
          <p:cNvSpPr>
            <a:spLocks xmlns:a="http://schemas.openxmlformats.org/drawingml/2006/main" noGrp="1"/>
          </p:cNvSpPr>
          <p:nvPr/>
        </p:nvSpPr>
        <p:spPr>
          <a:xfrm xmlns:a="http://schemas.openxmlformats.org/drawingml/2006/main">
            <a:off x="609600" y="5981700"/>
            <a:ext cx="105727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526778"/>
                </a:solidFill>
                <a:latin typeface="DejaVu Sans"/>
                <a:ea typeface="DejaVu Sans"/>
                <a:cs typeface="DejaVu Sans"/>
              </a:defRPr>
            </a:defPPr>
            <a:lvl1pPr algn="l">
              <a:defRPr sz="1650" b="0">
                <a:solidFill>
                  <a:srgbClr val="526778"/>
                </a:solidFill>
                <a:latin typeface="DejaVu Sans"/>
                <a:ea typeface="DejaVu Sans"/>
                <a:cs typeface="DejaVu Sans"/>
              </a:defRPr>
            </a:lvl1pPr>
            <a:lvl2pPr algn="l">
              <a:defRPr sz="1650" b="0">
                <a:solidFill>
                  <a:srgbClr val="526778"/>
                </a:solidFill>
                <a:latin typeface="DejaVu Sans"/>
                <a:ea typeface="DejaVu Sans"/>
                <a:cs typeface="DejaVu Sans"/>
              </a:defRPr>
            </a:lvl2pPr>
            <a:lvl3pPr algn="l">
              <a:defRPr sz="1650" b="0">
                <a:solidFill>
                  <a:srgbClr val="526778"/>
                </a:solidFill>
                <a:latin typeface="DejaVu Sans"/>
                <a:ea typeface="DejaVu Sans"/>
                <a:cs typeface="DejaVu Sans"/>
              </a:defRPr>
            </a:lvl3pPr>
            <a:lvl4pPr algn="l">
              <a:defRPr sz="1650" b="0">
                <a:solidFill>
                  <a:srgbClr val="526778"/>
                </a:solidFill>
                <a:latin typeface="DejaVu Sans"/>
                <a:ea typeface="DejaVu Sans"/>
                <a:cs typeface="DejaVu Sans"/>
              </a:defRPr>
            </a:lvl4pPr>
            <a:lvl5pPr algn="l">
              <a:defRPr sz="1650" b="0">
                <a:solidFill>
                  <a:srgbClr val="526778"/>
                </a:solidFill>
                <a:latin typeface="DejaVu Sans"/>
                <a:ea typeface="DejaVu Sans"/>
                <a:cs typeface="DejaVu Sans"/>
              </a:defRPr>
            </a:lvl5pPr>
            <a:lvl6pPr algn="l">
              <a:defRPr sz="1650" b="0">
                <a:solidFill>
                  <a:srgbClr val="526778"/>
                </a:solidFill>
                <a:latin typeface="DejaVu Sans"/>
                <a:ea typeface="DejaVu Sans"/>
                <a:cs typeface="DejaVu Sans"/>
              </a:defRPr>
            </a:lvl6pPr>
            <a:lvl7pPr algn="l">
              <a:defRPr sz="1650" b="0">
                <a:solidFill>
                  <a:srgbClr val="526778"/>
                </a:solidFill>
                <a:latin typeface="DejaVu Sans"/>
                <a:ea typeface="DejaVu Sans"/>
                <a:cs typeface="DejaVu Sans"/>
              </a:defRPr>
            </a:lvl7pPr>
            <a:lvl8pPr algn="l">
              <a:defRPr sz="1650" b="0">
                <a:solidFill>
                  <a:srgbClr val="526778"/>
                </a:solidFill>
                <a:latin typeface="DejaVu Sans"/>
                <a:ea typeface="DejaVu Sans"/>
                <a:cs typeface="DejaVu Sans"/>
              </a:defRPr>
            </a:lvl8pPr>
            <a:lvl9pPr algn="l">
              <a:defRPr sz="1650" b="0">
                <a:solidFill>
                  <a:srgbClr val="526778"/>
                </a:solidFill>
                <a:latin typeface="DejaVu Sans"/>
                <a:ea typeface="DejaVu Sans"/>
                <a:cs typeface="DejaVu Sans"/>
              </a:defRPr>
            </a:lvl9pPr>
          </a:lstStyle>
          <a:p xmlns:a="http://schemas.openxmlformats.org/drawingml/2006/main">
            <a:pPr algn="l">
              <a:lnSpc>
                <a:spcPct val="115000"/>
              </a:lnSpc>
              <a:buNone/>
              <a:defRPr sz="1650" b="0">
                <a:solidFill>
                  <a:srgbClr val="526778"/>
                </a:solidFill>
                <a:latin typeface="DejaVu Sans"/>
                <a:ea typeface="DejaVu Sans"/>
                <a:cs typeface="DejaVu Sans"/>
              </a:defRPr>
            </a:pPr>
            <a:r>
              <a:rPr sz="1650" b="0">
                <a:solidFill>
                  <a:srgbClr val="526778"/>
                </a:solidFill>
                <a:latin typeface="DejaVu Sans"/>
                <a:ea typeface="DejaVu Sans"/>
                <a:cs typeface="DejaVu Sans"/>
              </a:rPr>
              <a:t>A service-side idempotency guarantee is required for safe replay.</a:t>
            </a:r>
          </a:p>
        </p:txBody>
      </p:sp>
    </p:spTree>
    <p:extLst>
      <p:ext uri="{BB962C8B-B14F-4D97-AF65-F5344CB8AC3E}">
        <p14:creationId xmlns:p14="http://schemas.microsoft.com/office/powerpoint/2010/main" val="404178689"/>
      </p:ext>
    </p:extLst>
  </p:cSld>
</p:sld>
</file>

<file path=ppt/slides/slide22.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2D247104-9871-451B-B24E-D4FBD1E40909}"/>
              </a:ext>
            </a:extLst>
          </p:cNvPr>
          <p:cNvCxnSpPr>
            <a:stCxn xmlns:a="http://schemas.openxmlformats.org/drawingml/2006/main" id="7" idx="2"/>
            <a:endCxn xmlns:a="http://schemas.openxmlformats.org/drawingml/2006/main" id="15" idx="1"/>
          </p:cNvCxnSpPr>
          <p:nvPr/>
        </p:nvCxnSpPr>
        <p:spPr>
          <a:xfrm xmlns:a="http://schemas.openxmlformats.org/drawingml/2006/main">
            <a:off x="8343900" y="3048000"/>
            <a:ext cx="1257300" cy="1595438"/>
          </a:xfrm>
          <a:prstGeom xmlns:a="http://schemas.openxmlformats.org/drawingml/2006/main" prst="bentConnector5">
            <a:avLst>
              <a:gd name="adj1" fmla="val 0"/>
              <a:gd name="adj2" fmla="val 14328"/>
              <a:gd name="adj3" fmla="val 81818"/>
            </a:avLst>
          </a:prstGeom>
          <a:ln xmlns:a="http://schemas.openxmlformats.org/drawingml/2006/main" w="19050">
            <a:solidFill>
              <a:srgbClr val="007F86"/>
            </a:solidFill>
            <a:prstDash val="solid"/>
            <a:tailEnd type="triangle" w="sm" len="sm"/>
          </a:ln>
        </p:spPr>
      </p:cxnSp>
      <p:cxnSp>
        <p:nvCxnSpPr>
          <p:cNvPr id="17" name="">
            <a:extLst xmlns:a="http://schemas.openxmlformats.org/drawingml/2006/main">
              <a:ext uri="{FF2B5EF4-FFF2-40B4-BE49-F238E27FC236}">
                <a16:creationId xmlns:a16="http://schemas.microsoft.com/office/drawing/2014/main" id="{AD1951B7-F798-40C4-8D43-882ACBE730CA}"/>
              </a:ext>
            </a:extLst>
          </p:cNvPr>
          <p:cNvCxnSpPr>
            <a:stCxn xmlns:a="http://schemas.openxmlformats.org/drawingml/2006/main" id="6" idx="2"/>
            <a:endCxn xmlns:a="http://schemas.openxmlformats.org/drawingml/2006/main" id="14" idx="0"/>
          </p:cNvCxnSpPr>
          <p:nvPr/>
        </p:nvCxnSpPr>
        <p:spPr>
          <a:xfrm xmlns:a="http://schemas.openxmlformats.org/drawingml/2006/main">
            <a:off x="6096000" y="3048000"/>
            <a:ext cx="0" cy="1238250"/>
          </a:xfrm>
          <a:prstGeom xmlns:a="http://schemas.openxmlformats.org/drawingml/2006/main" prst="straightConnector1">
            <a:avLst/>
          </a:prstGeom>
          <a:ln xmlns:a="http://schemas.openxmlformats.org/drawingml/2006/main" w="19050">
            <a:solidFill>
              <a:srgbClr val="AA4E2D"/>
            </a:solidFill>
            <a:prstDash val="solid"/>
            <a:tailEnd type="triangle" w="sm" len="sm"/>
          </a:ln>
        </p:spPr>
      </p:cxnSp>
      <p:cxnSp>
        <p:nvCxnSpPr>
          <p:cNvPr id="16" name="">
            <a:extLst xmlns:a="http://schemas.openxmlformats.org/drawingml/2006/main">
              <a:ext uri="{FF2B5EF4-FFF2-40B4-BE49-F238E27FC236}">
                <a16:creationId xmlns:a16="http://schemas.microsoft.com/office/drawing/2014/main" id="{82D41276-3C94-4513-B6D0-0686C4D1AA7E}"/>
              </a:ext>
            </a:extLst>
          </p:cNvPr>
          <p:cNvCxnSpPr>
            <a:stCxn xmlns:a="http://schemas.openxmlformats.org/drawingml/2006/main" id="4" idx="2"/>
            <a:endCxn xmlns:a="http://schemas.openxmlformats.org/drawingml/2006/main" id="13" idx="0"/>
          </p:cNvCxnSpPr>
          <p:nvPr/>
        </p:nvCxnSpPr>
        <p:spPr>
          <a:xfrm xmlns:a="http://schemas.openxmlformats.org/drawingml/2006/main">
            <a:off x="1600200" y="3048000"/>
            <a:ext cx="0" cy="1238250"/>
          </a:xfrm>
          <a:prstGeom xmlns:a="http://schemas.openxmlformats.org/drawingml/2006/main" prst="straightConnector1">
            <a:avLst/>
          </a:prstGeom>
          <a:ln xmlns:a="http://schemas.openxmlformats.org/drawingml/2006/main" w="19050">
            <a:solidFill>
              <a:srgbClr val="AA4E2D"/>
            </a:solidFill>
            <a:prstDash val="solid"/>
            <a:tailEnd type="triangle" w="sm" len="sm"/>
          </a:ln>
        </p:spPr>
      </p:cxnSp>
      <p:cxnSp>
        <p:nvCxnSpPr>
          <p:cNvPr id="12" name="">
            <a:extLst xmlns:a="http://schemas.openxmlformats.org/drawingml/2006/main">
              <a:ext uri="{FF2B5EF4-FFF2-40B4-BE49-F238E27FC236}">
                <a16:creationId xmlns:a16="http://schemas.microsoft.com/office/drawing/2014/main" id="{33BCD010-B293-4E6C-BE29-3BEDD5BC2A0F}"/>
              </a:ext>
            </a:extLst>
          </p:cNvPr>
          <p:cNvCxnSpPr>
            <a:stCxn xmlns:a="http://schemas.openxmlformats.org/drawingml/2006/main" id="7" idx="3"/>
            <a:endCxn xmlns:a="http://schemas.openxmlformats.org/drawingml/2006/main" id="8" idx="1"/>
          </p:cNvCxnSpPr>
          <p:nvPr/>
        </p:nvCxnSpPr>
        <p:spPr>
          <a:xfrm xmlns:a="http://schemas.openxmlformats.org/drawingml/2006/main">
            <a:off x="9334500" y="2690813"/>
            <a:ext cx="26670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cxnSp>
        <p:nvCxnSpPr>
          <p:cNvPr id="11" name="">
            <a:extLst xmlns:a="http://schemas.openxmlformats.org/drawingml/2006/main">
              <a:ext uri="{FF2B5EF4-FFF2-40B4-BE49-F238E27FC236}">
                <a16:creationId xmlns:a16="http://schemas.microsoft.com/office/drawing/2014/main" id="{EFB37893-7D81-4DAB-998F-CC4507944E9E}"/>
              </a:ext>
            </a:extLst>
          </p:cNvPr>
          <p:cNvCxnSpPr>
            <a:stCxn xmlns:a="http://schemas.openxmlformats.org/drawingml/2006/main" id="6" idx="3"/>
            <a:endCxn xmlns:a="http://schemas.openxmlformats.org/drawingml/2006/main" id="7" idx="1"/>
          </p:cNvCxnSpPr>
          <p:nvPr/>
        </p:nvCxnSpPr>
        <p:spPr>
          <a:xfrm xmlns:a="http://schemas.openxmlformats.org/drawingml/2006/main">
            <a:off x="7086600" y="2690813"/>
            <a:ext cx="26670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cxnSp>
        <p:nvCxnSpPr>
          <p:cNvPr id="10" name="">
            <a:extLst xmlns:a="http://schemas.openxmlformats.org/drawingml/2006/main">
              <a:ext uri="{FF2B5EF4-FFF2-40B4-BE49-F238E27FC236}">
                <a16:creationId xmlns:a16="http://schemas.microsoft.com/office/drawing/2014/main" id="{1DAB74B0-BA69-4975-AF5D-CCE249634D78}"/>
              </a:ext>
            </a:extLst>
          </p:cNvPr>
          <p:cNvCxnSpPr>
            <a:stCxn xmlns:a="http://schemas.openxmlformats.org/drawingml/2006/main" id="5" idx="3"/>
            <a:endCxn xmlns:a="http://schemas.openxmlformats.org/drawingml/2006/main" id="6" idx="1"/>
          </p:cNvCxnSpPr>
          <p:nvPr/>
        </p:nvCxnSpPr>
        <p:spPr>
          <a:xfrm xmlns:a="http://schemas.openxmlformats.org/drawingml/2006/main">
            <a:off x="4838700" y="2690813"/>
            <a:ext cx="26670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cxnSp>
        <p:nvCxnSpPr>
          <p:cNvPr id="9" name="">
            <a:extLst xmlns:a="http://schemas.openxmlformats.org/drawingml/2006/main">
              <a:ext uri="{FF2B5EF4-FFF2-40B4-BE49-F238E27FC236}">
                <a16:creationId xmlns:a16="http://schemas.microsoft.com/office/drawing/2014/main" id="{9FCC7560-5762-4B1B-9C40-A6603F3F97C6}"/>
              </a:ext>
            </a:extLst>
          </p:cNvPr>
          <p:cNvCxnSpPr>
            <a:stCxn xmlns:a="http://schemas.openxmlformats.org/drawingml/2006/main" id="4" idx="3"/>
            <a:endCxn xmlns:a="http://schemas.openxmlformats.org/drawingml/2006/main" id="5" idx="1"/>
          </p:cNvCxnSpPr>
          <p:nvPr/>
        </p:nvCxnSpPr>
        <p:spPr>
          <a:xfrm xmlns:a="http://schemas.openxmlformats.org/drawingml/2006/main">
            <a:off x="2590800" y="2690813"/>
            <a:ext cx="26670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sp>
        <p:nvSpPr>
          <p:cNvPr id="24" name="slide-title">
            <a:extLst xmlns:a="http://schemas.openxmlformats.org/drawingml/2006/main">
              <a:ext uri="{FF2B5EF4-FFF2-40B4-BE49-F238E27FC236}">
                <a16:creationId xmlns:a16="http://schemas.microsoft.com/office/drawing/2014/main" id="{BF83286D-85BA-4BCF-B55E-F7691F7AE0DA}"/>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Processing states and recovery</a:t>
            </a:r>
          </a:p>
        </p:txBody>
      </p:sp>
      <p:sp>
        <p:nvSpPr>
          <p:cNvPr id="2" name="text-88">
            <a:extLst xmlns:a="http://schemas.openxmlformats.org/drawingml/2006/main">
              <a:ext uri="{FF2B5EF4-FFF2-40B4-BE49-F238E27FC236}">
                <a16:creationId xmlns:a16="http://schemas.microsoft.com/office/drawing/2014/main" id="{62F834FD-9C3C-4D8F-906A-4FA20BF5B070}"/>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File state and per-request state serve different purposes.</a:t>
            </a:r>
          </a:p>
        </p:txBody>
      </p:sp>
      <p:sp>
        <p:nvSpPr>
          <p:cNvPr id="3" name="slide-number">
            <a:extLst xmlns:a="http://schemas.openxmlformats.org/drawingml/2006/main">
              <a:ext uri="{FF2B5EF4-FFF2-40B4-BE49-F238E27FC236}">
                <a16:creationId xmlns:a16="http://schemas.microsoft.com/office/drawing/2014/main" id="{C445F650-28B2-4459-86E0-BA97998763A8}"/>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22</a:t>
            </a:r>
          </a:p>
        </p:txBody>
      </p:sp>
      <p:sp>
        <p:nvSpPr>
          <p:cNvPr id="4" name="node-89">
            <a:extLst xmlns:a="http://schemas.openxmlformats.org/drawingml/2006/main">
              <a:ext uri="{FF2B5EF4-FFF2-40B4-BE49-F238E27FC236}">
                <a16:creationId xmlns:a16="http://schemas.microsoft.com/office/drawing/2014/main" id="{ADDACCC3-AA53-419D-9C8E-88EC2F8AF5A1}"/>
              </a:ext>
            </a:extLst>
          </p:cNvPr>
          <p:cNvSpPr>
            <a:spLocks xmlns:a="http://schemas.openxmlformats.org/drawingml/2006/main" noGrp="1"/>
          </p:cNvSpPr>
          <p:nvPr/>
        </p:nvSpPr>
        <p:spPr>
          <a:xfrm xmlns:a="http://schemas.openxmlformats.org/drawingml/2006/main">
            <a:off x="609600" y="2333625"/>
            <a:ext cx="1981200" cy="714375"/>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STAGING</a:t>
            </a:r>
          </a:p>
        </p:txBody>
      </p:sp>
      <p:sp>
        <p:nvSpPr>
          <p:cNvPr id="5" name="node-90">
            <a:extLst xmlns:a="http://schemas.openxmlformats.org/drawingml/2006/main">
              <a:ext uri="{FF2B5EF4-FFF2-40B4-BE49-F238E27FC236}">
                <a16:creationId xmlns:a16="http://schemas.microsoft.com/office/drawing/2014/main" id="{031F2FAF-AF59-4C0A-A650-07B4F371CF64}"/>
              </a:ext>
            </a:extLst>
          </p:cNvPr>
          <p:cNvSpPr>
            <a:spLocks xmlns:a="http://schemas.openxmlformats.org/drawingml/2006/main" noGrp="1"/>
          </p:cNvSpPr>
          <p:nvPr/>
        </p:nvSpPr>
        <p:spPr>
          <a:xfrm xmlns:a="http://schemas.openxmlformats.org/drawingml/2006/main">
            <a:off x="2857500" y="2333625"/>
            <a:ext cx="1981200" cy="714375"/>
          </a:xfrm>
          <a:prstGeom xmlns:a="http://schemas.openxmlformats.org/drawingml/2006/main" prst="rect">
            <a:avLst/>
          </a:prstGeom>
          <a:solidFill xmlns:a="http://schemas.openxmlformats.org/drawingml/2006/main">
            <a:srgbClr val="E4F2F1"/>
          </a:solidFill>
          <a:ln xmlns:a="http://schemas.openxmlformats.org/drawingml/2006/main" w="15240">
            <a:solidFill>
              <a:srgbClr val="007F86"/>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1">
                <a:solidFill>
                  <a:srgbClr val="102A43"/>
                </a:solidFill>
                <a:latin typeface="DejaVu Sans"/>
                <a:ea typeface="DejaVu Sans"/>
                <a:cs typeface="DejaVu Sans"/>
              </a:defRPr>
            </a:defPPr>
            <a:lvl1pPr algn="ctr">
              <a:buNone/>
              <a:defRPr sz="1800" b="1">
                <a:solidFill>
                  <a:srgbClr val="102A43"/>
                </a:solidFill>
                <a:latin typeface="DejaVu Sans"/>
                <a:ea typeface="DejaVu Sans"/>
                <a:cs typeface="DejaVu Sans"/>
              </a:defRPr>
            </a:lvl1pPr>
            <a:lvl2pPr algn="ctr">
              <a:buNone/>
              <a:defRPr sz="1800" b="1">
                <a:solidFill>
                  <a:srgbClr val="102A43"/>
                </a:solidFill>
                <a:latin typeface="DejaVu Sans"/>
                <a:ea typeface="DejaVu Sans"/>
                <a:cs typeface="DejaVu Sans"/>
              </a:defRPr>
            </a:lvl2pPr>
            <a:lvl3pPr algn="ctr">
              <a:buNone/>
              <a:defRPr sz="1800" b="1">
                <a:solidFill>
                  <a:srgbClr val="102A43"/>
                </a:solidFill>
                <a:latin typeface="DejaVu Sans"/>
                <a:ea typeface="DejaVu Sans"/>
                <a:cs typeface="DejaVu Sans"/>
              </a:defRPr>
            </a:lvl3pPr>
            <a:lvl4pPr algn="ctr">
              <a:buNone/>
              <a:defRPr sz="1800" b="1">
                <a:solidFill>
                  <a:srgbClr val="102A43"/>
                </a:solidFill>
                <a:latin typeface="DejaVu Sans"/>
                <a:ea typeface="DejaVu Sans"/>
                <a:cs typeface="DejaVu Sans"/>
              </a:defRPr>
            </a:lvl4pPr>
            <a:lvl5pPr algn="ctr">
              <a:buNone/>
              <a:defRPr sz="1800" b="1">
                <a:solidFill>
                  <a:srgbClr val="102A43"/>
                </a:solidFill>
                <a:latin typeface="DejaVu Sans"/>
                <a:ea typeface="DejaVu Sans"/>
                <a:cs typeface="DejaVu Sans"/>
              </a:defRPr>
            </a:lvl5pPr>
            <a:lvl6pPr algn="ctr">
              <a:buNone/>
              <a:defRPr sz="1800" b="1">
                <a:solidFill>
                  <a:srgbClr val="102A43"/>
                </a:solidFill>
                <a:latin typeface="DejaVu Sans"/>
                <a:ea typeface="DejaVu Sans"/>
                <a:cs typeface="DejaVu Sans"/>
              </a:defRPr>
            </a:lvl6pPr>
            <a:lvl7pPr algn="ctr">
              <a:buNone/>
              <a:defRPr sz="1800" b="1">
                <a:solidFill>
                  <a:srgbClr val="102A43"/>
                </a:solidFill>
                <a:latin typeface="DejaVu Sans"/>
                <a:ea typeface="DejaVu Sans"/>
                <a:cs typeface="DejaVu Sans"/>
              </a:defRPr>
            </a:lvl7pPr>
            <a:lvl8pPr algn="ctr">
              <a:buNone/>
              <a:defRPr sz="1800" b="1">
                <a:solidFill>
                  <a:srgbClr val="102A43"/>
                </a:solidFill>
                <a:latin typeface="DejaVu Sans"/>
                <a:ea typeface="DejaVu Sans"/>
                <a:cs typeface="DejaVu Sans"/>
              </a:defRPr>
            </a:lvl8pPr>
            <a:lvl9pPr algn="ctr">
              <a:buNone/>
              <a:defRPr sz="1800" b="1">
                <a:solidFill>
                  <a:srgbClr val="102A43"/>
                </a:solidFill>
                <a:latin typeface="DejaVu Sans"/>
                <a:ea typeface="DejaVu Sans"/>
                <a:cs typeface="DejaVu Sans"/>
              </a:defRPr>
            </a:lvl9pPr>
          </a:lstStyle>
          <a:p xmlns:a="http://schemas.openxmlformats.org/drawingml/2006/main">
            <a:pPr algn="ctr">
              <a:buNone/>
              <a:defRPr sz="1800" b="1">
                <a:solidFill>
                  <a:srgbClr val="102A43"/>
                </a:solidFill>
                <a:latin typeface="DejaVu Sans"/>
                <a:ea typeface="DejaVu Sans"/>
                <a:cs typeface="DejaVu Sans"/>
              </a:defRPr>
            </a:pPr>
            <a:r>
              <a:rPr sz="1800" b="1">
                <a:solidFill>
                  <a:srgbClr val="102A43"/>
                </a:solidFill>
                <a:latin typeface="DejaVu Sans"/>
                <a:ea typeface="DejaVu Sans"/>
                <a:cs typeface="DejaVu Sans"/>
              </a:rPr>
              <a:t>READY</a:t>
            </a:r>
          </a:p>
        </p:txBody>
      </p:sp>
      <p:sp>
        <p:nvSpPr>
          <p:cNvPr id="6" name="node-91">
            <a:extLst xmlns:a="http://schemas.openxmlformats.org/drawingml/2006/main">
              <a:ext uri="{FF2B5EF4-FFF2-40B4-BE49-F238E27FC236}">
                <a16:creationId xmlns:a16="http://schemas.microsoft.com/office/drawing/2014/main" id="{090EC816-926B-49F6-B616-98C3AC3321C4}"/>
              </a:ext>
            </a:extLst>
          </p:cNvPr>
          <p:cNvSpPr>
            <a:spLocks xmlns:a="http://schemas.openxmlformats.org/drawingml/2006/main" noGrp="1"/>
          </p:cNvSpPr>
          <p:nvPr/>
        </p:nvSpPr>
        <p:spPr>
          <a:xfrm xmlns:a="http://schemas.openxmlformats.org/drawingml/2006/main">
            <a:off x="5105400" y="2333625"/>
            <a:ext cx="1981200" cy="714375"/>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DELIVERING</a:t>
            </a:r>
          </a:p>
        </p:txBody>
      </p:sp>
      <p:sp>
        <p:nvSpPr>
          <p:cNvPr id="7" name="node-92">
            <a:extLst xmlns:a="http://schemas.openxmlformats.org/drawingml/2006/main">
              <a:ext uri="{FF2B5EF4-FFF2-40B4-BE49-F238E27FC236}">
                <a16:creationId xmlns:a16="http://schemas.microsoft.com/office/drawing/2014/main" id="{C27BAADF-19AC-4930-A927-075BFBBD6C35}"/>
              </a:ext>
            </a:extLst>
          </p:cNvPr>
          <p:cNvSpPr>
            <a:spLocks xmlns:a="http://schemas.openxmlformats.org/drawingml/2006/main" noGrp="1"/>
          </p:cNvSpPr>
          <p:nvPr/>
        </p:nvSpPr>
        <p:spPr>
          <a:xfrm xmlns:a="http://schemas.openxmlformats.org/drawingml/2006/main">
            <a:off x="7353300" y="2333625"/>
            <a:ext cx="1981200" cy="714375"/>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FINALIZING</a:t>
            </a:r>
          </a:p>
        </p:txBody>
      </p:sp>
      <p:sp>
        <p:nvSpPr>
          <p:cNvPr id="8" name="node-93">
            <a:extLst xmlns:a="http://schemas.openxmlformats.org/drawingml/2006/main">
              <a:ext uri="{FF2B5EF4-FFF2-40B4-BE49-F238E27FC236}">
                <a16:creationId xmlns:a16="http://schemas.microsoft.com/office/drawing/2014/main" id="{5E0B0884-39C1-4652-B2FB-E70B127F2BE5}"/>
              </a:ext>
            </a:extLst>
          </p:cNvPr>
          <p:cNvSpPr>
            <a:spLocks xmlns:a="http://schemas.openxmlformats.org/drawingml/2006/main" noGrp="1"/>
          </p:cNvSpPr>
          <p:nvPr/>
        </p:nvSpPr>
        <p:spPr>
          <a:xfrm xmlns:a="http://schemas.openxmlformats.org/drawingml/2006/main">
            <a:off x="9601200" y="2333625"/>
            <a:ext cx="1981200" cy="714375"/>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COMPLETED</a:t>
            </a:r>
          </a:p>
        </p:txBody>
      </p:sp>
      <p:sp>
        <p:nvSpPr>
          <p:cNvPr id="13" name="node-94">
            <a:extLst xmlns:a="http://schemas.openxmlformats.org/drawingml/2006/main">
              <a:ext uri="{FF2B5EF4-FFF2-40B4-BE49-F238E27FC236}">
                <a16:creationId xmlns:a16="http://schemas.microsoft.com/office/drawing/2014/main" id="{B27DEE29-94B7-45B2-B6E8-BF44714A459E}"/>
              </a:ext>
            </a:extLst>
          </p:cNvPr>
          <p:cNvSpPr>
            <a:spLocks xmlns:a="http://schemas.openxmlformats.org/drawingml/2006/main" noGrp="1"/>
          </p:cNvSpPr>
          <p:nvPr/>
        </p:nvSpPr>
        <p:spPr>
          <a:xfrm xmlns:a="http://schemas.openxmlformats.org/drawingml/2006/main">
            <a:off x="609600" y="4286250"/>
            <a:ext cx="1981200" cy="714375"/>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FAILED</a:t>
            </a:r>
          </a:p>
        </p:txBody>
      </p:sp>
      <p:sp>
        <p:nvSpPr>
          <p:cNvPr id="14" name="node-95">
            <a:extLst xmlns:a="http://schemas.openxmlformats.org/drawingml/2006/main">
              <a:ext uri="{FF2B5EF4-FFF2-40B4-BE49-F238E27FC236}">
                <a16:creationId xmlns:a16="http://schemas.microsoft.com/office/drawing/2014/main" id="{20F41B50-3117-4BD9-A1BB-A92534F74A54}"/>
              </a:ext>
            </a:extLst>
          </p:cNvPr>
          <p:cNvSpPr>
            <a:spLocks xmlns:a="http://schemas.openxmlformats.org/drawingml/2006/main" noGrp="1"/>
          </p:cNvSpPr>
          <p:nvPr/>
        </p:nvSpPr>
        <p:spPr>
          <a:xfrm xmlns:a="http://schemas.openxmlformats.org/drawingml/2006/main">
            <a:off x="5105400" y="4286250"/>
            <a:ext cx="1981200" cy="714375"/>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PAUSED</a:t>
            </a:r>
          </a:p>
        </p:txBody>
      </p:sp>
      <p:sp>
        <p:nvSpPr>
          <p:cNvPr id="15" name="node-96">
            <a:extLst xmlns:a="http://schemas.openxmlformats.org/drawingml/2006/main">
              <a:ext uri="{FF2B5EF4-FFF2-40B4-BE49-F238E27FC236}">
                <a16:creationId xmlns:a16="http://schemas.microsoft.com/office/drawing/2014/main" id="{E27B2973-D017-41BD-8AE0-1691AB8E9332}"/>
              </a:ext>
            </a:extLst>
          </p:cNvPr>
          <p:cNvSpPr>
            <a:spLocks xmlns:a="http://schemas.openxmlformats.org/drawingml/2006/main" noGrp="1"/>
          </p:cNvSpPr>
          <p:nvPr/>
        </p:nvSpPr>
        <p:spPr>
          <a:xfrm xmlns:a="http://schemas.openxmlformats.org/drawingml/2006/main">
            <a:off x="9601200" y="4286250"/>
            <a:ext cx="1981200" cy="714375"/>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PREVIEWED</a:t>
            </a:r>
          </a:p>
        </p:txBody>
      </p:sp>
      <p:sp>
        <p:nvSpPr>
          <p:cNvPr id="19" name="">
            <a:extLst xmlns:a="http://schemas.openxmlformats.org/drawingml/2006/main">
              <a:ext uri="{FF2B5EF4-FFF2-40B4-BE49-F238E27FC236}">
                <a16:creationId xmlns:a16="http://schemas.microsoft.com/office/drawing/2014/main" id="{64AD2050-C95F-4C8D-8DA5-E1DCDA807D4A}"/>
              </a:ext>
            </a:extLst>
          </p:cNvPr>
          <p:cNvSpPr>
            <a:spLocks xmlns:a="http://schemas.openxmlformats.org/drawingml/2006/main" noGrp="1"/>
          </p:cNvSpPr>
          <p:nvPr/>
        </p:nvSpPr>
        <p:spPr>
          <a:xfrm xmlns:a="http://schemas.openxmlformats.org/drawingml/2006/main">
            <a:off x="3848100" y="2095500"/>
            <a:ext cx="0" cy="238125"/>
          </a:xfrm>
          <a:prstGeom xmlns:a="http://schemas.openxmlformats.org/drawingml/2006/main" prst="line">
            <a:avLst/>
          </a:prstGeom>
          <a:noFill xmlns:a="http://schemas.openxmlformats.org/drawingml/2006/main"/>
          <a:ln xmlns:a="http://schemas.openxmlformats.org/drawingml/2006/main" w="19050">
            <a:solidFill>
              <a:srgbClr val="007F86"/>
            </a:solidFill>
            <a:prstDash val="solid"/>
          </a:ln>
        </p:spPr>
      </p:sp>
      <p:sp>
        <p:nvSpPr>
          <p:cNvPr id="20" name="">
            <a:extLst xmlns:a="http://schemas.openxmlformats.org/drawingml/2006/main">
              <a:ext uri="{FF2B5EF4-FFF2-40B4-BE49-F238E27FC236}">
                <a16:creationId xmlns:a16="http://schemas.microsoft.com/office/drawing/2014/main" id="{3E637C4C-E62F-4CCF-8078-B382AAEA4AD1}"/>
              </a:ext>
            </a:extLst>
          </p:cNvPr>
          <p:cNvSpPr>
            <a:spLocks xmlns:a="http://schemas.openxmlformats.org/drawingml/2006/main" noGrp="1"/>
          </p:cNvSpPr>
          <p:nvPr/>
        </p:nvSpPr>
        <p:spPr>
          <a:xfrm xmlns:a="http://schemas.openxmlformats.org/drawingml/2006/main">
            <a:off x="3848100" y="2095500"/>
            <a:ext cx="4495800" cy="0"/>
          </a:xfrm>
          <a:prstGeom xmlns:a="http://schemas.openxmlformats.org/drawingml/2006/main" prst="line">
            <a:avLst/>
          </a:prstGeom>
          <a:noFill xmlns:a="http://schemas.openxmlformats.org/drawingml/2006/main"/>
          <a:ln xmlns:a="http://schemas.openxmlformats.org/drawingml/2006/main" w="19050">
            <a:solidFill>
              <a:srgbClr val="007F86"/>
            </a:solidFill>
            <a:prstDash val="solid"/>
          </a:ln>
        </p:spPr>
      </p:sp>
      <p:cxnSp>
        <p:nvCxnSpPr>
          <p:cNvPr id="21" name="">
            <a:extLst xmlns:a="http://schemas.openxmlformats.org/drawingml/2006/main">
              <a:ext uri="{FF2B5EF4-FFF2-40B4-BE49-F238E27FC236}">
                <a16:creationId xmlns:a16="http://schemas.microsoft.com/office/drawing/2014/main" id="{C37FF902-B874-40BB-BE35-A6C80F520D2F}"/>
              </a:ext>
            </a:extLst>
          </p:cNvPr>
          <p:cNvCxnSpPr/>
          <p:nvPr/>
        </p:nvCxnSpPr>
        <p:spPr>
          <a:xfrm xmlns:a="http://schemas.openxmlformats.org/drawingml/2006/main">
            <a:off x="8343900" y="2095500"/>
            <a:ext cx="0" cy="238125"/>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sp>
        <p:nvSpPr>
          <p:cNvPr id="22" name="text-97">
            <a:extLst xmlns:a="http://schemas.openxmlformats.org/drawingml/2006/main">
              <a:ext uri="{FF2B5EF4-FFF2-40B4-BE49-F238E27FC236}">
                <a16:creationId xmlns:a16="http://schemas.microsoft.com/office/drawing/2014/main" id="{A9D24639-B726-4040-ACB0-0F4A716D97A2}"/>
              </a:ext>
            </a:extLst>
          </p:cNvPr>
          <p:cNvSpPr>
            <a:spLocks xmlns:a="http://schemas.openxmlformats.org/drawingml/2006/main" noGrp="1"/>
          </p:cNvSpPr>
          <p:nvPr/>
        </p:nvSpPr>
        <p:spPr>
          <a:xfrm xmlns:a="http://schemas.openxmlformats.org/drawingml/2006/main">
            <a:off x="4057650" y="1743075"/>
            <a:ext cx="3619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007F86"/>
                </a:solidFill>
                <a:latin typeface="DejaVu Sans"/>
                <a:ea typeface="DejaVu Sans"/>
                <a:cs typeface="DejaVu Sans"/>
              </a:defRPr>
            </a:defPPr>
            <a:lvl1pPr algn="ctr">
              <a:buNone/>
              <a:defRPr sz="1650" b="0">
                <a:solidFill>
                  <a:srgbClr val="007F86"/>
                </a:solidFill>
                <a:latin typeface="DejaVu Sans"/>
                <a:ea typeface="DejaVu Sans"/>
                <a:cs typeface="DejaVu Sans"/>
              </a:defRPr>
            </a:lvl1pPr>
            <a:lvl2pPr algn="ctr">
              <a:buNone/>
              <a:defRPr sz="1650" b="0">
                <a:solidFill>
                  <a:srgbClr val="007F86"/>
                </a:solidFill>
                <a:latin typeface="DejaVu Sans"/>
                <a:ea typeface="DejaVu Sans"/>
                <a:cs typeface="DejaVu Sans"/>
              </a:defRPr>
            </a:lvl2pPr>
            <a:lvl3pPr algn="ctr">
              <a:buNone/>
              <a:defRPr sz="1650" b="0">
                <a:solidFill>
                  <a:srgbClr val="007F86"/>
                </a:solidFill>
                <a:latin typeface="DejaVu Sans"/>
                <a:ea typeface="DejaVu Sans"/>
                <a:cs typeface="DejaVu Sans"/>
              </a:defRPr>
            </a:lvl3pPr>
            <a:lvl4pPr algn="ctr">
              <a:buNone/>
              <a:defRPr sz="1650" b="0">
                <a:solidFill>
                  <a:srgbClr val="007F86"/>
                </a:solidFill>
                <a:latin typeface="DejaVu Sans"/>
                <a:ea typeface="DejaVu Sans"/>
                <a:cs typeface="DejaVu Sans"/>
              </a:defRPr>
            </a:lvl4pPr>
            <a:lvl5pPr algn="ctr">
              <a:buNone/>
              <a:defRPr sz="1650" b="0">
                <a:solidFill>
                  <a:srgbClr val="007F86"/>
                </a:solidFill>
                <a:latin typeface="DejaVu Sans"/>
                <a:ea typeface="DejaVu Sans"/>
                <a:cs typeface="DejaVu Sans"/>
              </a:defRPr>
            </a:lvl5pPr>
            <a:lvl6pPr algn="ctr">
              <a:buNone/>
              <a:defRPr sz="1650" b="0">
                <a:solidFill>
                  <a:srgbClr val="007F86"/>
                </a:solidFill>
                <a:latin typeface="DejaVu Sans"/>
                <a:ea typeface="DejaVu Sans"/>
                <a:cs typeface="DejaVu Sans"/>
              </a:defRPr>
            </a:lvl6pPr>
            <a:lvl7pPr algn="ctr">
              <a:buNone/>
              <a:defRPr sz="1650" b="0">
                <a:solidFill>
                  <a:srgbClr val="007F86"/>
                </a:solidFill>
                <a:latin typeface="DejaVu Sans"/>
                <a:ea typeface="DejaVu Sans"/>
                <a:cs typeface="DejaVu Sans"/>
              </a:defRPr>
            </a:lvl7pPr>
            <a:lvl8pPr algn="ctr">
              <a:buNone/>
              <a:defRPr sz="1650" b="0">
                <a:solidFill>
                  <a:srgbClr val="007F86"/>
                </a:solidFill>
                <a:latin typeface="DejaVu Sans"/>
                <a:ea typeface="DejaVu Sans"/>
                <a:cs typeface="DejaVu Sans"/>
              </a:defRPr>
            </a:lvl8pPr>
            <a:lvl9pPr algn="ctr">
              <a:buNone/>
              <a:defRPr sz="1650" b="0">
                <a:solidFill>
                  <a:srgbClr val="007F86"/>
                </a:solidFill>
                <a:latin typeface="DejaVu Sans"/>
                <a:ea typeface="DejaVu Sans"/>
                <a:cs typeface="DejaVu Sans"/>
              </a:defRPr>
            </a:lvl9pPr>
          </a:lstStyle>
          <a:p xmlns:a="http://schemas.openxmlformats.org/drawingml/2006/main">
            <a:pPr algn="ctr">
              <a:lnSpc>
                <a:spcPct val="115000"/>
              </a:lnSpc>
              <a:buNone/>
              <a:defRPr sz="1650" b="0">
                <a:solidFill>
                  <a:srgbClr val="007F86"/>
                </a:solidFill>
                <a:latin typeface="DejaVu Sans"/>
                <a:ea typeface="DejaVu Sans"/>
                <a:cs typeface="DejaVu Sans"/>
              </a:defRPr>
            </a:pPr>
            <a:r>
              <a:rPr sz="1650" b="0">
                <a:solidFill>
                  <a:srgbClr val="007F86"/>
                </a:solidFill>
                <a:latin typeface="DejaVu Sans"/>
                <a:ea typeface="DejaVu Sans"/>
                <a:cs typeface="DejaVu Sans"/>
              </a:rPr>
              <a:t>Preview route</a:t>
            </a:r>
          </a:p>
        </p:txBody>
      </p:sp>
      <p:sp>
        <p:nvSpPr>
          <p:cNvPr id="23" name="text-98">
            <a:extLst xmlns:a="http://schemas.openxmlformats.org/drawingml/2006/main">
              <a:ext uri="{FF2B5EF4-FFF2-40B4-BE49-F238E27FC236}">
                <a16:creationId xmlns:a16="http://schemas.microsoft.com/office/drawing/2014/main" id="{F1170483-6DE8-4DAD-9C14-9F8B84516156}"/>
              </a:ext>
            </a:extLst>
          </p:cNvPr>
          <p:cNvSpPr>
            <a:spLocks xmlns:a="http://schemas.openxmlformats.org/drawingml/2006/main" noGrp="1"/>
          </p:cNvSpPr>
          <p:nvPr/>
        </p:nvSpPr>
        <p:spPr>
          <a:xfrm xmlns:a="http://schemas.openxmlformats.org/drawingml/2006/main">
            <a:off x="609600" y="5705475"/>
            <a:ext cx="109728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Poll recovery scans active states. Explicit resume uses saved settings.</a:t>
            </a:r>
          </a:p>
        </p:txBody>
      </p:sp>
    </p:spTree>
    <p:extLst>
      <p:ext uri="{BB962C8B-B14F-4D97-AF65-F5344CB8AC3E}">
        <p14:creationId xmlns:p14="http://schemas.microsoft.com/office/powerpoint/2010/main" val="638663308"/>
      </p:ext>
    </p:extLst>
  </p:cSld>
</p:sld>
</file>

<file path=ppt/slides/slide23.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5430D6A1-FB92-4F48-8F6F-FB3114DB25FF}"/>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Code responsibilities</a:t>
            </a:r>
          </a:p>
        </p:txBody>
      </p:sp>
      <p:sp>
        <p:nvSpPr>
          <p:cNvPr id="2" name="text-75">
            <a:extLst xmlns:a="http://schemas.openxmlformats.org/drawingml/2006/main">
              <a:ext uri="{FF2B5EF4-FFF2-40B4-BE49-F238E27FC236}">
                <a16:creationId xmlns:a16="http://schemas.microsoft.com/office/drawing/2014/main" id="{88CD380D-AB3E-4F39-ADDE-E392FD1DDC54}"/>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The new consent package leaves physical parsing independent.</a:t>
            </a:r>
          </a:p>
        </p:txBody>
      </p:sp>
      <p:sp>
        <p:nvSpPr>
          <p:cNvPr id="3" name="slide-number">
            <a:extLst xmlns:a="http://schemas.openxmlformats.org/drawingml/2006/main">
              <a:ext uri="{FF2B5EF4-FFF2-40B4-BE49-F238E27FC236}">
                <a16:creationId xmlns:a16="http://schemas.microsoft.com/office/drawing/2014/main" id="{14EF6D7C-E38B-4F51-A395-45010262C491}"/>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23</a:t>
            </a:r>
          </a:p>
        </p:txBody>
      </p:sp>
      <p:graphicFrame>
        <p:nvGraphicFramePr>
          <p:cNvPr id="4" name="">
            <a:extLst xmlns:a="http://schemas.openxmlformats.org/drawingml/2006/main">
              <a:ext uri="{FF2B5EF4-FFF2-40B4-BE49-F238E27FC236}">
                <a16:creationId xmlns:a16="http://schemas.microsoft.com/office/drawing/2014/main" id="{5EB94C88-DFB3-4B02-87FA-602A700707BC}"/>
              </a:ext>
            </a:extLst>
          </p:cNvPr>
          <p:cNvGraphicFramePr/>
          <p:nvPr/>
        </p:nvGraphicFramePr>
        <p:xfrm>
          <a:off xmlns:a="http://schemas.openxmlformats.org/drawingml/2006/main" x="609600" y="2000250"/>
          <a:ext xmlns:a="http://schemas.openxmlformats.org/drawingml/2006/main" cx="10972800" cy="4171950"/>
        </p:xfrm>
        <a:graphic xmlns:a="http://schemas.openxmlformats.org/drawingml/2006/main">
          <a:graphicData uri="http://schemas.openxmlformats.org/drawingml/2006/table">
            <a:tbl>
              <a:tblPr/>
              <a:tblGrid>
                <a:gridCol w="2286000"/>
                <a:gridCol w="4857750"/>
                <a:gridCol w="3829050"/>
              </a:tblGrid>
              <a:tr h="695325">
                <a:tc>
                  <a:txBody>
                    <a:bodyPr wrap="square" lIns="76200" tIns="76200" rIns="76200" bIns="76200">
                      <a:noAutofit/>
                    </a:bodyPr>
                    <a:lstStyle/>
                    <a:p>
                      <a:r>
                        <a:rPr sz="1725" b="1">
                          <a:solidFill>
                            <a:srgbClr val="FFFFFF"/>
                          </a:solidFill>
                          <a:latin typeface="DejaVu Sans"/>
                          <a:ea typeface="DejaVu Sans"/>
                          <a:cs typeface="DejaVu Sans"/>
                        </a:rPr>
                        <a:t>Package</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725" b="1">
                          <a:solidFill>
                            <a:srgbClr val="FFFFFF"/>
                          </a:solidFill>
                          <a:latin typeface="DejaVu Sans"/>
                          <a:ea typeface="DejaVu Sans"/>
                          <a:cs typeface="DejaVu Sans"/>
                        </a:rPr>
                        <a:t>Main responsibility</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725" b="1">
                          <a:solidFill>
                            <a:srgbClr val="FFFFFF"/>
                          </a:solidFill>
                          <a:latin typeface="DejaVu Sans"/>
                          <a:ea typeface="DejaVu Sans"/>
                          <a:cs typeface="DejaVu Sans"/>
                        </a:rPr>
                        <a:t>Entry</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695325">
                <a:tc>
                  <a:txBody>
                    <a:bodyPr wrap="square" lIns="76200" tIns="76200" rIns="76200" bIns="76200">
                      <a:noAutofit/>
                    </a:bodyPr>
                    <a:lstStyle/>
                    <a:p>
                      <a:r>
                        <a:rPr sz="1725" b="0">
                          <a:solidFill>
                            <a:srgbClr val="102A43"/>
                          </a:solidFill>
                          <a:latin typeface="DejaVu Sans"/>
                          <a:ea typeface="DejaVu Sans"/>
                          <a:cs typeface="DejaVu Sans"/>
                        </a:rPr>
                        <a:t>config / source</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725" b="0">
                          <a:solidFill>
                            <a:srgbClr val="102A43"/>
                          </a:solidFill>
                          <a:latin typeface="DejaVu Sans"/>
                          <a:ea typeface="DejaVu Sans"/>
                          <a:cs typeface="DejaVu Sans"/>
                        </a:rPr>
                        <a:t>Profiles, parsing and normalization</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725" b="0">
                          <a:solidFill>
                            <a:srgbClr val="102A43"/>
                          </a:solidFill>
                          <a:latin typeface="DejaVu Sans"/>
                          <a:ea typeface="DejaVu Sans"/>
                          <a:cs typeface="DejaVu Sans"/>
                        </a:rPr>
                        <a:t>Profile / FileFormatAdapter</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725" b="0">
                          <a:solidFill>
                            <a:srgbClr val="102A43"/>
                          </a:solidFill>
                          <a:latin typeface="DejaVu Sans"/>
                          <a:ea typeface="DejaVu Sans"/>
                          <a:cs typeface="DejaVu Sans"/>
                        </a:rPr>
                        <a:t>consent</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725" b="0">
                          <a:solidFill>
                            <a:srgbClr val="102A43"/>
                          </a:solidFill>
                          <a:latin typeface="DejaVu Sans"/>
                          <a:ea typeface="DejaVu Sans"/>
                          <a:cs typeface="DejaVu Sans"/>
                        </a:rPr>
                        <a:t>Business intent and target bodies</a:t>
                      </a:r>
                    </a:p>
                  </a:txBody>
                  <a:tcPr marL="91440" marR="91440" marT="45720" marB="45720" anchor="ctr">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725" b="0">
                          <a:solidFill>
                            <a:srgbClr val="102A43"/>
                          </a:solidFill>
                          <a:latin typeface="DejaVu Sans"/>
                          <a:ea typeface="DejaVu Sans"/>
                          <a:cs typeface="DejaVu Sans"/>
                        </a:rPr>
                        <a:t>ConsentRequestPlanner</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725" b="0">
                          <a:solidFill>
                            <a:srgbClr val="102A43"/>
                          </a:solidFill>
                          <a:latin typeface="DejaVu Sans"/>
                          <a:ea typeface="DejaVu Sans"/>
                          <a:cs typeface="DejaVu Sans"/>
                        </a:rPr>
                        <a:t>consent</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725" b="0">
                          <a:solidFill>
                            <a:srgbClr val="102A43"/>
                          </a:solidFill>
                          <a:latin typeface="DejaVu Sans"/>
                          <a:ea typeface="DejaVu Sans"/>
                          <a:cs typeface="DejaVu Sans"/>
                        </a:rPr>
                        <a:t>Company lookup integration</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725" b="0">
                          <a:solidFill>
                            <a:srgbClr val="102A43"/>
                          </a:solidFill>
                          <a:latin typeface="DejaVu Sans"/>
                          <a:ea typeface="DejaVu Sans"/>
                          <a:cs typeface="DejaVu Sans"/>
                        </a:rPr>
                        <a:t>MemberResolver</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725" b="0">
                          <a:solidFill>
                            <a:srgbClr val="102A43"/>
                          </a:solidFill>
                          <a:latin typeface="DejaVu Sans"/>
                          <a:ea typeface="DejaVu Sans"/>
                          <a:cs typeface="DejaVu Sans"/>
                        </a:rPr>
                        <a:t>consent / processing</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725" b="0">
                          <a:solidFill>
                            <a:srgbClr val="102A43"/>
                          </a:solidFill>
                          <a:latin typeface="DejaVu Sans"/>
                          <a:ea typeface="DejaVu Sans"/>
                          <a:cs typeface="DejaVu Sans"/>
                        </a:rPr>
                        <a:t>Frozen plans and staged delivery</a:t>
                      </a:r>
                    </a:p>
                  </a:txBody>
                  <a:tcPr marL="91440" marR="91440" marT="45720" marB="45720" anchor="ctr">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725" b="0">
                          <a:solidFill>
                            <a:srgbClr val="102A43"/>
                          </a:solidFill>
                          <a:latin typeface="DejaVu Sans"/>
                          <a:ea typeface="DejaVu Sans"/>
                          <a:cs typeface="DejaVu Sans"/>
                        </a:rPr>
                        <a:t>ConsentPlanStore / FileProcessor</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725" b="0">
                          <a:solidFill>
                            <a:srgbClr val="102A43"/>
                          </a:solidFill>
                          <a:latin typeface="DejaVu Sans"/>
                          <a:ea typeface="DejaVu Sans"/>
                          <a:cs typeface="DejaVu Sans"/>
                        </a:rPr>
                        <a:t>delivery</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725" b="0">
                          <a:solidFill>
                            <a:srgbClr val="102A43"/>
                          </a:solidFill>
                          <a:latin typeface="DejaVu Sans"/>
                          <a:ea typeface="DejaVu Sans"/>
                          <a:cs typeface="DejaVu Sans"/>
                        </a:rPr>
                        <a:t>HTTP upserts and outcomes</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725" b="0">
                          <a:solidFill>
                            <a:srgbClr val="102A43"/>
                          </a:solidFill>
                          <a:latin typeface="DejaVu Sans"/>
                          <a:ea typeface="DejaVu Sans"/>
                          <a:cs typeface="DejaVu Sans"/>
                        </a:rPr>
                        <a:t>HttpUpsertClient</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bl>
          </a:graphicData>
        </a:graphic>
      </p:graphicFrame>
    </p:spTree>
    <p:extLst>
      <p:ext uri="{BB962C8B-B14F-4D97-AF65-F5344CB8AC3E}">
        <p14:creationId xmlns:p14="http://schemas.microsoft.com/office/powerpoint/2010/main" val="530188236"/>
      </p:ext>
    </p:extLst>
  </p:cSld>
</p:sld>
</file>

<file path=ppt/slides/slide24.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8FBACDFB-9242-49EC-A765-0710DF64C686}"/>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Configuration and Java changes</a:t>
            </a:r>
          </a:p>
        </p:txBody>
      </p:sp>
      <p:sp>
        <p:nvSpPr>
          <p:cNvPr id="2" name="text-76">
            <a:extLst xmlns:a="http://schemas.openxmlformats.org/drawingml/2006/main">
              <a:ext uri="{FF2B5EF4-FFF2-40B4-BE49-F238E27FC236}">
                <a16:creationId xmlns:a16="http://schemas.microsoft.com/office/drawing/2014/main" id="{43A018CE-6628-40B4-9EEB-B7A7ABAAF509}"/>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Keep each new feed or API discovery in its owning boundary.</a:t>
            </a:r>
          </a:p>
        </p:txBody>
      </p:sp>
      <p:sp>
        <p:nvSpPr>
          <p:cNvPr id="3" name="slide-number">
            <a:extLst xmlns:a="http://schemas.openxmlformats.org/drawingml/2006/main">
              <a:ext uri="{FF2B5EF4-FFF2-40B4-BE49-F238E27FC236}">
                <a16:creationId xmlns:a16="http://schemas.microsoft.com/office/drawing/2014/main" id="{0B6363FD-00B5-4D93-9FCD-EBF41BE7E1D9}"/>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24</a:t>
            </a:r>
          </a:p>
        </p:txBody>
      </p:sp>
      <p:graphicFrame>
        <p:nvGraphicFramePr>
          <p:cNvPr id="4" name="">
            <a:extLst xmlns:a="http://schemas.openxmlformats.org/drawingml/2006/main">
              <a:ext uri="{FF2B5EF4-FFF2-40B4-BE49-F238E27FC236}">
                <a16:creationId xmlns:a16="http://schemas.microsoft.com/office/drawing/2014/main" id="{D34F84FA-0B92-41D0-A73D-E80FAA968806}"/>
              </a:ext>
            </a:extLst>
          </p:cNvPr>
          <p:cNvGraphicFramePr/>
          <p:nvPr/>
        </p:nvGraphicFramePr>
        <p:xfrm>
          <a:off xmlns:a="http://schemas.openxmlformats.org/drawingml/2006/main" x="609600" y="2000250"/>
          <a:ext xmlns:a="http://schemas.openxmlformats.org/drawingml/2006/main" cx="10972800" cy="4171950"/>
        </p:xfrm>
        <a:graphic xmlns:a="http://schemas.openxmlformats.org/drawingml/2006/main">
          <a:graphicData uri="http://schemas.openxmlformats.org/drawingml/2006/table">
            <a:tbl>
              <a:tblPr/>
              <a:tblGrid>
                <a:gridCol w="3429000"/>
                <a:gridCol w="7543800"/>
              </a:tblGrid>
              <a:tr h="695325">
                <a:tc>
                  <a:txBody>
                    <a:bodyPr wrap="square" lIns="76200" tIns="76200" rIns="76200" bIns="76200">
                      <a:noAutofit/>
                    </a:bodyPr>
                    <a:lstStyle/>
                    <a:p>
                      <a:r>
                        <a:rPr sz="1800" b="1">
                          <a:solidFill>
                            <a:srgbClr val="FFFFFF"/>
                          </a:solidFill>
                          <a:latin typeface="DejaVu Sans"/>
                          <a:ea typeface="DejaVu Sans"/>
                          <a:cs typeface="DejaVu Sans"/>
                        </a:rPr>
                        <a:t>Change</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Location</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Headers, positions or XML paths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layout fields, aliases and format options</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Preference / relationship source codes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Profile.consent maps</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Target codes, date format or metadata</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Profile.consent settings and environment</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Real member or consent GUID lookups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MemberResolver implementation or facade</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New output structures and business rules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ConsentRequestPlanner plus focused tests</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bl>
          </a:graphicData>
        </a:graphic>
      </p:graphicFrame>
    </p:spTree>
    <p:extLst>
      <p:ext uri="{BB962C8B-B14F-4D97-AF65-F5344CB8AC3E}">
        <p14:creationId xmlns:p14="http://schemas.microsoft.com/office/powerpoint/2010/main" val="33747467"/>
      </p:ext>
    </p:extLst>
  </p:cSld>
</p:sld>
</file>

<file path=ppt/slides/slide25.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746C945D-C4DD-4D5F-A7DF-87DD83B91646}"/>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Git Bash consent preview</a:t>
            </a:r>
          </a:p>
        </p:txBody>
      </p:sp>
      <p:sp>
        <p:nvSpPr>
          <p:cNvPr id="2" name="text-77">
            <a:extLst xmlns:a="http://schemas.openxmlformats.org/drawingml/2006/main">
              <a:ext uri="{FF2B5EF4-FFF2-40B4-BE49-F238E27FC236}">
                <a16:creationId xmlns:a16="http://schemas.microsoft.com/office/drawing/2014/main" id="{E70CD789-15B6-46D0-9975-51994F81D333}"/>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The consent-demo profile uses synthetic member resolution.</a:t>
            </a:r>
          </a:p>
        </p:txBody>
      </p:sp>
      <p:sp>
        <p:nvSpPr>
          <p:cNvPr id="3" name="slide-number">
            <a:extLst xmlns:a="http://schemas.openxmlformats.org/drawingml/2006/main">
              <a:ext uri="{FF2B5EF4-FFF2-40B4-BE49-F238E27FC236}">
                <a16:creationId xmlns:a16="http://schemas.microsoft.com/office/drawing/2014/main" id="{6CD5A7E8-1D80-449A-99B0-04C776BCB3AA}"/>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25</a:t>
            </a:r>
          </a:p>
        </p:txBody>
      </p:sp>
      <p:sp>
        <p:nvSpPr>
          <p:cNvPr id="4" name="text-78">
            <a:extLst xmlns:a="http://schemas.openxmlformats.org/drawingml/2006/main">
              <a:ext uri="{FF2B5EF4-FFF2-40B4-BE49-F238E27FC236}">
                <a16:creationId xmlns:a16="http://schemas.microsoft.com/office/drawing/2014/main" id="{18D8A66A-2EE3-4F0D-A0BA-6930974ACF42}"/>
              </a:ext>
            </a:extLst>
          </p:cNvPr>
          <p:cNvSpPr>
            <a:spLocks xmlns:a="http://schemas.openxmlformats.org/drawingml/2006/main" noGrp="1"/>
          </p:cNvSpPr>
          <p:nvPr/>
        </p:nvSpPr>
        <p:spPr>
          <a:xfrm xmlns:a="http://schemas.openxmlformats.org/drawingml/2006/main">
            <a:off x="609600" y="2000250"/>
            <a:ext cx="10972800" cy="3714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102A43"/>
                </a:solidFill>
                <a:latin typeface="DejaVu Sans Mono"/>
                <a:ea typeface="DejaVu Sans Mono"/>
                <a:cs typeface="DejaVu Sans Mono"/>
              </a:defRPr>
            </a:defPPr>
            <a:lvl1pPr algn="l">
              <a:defRPr sz="1800" b="0">
                <a:solidFill>
                  <a:srgbClr val="102A43"/>
                </a:solidFill>
                <a:latin typeface="DejaVu Sans Mono"/>
                <a:ea typeface="DejaVu Sans Mono"/>
                <a:cs typeface="DejaVu Sans Mono"/>
              </a:defRPr>
            </a:lvl1pPr>
            <a:lvl2pPr algn="l">
              <a:defRPr sz="1800" b="0">
                <a:solidFill>
                  <a:srgbClr val="102A43"/>
                </a:solidFill>
                <a:latin typeface="DejaVu Sans Mono"/>
                <a:ea typeface="DejaVu Sans Mono"/>
                <a:cs typeface="DejaVu Sans Mono"/>
              </a:defRPr>
            </a:lvl2pPr>
            <a:lvl3pPr algn="l">
              <a:defRPr sz="1800" b="0">
                <a:solidFill>
                  <a:srgbClr val="102A43"/>
                </a:solidFill>
                <a:latin typeface="DejaVu Sans Mono"/>
                <a:ea typeface="DejaVu Sans Mono"/>
                <a:cs typeface="DejaVu Sans Mono"/>
              </a:defRPr>
            </a:lvl3pPr>
            <a:lvl4pPr algn="l">
              <a:defRPr sz="1800" b="0">
                <a:solidFill>
                  <a:srgbClr val="102A43"/>
                </a:solidFill>
                <a:latin typeface="DejaVu Sans Mono"/>
                <a:ea typeface="DejaVu Sans Mono"/>
                <a:cs typeface="DejaVu Sans Mono"/>
              </a:defRPr>
            </a:lvl4pPr>
            <a:lvl5pPr algn="l">
              <a:defRPr sz="1800" b="0">
                <a:solidFill>
                  <a:srgbClr val="102A43"/>
                </a:solidFill>
                <a:latin typeface="DejaVu Sans Mono"/>
                <a:ea typeface="DejaVu Sans Mono"/>
                <a:cs typeface="DejaVu Sans Mono"/>
              </a:defRPr>
            </a:lvl5pPr>
            <a:lvl6pPr algn="l">
              <a:defRPr sz="1800" b="0">
                <a:solidFill>
                  <a:srgbClr val="102A43"/>
                </a:solidFill>
                <a:latin typeface="DejaVu Sans Mono"/>
                <a:ea typeface="DejaVu Sans Mono"/>
                <a:cs typeface="DejaVu Sans Mono"/>
              </a:defRPr>
            </a:lvl6pPr>
            <a:lvl7pPr algn="l">
              <a:defRPr sz="1800" b="0">
                <a:solidFill>
                  <a:srgbClr val="102A43"/>
                </a:solidFill>
                <a:latin typeface="DejaVu Sans Mono"/>
                <a:ea typeface="DejaVu Sans Mono"/>
                <a:cs typeface="DejaVu Sans Mono"/>
              </a:defRPr>
            </a:lvl7pPr>
            <a:lvl8pPr algn="l">
              <a:defRPr sz="1800" b="0">
                <a:solidFill>
                  <a:srgbClr val="102A43"/>
                </a:solidFill>
                <a:latin typeface="DejaVu Sans Mono"/>
                <a:ea typeface="DejaVu Sans Mono"/>
                <a:cs typeface="DejaVu Sans Mono"/>
              </a:defRPr>
            </a:lvl8pPr>
            <a:lvl9pPr algn="l">
              <a:defRPr sz="1800" b="0">
                <a:solidFill>
                  <a:srgbClr val="102A43"/>
                </a:solidFill>
                <a:latin typeface="DejaVu Sans Mono"/>
                <a:ea typeface="DejaVu Sans Mono"/>
                <a:cs typeface="DejaVu Sans Mono"/>
              </a:defRPr>
            </a:lvl9pPr>
          </a:lstStyle>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./gradlew test bootJar</a:t>
            </a:r>
          </a:p>
          <a:p xmlns:a="http://schemas.openxmlformats.org/drawingml/2006/main">
            <a:r>
              <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java -jar build/libs/fileadapter-0.1.0.jar \</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--spring.profiles.active=consent-demo \</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--ingestion.file=examples/consent/consent.csv</a:t>
            </a:r>
          </a:p>
          <a:p xmlns:a="http://schemas.openxmlformats.org/drawingml/2006/main">
            <a:r>
              <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cat var-consent-demo/preview/*/consent.csv.preview.json</a:t>
            </a:r>
          </a:p>
        </p:txBody>
      </p:sp>
      <p:sp>
        <p:nvSpPr>
          <p:cNvPr id="5" name="text-79">
            <a:extLst xmlns:a="http://schemas.openxmlformats.org/drawingml/2006/main">
              <a:ext uri="{FF2B5EF4-FFF2-40B4-BE49-F238E27FC236}">
                <a16:creationId xmlns:a16="http://schemas.microsoft.com/office/drawing/2014/main" id="{1716F53D-3080-4511-B182-52D47A13EBE3}"/>
              </a:ext>
            </a:extLst>
          </p:cNvPr>
          <p:cNvSpPr>
            <a:spLocks xmlns:a="http://schemas.openxmlformats.org/drawingml/2006/main" noGrp="1"/>
          </p:cNvSpPr>
          <p:nvPr/>
        </p:nvSpPr>
        <p:spPr>
          <a:xfrm xmlns:a="http://schemas.openxmlformats.org/drawingml/2006/main">
            <a:off x="609600" y="5905500"/>
            <a:ext cx="108585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526778"/>
                </a:solidFill>
                <a:latin typeface="DejaVu Sans"/>
                <a:ea typeface="DejaVu Sans"/>
                <a:cs typeface="DejaVu Sans"/>
              </a:defRPr>
            </a:defPPr>
            <a:lvl1pPr algn="l">
              <a:defRPr sz="1725" b="0">
                <a:solidFill>
                  <a:srgbClr val="526778"/>
                </a:solidFill>
                <a:latin typeface="DejaVu Sans"/>
                <a:ea typeface="DejaVu Sans"/>
                <a:cs typeface="DejaVu Sans"/>
              </a:defRPr>
            </a:lvl1pPr>
            <a:lvl2pPr algn="l">
              <a:defRPr sz="1725" b="0">
                <a:solidFill>
                  <a:srgbClr val="526778"/>
                </a:solidFill>
                <a:latin typeface="DejaVu Sans"/>
                <a:ea typeface="DejaVu Sans"/>
                <a:cs typeface="DejaVu Sans"/>
              </a:defRPr>
            </a:lvl2pPr>
            <a:lvl3pPr algn="l">
              <a:defRPr sz="1725" b="0">
                <a:solidFill>
                  <a:srgbClr val="526778"/>
                </a:solidFill>
                <a:latin typeface="DejaVu Sans"/>
                <a:ea typeface="DejaVu Sans"/>
                <a:cs typeface="DejaVu Sans"/>
              </a:defRPr>
            </a:lvl3pPr>
            <a:lvl4pPr algn="l">
              <a:defRPr sz="1725" b="0">
                <a:solidFill>
                  <a:srgbClr val="526778"/>
                </a:solidFill>
                <a:latin typeface="DejaVu Sans"/>
                <a:ea typeface="DejaVu Sans"/>
                <a:cs typeface="DejaVu Sans"/>
              </a:defRPr>
            </a:lvl4pPr>
            <a:lvl5pPr algn="l">
              <a:defRPr sz="1725" b="0">
                <a:solidFill>
                  <a:srgbClr val="526778"/>
                </a:solidFill>
                <a:latin typeface="DejaVu Sans"/>
                <a:ea typeface="DejaVu Sans"/>
                <a:cs typeface="DejaVu Sans"/>
              </a:defRPr>
            </a:lvl5pPr>
            <a:lvl6pPr algn="l">
              <a:defRPr sz="1725" b="0">
                <a:solidFill>
                  <a:srgbClr val="526778"/>
                </a:solidFill>
                <a:latin typeface="DejaVu Sans"/>
                <a:ea typeface="DejaVu Sans"/>
                <a:cs typeface="DejaVu Sans"/>
              </a:defRPr>
            </a:lvl6pPr>
            <a:lvl7pPr algn="l">
              <a:defRPr sz="1725" b="0">
                <a:solidFill>
                  <a:srgbClr val="526778"/>
                </a:solidFill>
                <a:latin typeface="DejaVu Sans"/>
                <a:ea typeface="DejaVu Sans"/>
                <a:cs typeface="DejaVu Sans"/>
              </a:defRPr>
            </a:lvl7pPr>
            <a:lvl8pPr algn="l">
              <a:defRPr sz="1725" b="0">
                <a:solidFill>
                  <a:srgbClr val="526778"/>
                </a:solidFill>
                <a:latin typeface="DejaVu Sans"/>
                <a:ea typeface="DejaVu Sans"/>
                <a:cs typeface="DejaVu Sans"/>
              </a:defRPr>
            </a:lvl8pPr>
            <a:lvl9pPr algn="l">
              <a:defRPr sz="1725" b="0">
                <a:solidFill>
                  <a:srgbClr val="526778"/>
                </a:solidFill>
                <a:latin typeface="DejaVu Sans"/>
                <a:ea typeface="DejaVu Sans"/>
                <a:cs typeface="DejaVu Sans"/>
              </a:defRPr>
            </a:lvl9pPr>
          </a:lstStyle>
          <a:p xmlns:a="http://schemas.openxmlformats.org/drawingml/2006/main">
            <a:pPr algn="l">
              <a:lnSpc>
                <a:spcPct val="115000"/>
              </a:lnSpc>
              <a:buNone/>
              <a:defRPr sz="1725" b="0">
                <a:solidFill>
                  <a:srgbClr val="526778"/>
                </a:solidFill>
                <a:latin typeface="DejaVu Sans"/>
                <a:ea typeface="DejaVu Sans"/>
                <a:cs typeface="DejaVu Sans"/>
              </a:defRPr>
            </a:pPr>
            <a:r>
              <a:rPr sz="1725" b="0">
                <a:solidFill>
                  <a:srgbClr val="526778"/>
                </a:solidFill>
                <a:latin typeface="DejaVu Sans"/>
                <a:ea typeface="DejaVu Sans"/>
                <a:cs typeface="DejaVu Sans"/>
              </a:rPr>
              <a:t>Five member rows produce six target-specific requests.</a:t>
            </a:r>
          </a:p>
        </p:txBody>
      </p:sp>
    </p:spTree>
    <p:extLst>
      <p:ext uri="{BB962C8B-B14F-4D97-AF65-F5344CB8AC3E}">
        <p14:creationId xmlns:p14="http://schemas.microsoft.com/office/powerpoint/2010/main" val="58938940"/>
      </p:ext>
    </p:extLst>
  </p:cSld>
</p:sld>
</file>

<file path=ppt/slides/slide26.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55E83FF4-8355-465B-89A3-8CE2DA48AC2C}"/>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Multiple format demo</a:t>
            </a:r>
          </a:p>
        </p:txBody>
      </p:sp>
      <p:sp>
        <p:nvSpPr>
          <p:cNvPr id="2" name="text-80">
            <a:extLst xmlns:a="http://schemas.openxmlformats.org/drawingml/2006/main">
              <a:ext uri="{FF2B5EF4-FFF2-40B4-BE49-F238E27FC236}">
                <a16:creationId xmlns:a16="http://schemas.microsoft.com/office/drawing/2014/main" id="{F59B906E-13F4-49E4-81F7-935A18F46098}"/>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Change the source filename while retaining the same consent rules.</a:t>
            </a:r>
          </a:p>
        </p:txBody>
      </p:sp>
      <p:sp>
        <p:nvSpPr>
          <p:cNvPr id="3" name="slide-number">
            <a:extLst xmlns:a="http://schemas.openxmlformats.org/drawingml/2006/main">
              <a:ext uri="{FF2B5EF4-FFF2-40B4-BE49-F238E27FC236}">
                <a16:creationId xmlns:a16="http://schemas.microsoft.com/office/drawing/2014/main" id="{D0274687-B513-4646-9222-6A82F9CF5DE5}"/>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26</a:t>
            </a:r>
          </a:p>
        </p:txBody>
      </p:sp>
      <p:sp>
        <p:nvSpPr>
          <p:cNvPr id="4" name="text-81">
            <a:extLst xmlns:a="http://schemas.openxmlformats.org/drawingml/2006/main">
              <a:ext uri="{FF2B5EF4-FFF2-40B4-BE49-F238E27FC236}">
                <a16:creationId xmlns:a16="http://schemas.microsoft.com/office/drawing/2014/main" id="{ACA2256C-0D03-4C4D-BFFB-45AB60A3F5F6}"/>
              </a:ext>
            </a:extLst>
          </p:cNvPr>
          <p:cNvSpPr>
            <a:spLocks xmlns:a="http://schemas.openxmlformats.org/drawingml/2006/main" noGrp="1"/>
          </p:cNvSpPr>
          <p:nvPr/>
        </p:nvSpPr>
        <p:spPr>
          <a:xfrm xmlns:a="http://schemas.openxmlformats.org/drawingml/2006/main">
            <a:off x="609600" y="2000250"/>
            <a:ext cx="10972800" cy="3714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102A43"/>
                </a:solidFill>
                <a:latin typeface="DejaVu Sans Mono"/>
                <a:ea typeface="DejaVu Sans Mono"/>
                <a:cs typeface="DejaVu Sans Mono"/>
              </a:defRPr>
            </a:defPPr>
            <a:lvl1pPr algn="l">
              <a:defRPr sz="1800" b="0">
                <a:solidFill>
                  <a:srgbClr val="102A43"/>
                </a:solidFill>
                <a:latin typeface="DejaVu Sans Mono"/>
                <a:ea typeface="DejaVu Sans Mono"/>
                <a:cs typeface="DejaVu Sans Mono"/>
              </a:defRPr>
            </a:lvl1pPr>
            <a:lvl2pPr algn="l">
              <a:defRPr sz="1800" b="0">
                <a:solidFill>
                  <a:srgbClr val="102A43"/>
                </a:solidFill>
                <a:latin typeface="DejaVu Sans Mono"/>
                <a:ea typeface="DejaVu Sans Mono"/>
                <a:cs typeface="DejaVu Sans Mono"/>
              </a:defRPr>
            </a:lvl2pPr>
            <a:lvl3pPr algn="l">
              <a:defRPr sz="1800" b="0">
                <a:solidFill>
                  <a:srgbClr val="102A43"/>
                </a:solidFill>
                <a:latin typeface="DejaVu Sans Mono"/>
                <a:ea typeface="DejaVu Sans Mono"/>
                <a:cs typeface="DejaVu Sans Mono"/>
              </a:defRPr>
            </a:lvl3pPr>
            <a:lvl4pPr algn="l">
              <a:defRPr sz="1800" b="0">
                <a:solidFill>
                  <a:srgbClr val="102A43"/>
                </a:solidFill>
                <a:latin typeface="DejaVu Sans Mono"/>
                <a:ea typeface="DejaVu Sans Mono"/>
                <a:cs typeface="DejaVu Sans Mono"/>
              </a:defRPr>
            </a:lvl4pPr>
            <a:lvl5pPr algn="l">
              <a:defRPr sz="1800" b="0">
                <a:solidFill>
                  <a:srgbClr val="102A43"/>
                </a:solidFill>
                <a:latin typeface="DejaVu Sans Mono"/>
                <a:ea typeface="DejaVu Sans Mono"/>
                <a:cs typeface="DejaVu Sans Mono"/>
              </a:defRPr>
            </a:lvl5pPr>
            <a:lvl6pPr algn="l">
              <a:defRPr sz="1800" b="0">
                <a:solidFill>
                  <a:srgbClr val="102A43"/>
                </a:solidFill>
                <a:latin typeface="DejaVu Sans Mono"/>
                <a:ea typeface="DejaVu Sans Mono"/>
                <a:cs typeface="DejaVu Sans Mono"/>
              </a:defRPr>
            </a:lvl6pPr>
            <a:lvl7pPr algn="l">
              <a:defRPr sz="1800" b="0">
                <a:solidFill>
                  <a:srgbClr val="102A43"/>
                </a:solidFill>
                <a:latin typeface="DejaVu Sans Mono"/>
                <a:ea typeface="DejaVu Sans Mono"/>
                <a:cs typeface="DejaVu Sans Mono"/>
              </a:defRPr>
            </a:lvl7pPr>
            <a:lvl8pPr algn="l">
              <a:defRPr sz="1800" b="0">
                <a:solidFill>
                  <a:srgbClr val="102A43"/>
                </a:solidFill>
                <a:latin typeface="DejaVu Sans Mono"/>
                <a:ea typeface="DejaVu Sans Mono"/>
                <a:cs typeface="DejaVu Sans Mono"/>
              </a:defRPr>
            </a:lvl8pPr>
            <a:lvl9pPr algn="l">
              <a:defRPr sz="1800" b="0">
                <a:solidFill>
                  <a:srgbClr val="102A43"/>
                </a:solidFill>
                <a:latin typeface="DejaVu Sans Mono"/>
                <a:ea typeface="DejaVu Sans Mono"/>
                <a:cs typeface="DejaVu Sans Mono"/>
              </a:defRPr>
            </a:lvl9pPr>
          </a:lstStyle>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for file in consent.csv consent-noheader.psv consent.fw \</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consent.xml consent-array.json consent.jsonl; do</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java -jar build/libs/fileadapter-0.1.0.jar \</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--spring.profiles.active=consent-demo \</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--ingestion.file="examples/consent/$file" || break</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done</a:t>
            </a:r>
          </a:p>
        </p:txBody>
      </p:sp>
      <p:sp>
        <p:nvSpPr>
          <p:cNvPr id="5" name="text-82">
            <a:extLst xmlns:a="http://schemas.openxmlformats.org/drawingml/2006/main">
              <a:ext uri="{FF2B5EF4-FFF2-40B4-BE49-F238E27FC236}">
                <a16:creationId xmlns:a16="http://schemas.microsoft.com/office/drawing/2014/main" id="{C524ED2F-D697-44A8-B2E1-4A1A801AB647}"/>
              </a:ext>
            </a:extLst>
          </p:cNvPr>
          <p:cNvSpPr>
            <a:spLocks xmlns:a="http://schemas.openxmlformats.org/drawingml/2006/main" noGrp="1"/>
          </p:cNvSpPr>
          <p:nvPr/>
        </p:nvSpPr>
        <p:spPr>
          <a:xfrm xmlns:a="http://schemas.openxmlformats.org/drawingml/2006/main">
            <a:off x="609600" y="5905500"/>
            <a:ext cx="108585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526778"/>
                </a:solidFill>
                <a:latin typeface="DejaVu Sans"/>
                <a:ea typeface="DejaVu Sans"/>
                <a:cs typeface="DejaVu Sans"/>
              </a:defRPr>
            </a:defPPr>
            <a:lvl1pPr algn="l">
              <a:defRPr sz="1725" b="0">
                <a:solidFill>
                  <a:srgbClr val="526778"/>
                </a:solidFill>
                <a:latin typeface="DejaVu Sans"/>
                <a:ea typeface="DejaVu Sans"/>
                <a:cs typeface="DejaVu Sans"/>
              </a:defRPr>
            </a:lvl1pPr>
            <a:lvl2pPr algn="l">
              <a:defRPr sz="1725" b="0">
                <a:solidFill>
                  <a:srgbClr val="526778"/>
                </a:solidFill>
                <a:latin typeface="DejaVu Sans"/>
                <a:ea typeface="DejaVu Sans"/>
                <a:cs typeface="DejaVu Sans"/>
              </a:defRPr>
            </a:lvl2pPr>
            <a:lvl3pPr algn="l">
              <a:defRPr sz="1725" b="0">
                <a:solidFill>
                  <a:srgbClr val="526778"/>
                </a:solidFill>
                <a:latin typeface="DejaVu Sans"/>
                <a:ea typeface="DejaVu Sans"/>
                <a:cs typeface="DejaVu Sans"/>
              </a:defRPr>
            </a:lvl3pPr>
            <a:lvl4pPr algn="l">
              <a:defRPr sz="1725" b="0">
                <a:solidFill>
                  <a:srgbClr val="526778"/>
                </a:solidFill>
                <a:latin typeface="DejaVu Sans"/>
                <a:ea typeface="DejaVu Sans"/>
                <a:cs typeface="DejaVu Sans"/>
              </a:defRPr>
            </a:lvl4pPr>
            <a:lvl5pPr algn="l">
              <a:defRPr sz="1725" b="0">
                <a:solidFill>
                  <a:srgbClr val="526778"/>
                </a:solidFill>
                <a:latin typeface="DejaVu Sans"/>
                <a:ea typeface="DejaVu Sans"/>
                <a:cs typeface="DejaVu Sans"/>
              </a:defRPr>
            </a:lvl5pPr>
            <a:lvl6pPr algn="l">
              <a:defRPr sz="1725" b="0">
                <a:solidFill>
                  <a:srgbClr val="526778"/>
                </a:solidFill>
                <a:latin typeface="DejaVu Sans"/>
                <a:ea typeface="DejaVu Sans"/>
                <a:cs typeface="DejaVu Sans"/>
              </a:defRPr>
            </a:lvl6pPr>
            <a:lvl7pPr algn="l">
              <a:defRPr sz="1725" b="0">
                <a:solidFill>
                  <a:srgbClr val="526778"/>
                </a:solidFill>
                <a:latin typeface="DejaVu Sans"/>
                <a:ea typeface="DejaVu Sans"/>
                <a:cs typeface="DejaVu Sans"/>
              </a:defRPr>
            </a:lvl7pPr>
            <a:lvl8pPr algn="l">
              <a:defRPr sz="1725" b="0">
                <a:solidFill>
                  <a:srgbClr val="526778"/>
                </a:solidFill>
                <a:latin typeface="DejaVu Sans"/>
                <a:ea typeface="DejaVu Sans"/>
                <a:cs typeface="DejaVu Sans"/>
              </a:defRPr>
            </a:lvl8pPr>
            <a:lvl9pPr algn="l">
              <a:defRPr sz="1725" b="0">
                <a:solidFill>
                  <a:srgbClr val="526778"/>
                </a:solidFill>
                <a:latin typeface="DejaVu Sans"/>
                <a:ea typeface="DejaVu Sans"/>
                <a:cs typeface="DejaVu Sans"/>
              </a:defRPr>
            </a:lvl9pPr>
          </a:lstStyle>
          <a:p xmlns:a="http://schemas.openxmlformats.org/drawingml/2006/main">
            <a:pPr algn="l">
              <a:lnSpc>
                <a:spcPct val="115000"/>
              </a:lnSpc>
              <a:buNone/>
              <a:defRPr sz="1725" b="0">
                <a:solidFill>
                  <a:srgbClr val="526778"/>
                </a:solidFill>
                <a:latin typeface="DejaVu Sans"/>
                <a:ea typeface="DejaVu Sans"/>
                <a:cs typeface="DejaVu Sans"/>
              </a:defRPr>
            </a:pPr>
            <a:r>
              <a:rPr sz="1725" b="0">
                <a:solidFill>
                  <a:srgbClr val="526778"/>
                </a:solidFill>
                <a:latin typeface="DejaVu Sans"/>
                <a:ea typeface="DejaVu Sans"/>
                <a:cs typeface="DejaVu Sans"/>
              </a:rPr>
              <a:t>JSON OBJECT contains one member and produces two requests.</a:t>
            </a:r>
          </a:p>
        </p:txBody>
      </p:sp>
    </p:spTree>
    <p:extLst>
      <p:ext uri="{BB962C8B-B14F-4D97-AF65-F5344CB8AC3E}">
        <p14:creationId xmlns:p14="http://schemas.microsoft.com/office/powerpoint/2010/main" val="1659875270"/>
      </p:ext>
    </p:extLst>
  </p:cSld>
</p:sld>
</file>

<file path=ppt/slides/slide27.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06119D7B-8192-4C6C-8D60-E987A8C14C21}"/>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Local HTTP lookup and delivery demo</a:t>
            </a:r>
          </a:p>
        </p:txBody>
      </p:sp>
      <p:sp>
        <p:nvSpPr>
          <p:cNvPr id="2" name="text-83">
            <a:extLst xmlns:a="http://schemas.openxmlformats.org/drawingml/2006/main">
              <a:ext uri="{FF2B5EF4-FFF2-40B4-BE49-F238E27FC236}">
                <a16:creationId xmlns:a16="http://schemas.microsoft.com/office/drawing/2014/main" id="{09DEDFE6-A08D-4957-9FA7-15A490EE8B83}"/>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The mock server exercises both integration boundaries on loopback.</a:t>
            </a:r>
          </a:p>
        </p:txBody>
      </p:sp>
      <p:sp>
        <p:nvSpPr>
          <p:cNvPr id="3" name="slide-number">
            <a:extLst xmlns:a="http://schemas.openxmlformats.org/drawingml/2006/main">
              <a:ext uri="{FF2B5EF4-FFF2-40B4-BE49-F238E27FC236}">
                <a16:creationId xmlns:a16="http://schemas.microsoft.com/office/drawing/2014/main" id="{0258FEF3-063A-453A-86B5-E252A649C6BA}"/>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27</a:t>
            </a:r>
          </a:p>
        </p:txBody>
      </p:sp>
      <p:sp>
        <p:nvSpPr>
          <p:cNvPr id="4" name="text-84">
            <a:extLst xmlns:a="http://schemas.openxmlformats.org/drawingml/2006/main">
              <a:ext uri="{FF2B5EF4-FFF2-40B4-BE49-F238E27FC236}">
                <a16:creationId xmlns:a16="http://schemas.microsoft.com/office/drawing/2014/main" id="{5471353D-7FC8-405F-9160-CDE28A74C7B4}"/>
              </a:ext>
            </a:extLst>
          </p:cNvPr>
          <p:cNvSpPr>
            <a:spLocks xmlns:a="http://schemas.openxmlformats.org/drawingml/2006/main" noGrp="1"/>
          </p:cNvSpPr>
          <p:nvPr/>
        </p:nvSpPr>
        <p:spPr>
          <a:xfrm xmlns:a="http://schemas.openxmlformats.org/drawingml/2006/main">
            <a:off x="609600" y="2000250"/>
            <a:ext cx="10972800" cy="3714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02A43"/>
                </a:solidFill>
                <a:latin typeface="DejaVu Sans Mono"/>
                <a:ea typeface="DejaVu Sans Mono"/>
                <a:cs typeface="DejaVu Sans Mono"/>
              </a:defRPr>
            </a:defPPr>
            <a:lvl1pPr algn="l">
              <a:defRPr sz="1650" b="0">
                <a:solidFill>
                  <a:srgbClr val="102A43"/>
                </a:solidFill>
                <a:latin typeface="DejaVu Sans Mono"/>
                <a:ea typeface="DejaVu Sans Mono"/>
                <a:cs typeface="DejaVu Sans Mono"/>
              </a:defRPr>
            </a:lvl1pPr>
            <a:lvl2pPr algn="l">
              <a:defRPr sz="1650" b="0">
                <a:solidFill>
                  <a:srgbClr val="102A43"/>
                </a:solidFill>
                <a:latin typeface="DejaVu Sans Mono"/>
                <a:ea typeface="DejaVu Sans Mono"/>
                <a:cs typeface="DejaVu Sans Mono"/>
              </a:defRPr>
            </a:lvl2pPr>
            <a:lvl3pPr algn="l">
              <a:defRPr sz="1650" b="0">
                <a:solidFill>
                  <a:srgbClr val="102A43"/>
                </a:solidFill>
                <a:latin typeface="DejaVu Sans Mono"/>
                <a:ea typeface="DejaVu Sans Mono"/>
                <a:cs typeface="DejaVu Sans Mono"/>
              </a:defRPr>
            </a:lvl3pPr>
            <a:lvl4pPr algn="l">
              <a:defRPr sz="1650" b="0">
                <a:solidFill>
                  <a:srgbClr val="102A43"/>
                </a:solidFill>
                <a:latin typeface="DejaVu Sans Mono"/>
                <a:ea typeface="DejaVu Sans Mono"/>
                <a:cs typeface="DejaVu Sans Mono"/>
              </a:defRPr>
            </a:lvl4pPr>
            <a:lvl5pPr algn="l">
              <a:defRPr sz="1650" b="0">
                <a:solidFill>
                  <a:srgbClr val="102A43"/>
                </a:solidFill>
                <a:latin typeface="DejaVu Sans Mono"/>
                <a:ea typeface="DejaVu Sans Mono"/>
                <a:cs typeface="DejaVu Sans Mono"/>
              </a:defRPr>
            </a:lvl5pPr>
            <a:lvl6pPr algn="l">
              <a:defRPr sz="1650" b="0">
                <a:solidFill>
                  <a:srgbClr val="102A43"/>
                </a:solidFill>
                <a:latin typeface="DejaVu Sans Mono"/>
                <a:ea typeface="DejaVu Sans Mono"/>
                <a:cs typeface="DejaVu Sans Mono"/>
              </a:defRPr>
            </a:lvl6pPr>
            <a:lvl7pPr algn="l">
              <a:defRPr sz="1650" b="0">
                <a:solidFill>
                  <a:srgbClr val="102A43"/>
                </a:solidFill>
                <a:latin typeface="DejaVu Sans Mono"/>
                <a:ea typeface="DejaVu Sans Mono"/>
                <a:cs typeface="DejaVu Sans Mono"/>
              </a:defRPr>
            </a:lvl7pPr>
            <a:lvl8pPr algn="l">
              <a:defRPr sz="1650" b="0">
                <a:solidFill>
                  <a:srgbClr val="102A43"/>
                </a:solidFill>
                <a:latin typeface="DejaVu Sans Mono"/>
                <a:ea typeface="DejaVu Sans Mono"/>
                <a:cs typeface="DejaVu Sans Mono"/>
              </a:defRPr>
            </a:lvl8pPr>
            <a:lvl9pPr algn="l">
              <a:defRPr sz="1650" b="0">
                <a:solidFill>
                  <a:srgbClr val="102A43"/>
                </a:solidFill>
                <a:latin typeface="DejaVu Sans Mono"/>
                <a:ea typeface="DejaVu Sans Mono"/>
                <a:cs typeface="DejaVu Sans Mono"/>
              </a:defRPr>
            </a:lvl9pPr>
          </a:lstStyle>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Terminal 1</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python scripts/mock_consent_services.py</a:t>
            </a:r>
          </a:p>
          <a:p xmlns:a="http://schemas.openxmlformats.org/drawingml/2006/main">
            <a:r>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Terminal 2, without the consent-demo profile</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export CONSENT_LOOKUP_URL=http://127.0.0.1:8082/members/resolve</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export UPSERT_URL=http://127.0.0.1:8082/consents/upsert</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java -jar build/libs/fileadapter-0.1.0.jar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--ingestion.file=examples/consent/consent.csv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--ingestion.mode=LIVE --ingestion.poll-enabled=false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--ingestion.work-directory=./var-consent-live-demo</a:t>
            </a:r>
          </a:p>
        </p:txBody>
      </p:sp>
    </p:spTree>
    <p:extLst>
      <p:ext uri="{BB962C8B-B14F-4D97-AF65-F5344CB8AC3E}">
        <p14:creationId xmlns:p14="http://schemas.microsoft.com/office/powerpoint/2010/main" val="839487398"/>
      </p:ext>
    </p:extLst>
  </p:cSld>
</p:sld>
</file>

<file path=ppt/slides/slide28.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CEFA5F9E-5ECB-44F8-B729-98ECC64CF479}"/>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Partial-success recovery demo</a:t>
            </a:r>
          </a:p>
        </p:txBody>
      </p:sp>
      <p:sp>
        <p:nvSpPr>
          <p:cNvPr id="2" name="text-85">
            <a:extLst xmlns:a="http://schemas.openxmlformats.org/drawingml/2006/main">
              <a:ext uri="{FF2B5EF4-FFF2-40B4-BE49-F238E27FC236}">
                <a16:creationId xmlns:a16="http://schemas.microsoft.com/office/drawing/2014/main" id="{9E46777A-0535-4618-B8C0-81CFDBE294F1}"/>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Keep the same mock process alive throughout the exercise.</a:t>
            </a:r>
          </a:p>
        </p:txBody>
      </p:sp>
      <p:sp>
        <p:nvSpPr>
          <p:cNvPr id="3" name="slide-number">
            <a:extLst xmlns:a="http://schemas.openxmlformats.org/drawingml/2006/main">
              <a:ext uri="{FF2B5EF4-FFF2-40B4-BE49-F238E27FC236}">
                <a16:creationId xmlns:a16="http://schemas.microsoft.com/office/drawing/2014/main" id="{88DBB276-DCFA-4EA8-962D-4231995BD5D0}"/>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28</a:t>
            </a:r>
          </a:p>
        </p:txBody>
      </p:sp>
      <p:sp>
        <p:nvSpPr>
          <p:cNvPr id="4" name="text-86">
            <a:extLst xmlns:a="http://schemas.openxmlformats.org/drawingml/2006/main">
              <a:ext uri="{FF2B5EF4-FFF2-40B4-BE49-F238E27FC236}">
                <a16:creationId xmlns:a16="http://schemas.microsoft.com/office/drawing/2014/main" id="{2DBF46BC-B8BC-4640-BDC0-A9CA0D16CFE0}"/>
              </a:ext>
            </a:extLst>
          </p:cNvPr>
          <p:cNvSpPr>
            <a:spLocks xmlns:a="http://schemas.openxmlformats.org/drawingml/2006/main" noGrp="1"/>
          </p:cNvSpPr>
          <p:nvPr/>
        </p:nvSpPr>
        <p:spPr>
          <a:xfrm xmlns:a="http://schemas.openxmlformats.org/drawingml/2006/main">
            <a:off x="609600" y="2000250"/>
            <a:ext cx="10972800" cy="3714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102A43"/>
                </a:solidFill>
                <a:latin typeface="DejaVu Sans Mono"/>
                <a:ea typeface="DejaVu Sans Mono"/>
                <a:cs typeface="DejaVu Sans Mono"/>
              </a:defRPr>
            </a:defPPr>
            <a:lvl1pPr algn="l">
              <a:defRPr sz="1725" b="0">
                <a:solidFill>
                  <a:srgbClr val="102A43"/>
                </a:solidFill>
                <a:latin typeface="DejaVu Sans Mono"/>
                <a:ea typeface="DejaVu Sans Mono"/>
                <a:cs typeface="DejaVu Sans Mono"/>
              </a:defRPr>
            </a:lvl1pPr>
            <a:lvl2pPr algn="l">
              <a:defRPr sz="1725" b="0">
                <a:solidFill>
                  <a:srgbClr val="102A43"/>
                </a:solidFill>
                <a:latin typeface="DejaVu Sans Mono"/>
                <a:ea typeface="DejaVu Sans Mono"/>
                <a:cs typeface="DejaVu Sans Mono"/>
              </a:defRPr>
            </a:lvl2pPr>
            <a:lvl3pPr algn="l">
              <a:defRPr sz="1725" b="0">
                <a:solidFill>
                  <a:srgbClr val="102A43"/>
                </a:solidFill>
                <a:latin typeface="DejaVu Sans Mono"/>
                <a:ea typeface="DejaVu Sans Mono"/>
                <a:cs typeface="DejaVu Sans Mono"/>
              </a:defRPr>
            </a:lvl3pPr>
            <a:lvl4pPr algn="l">
              <a:defRPr sz="1725" b="0">
                <a:solidFill>
                  <a:srgbClr val="102A43"/>
                </a:solidFill>
                <a:latin typeface="DejaVu Sans Mono"/>
                <a:ea typeface="DejaVu Sans Mono"/>
                <a:cs typeface="DejaVu Sans Mono"/>
              </a:defRPr>
            </a:lvl4pPr>
            <a:lvl5pPr algn="l">
              <a:defRPr sz="1725" b="0">
                <a:solidFill>
                  <a:srgbClr val="102A43"/>
                </a:solidFill>
                <a:latin typeface="DejaVu Sans Mono"/>
                <a:ea typeface="DejaVu Sans Mono"/>
                <a:cs typeface="DejaVu Sans Mono"/>
              </a:defRPr>
            </a:lvl5pPr>
            <a:lvl6pPr algn="l">
              <a:defRPr sz="1725" b="0">
                <a:solidFill>
                  <a:srgbClr val="102A43"/>
                </a:solidFill>
                <a:latin typeface="DejaVu Sans Mono"/>
                <a:ea typeface="DejaVu Sans Mono"/>
                <a:cs typeface="DejaVu Sans Mono"/>
              </a:defRPr>
            </a:lvl6pPr>
            <a:lvl7pPr algn="l">
              <a:defRPr sz="1725" b="0">
                <a:solidFill>
                  <a:srgbClr val="102A43"/>
                </a:solidFill>
                <a:latin typeface="DejaVu Sans Mono"/>
                <a:ea typeface="DejaVu Sans Mono"/>
                <a:cs typeface="DejaVu Sans Mono"/>
              </a:defRPr>
            </a:lvl7pPr>
            <a:lvl8pPr algn="l">
              <a:defRPr sz="1725" b="0">
                <a:solidFill>
                  <a:srgbClr val="102A43"/>
                </a:solidFill>
                <a:latin typeface="DejaVu Sans Mono"/>
                <a:ea typeface="DejaVu Sans Mono"/>
                <a:cs typeface="DejaVu Sans Mono"/>
              </a:defRPr>
            </a:lvl8pPr>
            <a:lvl9pPr algn="l">
              <a:defRPr sz="1725" b="0">
                <a:solidFill>
                  <a:srgbClr val="102A43"/>
                </a:solidFill>
                <a:latin typeface="DejaVu Sans Mono"/>
                <a:ea typeface="DejaVu Sans Mono"/>
                <a:cs typeface="DejaVu Sans Mono"/>
              </a:defRPr>
            </a:lvl9pPr>
          </a:lstStyle>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python scripts/mock_consent_services.py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--fail-once-target P2PDS</a:t>
            </a:r>
          </a:p>
          <a:p xmlns:a="http://schemas.openxmlformats.org/drawingml/2006/main">
            <a:r>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Add these flags to the LIVE command in terminal 2:</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--ingestion.delivery.replay-safe=true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--ingestion.delivery.max-attempts=1</a:t>
            </a:r>
          </a:p>
          <a:p xmlns:a="http://schemas.openxmlformats.org/drawingml/2006/main">
            <a:r>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java -jar build/libs/fileadapter-0.1.0.jar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--ingestion.work-directory=./var-consent-live-demo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--ingestion.resume=RUN_ID --ingestion.poll-enabled=false</a:t>
            </a:r>
          </a:p>
        </p:txBody>
      </p:sp>
      <p:sp>
        <p:nvSpPr>
          <p:cNvPr id="5" name="text-87">
            <a:extLst xmlns:a="http://schemas.openxmlformats.org/drawingml/2006/main">
              <a:ext uri="{FF2B5EF4-FFF2-40B4-BE49-F238E27FC236}">
                <a16:creationId xmlns:a16="http://schemas.microsoft.com/office/drawing/2014/main" id="{FA429CA4-5356-4EA2-97A7-436305023DEA}"/>
              </a:ext>
            </a:extLst>
          </p:cNvPr>
          <p:cNvSpPr>
            <a:spLocks xmlns:a="http://schemas.openxmlformats.org/drawingml/2006/main" noGrp="1"/>
          </p:cNvSpPr>
          <p:nvPr/>
        </p:nvSpPr>
        <p:spPr>
          <a:xfrm xmlns:a="http://schemas.openxmlformats.org/drawingml/2006/main">
            <a:off x="609600" y="5905500"/>
            <a:ext cx="108585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526778"/>
                </a:solidFill>
                <a:latin typeface="DejaVu Sans"/>
                <a:ea typeface="DejaVu Sans"/>
                <a:cs typeface="DejaVu Sans"/>
              </a:defRPr>
            </a:defPPr>
            <a:lvl1pPr algn="l">
              <a:defRPr sz="1725" b="0">
                <a:solidFill>
                  <a:srgbClr val="526778"/>
                </a:solidFill>
                <a:latin typeface="DejaVu Sans"/>
                <a:ea typeface="DejaVu Sans"/>
                <a:cs typeface="DejaVu Sans"/>
              </a:defRPr>
            </a:lvl1pPr>
            <a:lvl2pPr algn="l">
              <a:defRPr sz="1725" b="0">
                <a:solidFill>
                  <a:srgbClr val="526778"/>
                </a:solidFill>
                <a:latin typeface="DejaVu Sans"/>
                <a:ea typeface="DejaVu Sans"/>
                <a:cs typeface="DejaVu Sans"/>
              </a:defRPr>
            </a:lvl2pPr>
            <a:lvl3pPr algn="l">
              <a:defRPr sz="1725" b="0">
                <a:solidFill>
                  <a:srgbClr val="526778"/>
                </a:solidFill>
                <a:latin typeface="DejaVu Sans"/>
                <a:ea typeface="DejaVu Sans"/>
                <a:cs typeface="DejaVu Sans"/>
              </a:defRPr>
            </a:lvl3pPr>
            <a:lvl4pPr algn="l">
              <a:defRPr sz="1725" b="0">
                <a:solidFill>
                  <a:srgbClr val="526778"/>
                </a:solidFill>
                <a:latin typeface="DejaVu Sans"/>
                <a:ea typeface="DejaVu Sans"/>
                <a:cs typeface="DejaVu Sans"/>
              </a:defRPr>
            </a:lvl4pPr>
            <a:lvl5pPr algn="l">
              <a:defRPr sz="1725" b="0">
                <a:solidFill>
                  <a:srgbClr val="526778"/>
                </a:solidFill>
                <a:latin typeface="DejaVu Sans"/>
                <a:ea typeface="DejaVu Sans"/>
                <a:cs typeface="DejaVu Sans"/>
              </a:defRPr>
            </a:lvl5pPr>
            <a:lvl6pPr algn="l">
              <a:defRPr sz="1725" b="0">
                <a:solidFill>
                  <a:srgbClr val="526778"/>
                </a:solidFill>
                <a:latin typeface="DejaVu Sans"/>
                <a:ea typeface="DejaVu Sans"/>
                <a:cs typeface="DejaVu Sans"/>
              </a:defRPr>
            </a:lvl6pPr>
            <a:lvl7pPr algn="l">
              <a:defRPr sz="1725" b="0">
                <a:solidFill>
                  <a:srgbClr val="526778"/>
                </a:solidFill>
                <a:latin typeface="DejaVu Sans"/>
                <a:ea typeface="DejaVu Sans"/>
                <a:cs typeface="DejaVu Sans"/>
              </a:defRPr>
            </a:lvl7pPr>
            <a:lvl8pPr algn="l">
              <a:defRPr sz="1725" b="0">
                <a:solidFill>
                  <a:srgbClr val="526778"/>
                </a:solidFill>
                <a:latin typeface="DejaVu Sans"/>
                <a:ea typeface="DejaVu Sans"/>
                <a:cs typeface="DejaVu Sans"/>
              </a:defRPr>
            </a:lvl8pPr>
            <a:lvl9pPr algn="l">
              <a:defRPr sz="1725" b="0">
                <a:solidFill>
                  <a:srgbClr val="526778"/>
                </a:solidFill>
                <a:latin typeface="DejaVu Sans"/>
                <a:ea typeface="DejaVu Sans"/>
                <a:cs typeface="DejaVu Sans"/>
              </a:defRPr>
            </a:lvl9pPr>
          </a:lstStyle>
          <a:p xmlns:a="http://schemas.openxmlformats.org/drawingml/2006/main">
            <a:pPr algn="l">
              <a:lnSpc>
                <a:spcPct val="115000"/>
              </a:lnSpc>
              <a:buNone/>
              <a:defRPr sz="1725" b="0">
                <a:solidFill>
                  <a:srgbClr val="526778"/>
                </a:solidFill>
                <a:latin typeface="DejaVu Sans"/>
                <a:ea typeface="DejaVu Sans"/>
                <a:cs typeface="DejaVu Sans"/>
              </a:defRPr>
            </a:pPr>
            <a:r>
              <a:rPr sz="1725" b="0">
                <a:solidFill>
                  <a:srgbClr val="526778"/>
                </a:solidFill>
                <a:latin typeface="DejaVu Sans"/>
                <a:ea typeface="DejaVu Sans"/>
                <a:cs typeface="DejaVu Sans"/>
              </a:rPr>
              <a:t>Use a fresh work directory. Provider succeeds, payer pauses, resume skips provider.</a:t>
            </a:r>
          </a:p>
        </p:txBody>
      </p:sp>
    </p:spTree>
    <p:extLst>
      <p:ext uri="{BB962C8B-B14F-4D97-AF65-F5344CB8AC3E}">
        <p14:creationId xmlns:p14="http://schemas.microsoft.com/office/powerpoint/2010/main" val="918565835"/>
      </p:ext>
    </p:extLst>
  </p:cSld>
</p:sld>
</file>

<file path=ppt/slides/slide29.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5829E942-300B-499F-87CD-2A27C624514D}"/>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Validation and operational boundaries</a:t>
            </a:r>
          </a:p>
        </p:txBody>
      </p:sp>
      <p:sp>
        <p:nvSpPr>
          <p:cNvPr id="2" name="text-88">
            <a:extLst xmlns:a="http://schemas.openxmlformats.org/drawingml/2006/main">
              <a:ext uri="{FF2B5EF4-FFF2-40B4-BE49-F238E27FC236}">
                <a16:creationId xmlns:a16="http://schemas.microsoft.com/office/drawing/2014/main" id="{6D1D3C08-E274-491E-B74B-B151ED10E40C}"/>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99 automated tests pass across the generic and consent paths.</a:t>
            </a:r>
          </a:p>
        </p:txBody>
      </p:sp>
      <p:sp>
        <p:nvSpPr>
          <p:cNvPr id="3" name="slide-number">
            <a:extLst xmlns:a="http://schemas.openxmlformats.org/drawingml/2006/main">
              <a:ext uri="{FF2B5EF4-FFF2-40B4-BE49-F238E27FC236}">
                <a16:creationId xmlns:a16="http://schemas.microsoft.com/office/drawing/2014/main" id="{CE29A585-054C-4D4A-A56F-F1511F1E36B2}"/>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29</a:t>
            </a:r>
          </a:p>
        </p:txBody>
      </p:sp>
      <p:graphicFrame>
        <p:nvGraphicFramePr>
          <p:cNvPr id="4" name="">
            <a:extLst xmlns:a="http://schemas.openxmlformats.org/drawingml/2006/main">
              <a:ext uri="{FF2B5EF4-FFF2-40B4-BE49-F238E27FC236}">
                <a16:creationId xmlns:a16="http://schemas.microsoft.com/office/drawing/2014/main" id="{BFA235B4-96D5-4708-A13D-551B50F8A0C6}"/>
              </a:ext>
            </a:extLst>
          </p:cNvPr>
          <p:cNvGraphicFramePr/>
          <p:nvPr/>
        </p:nvGraphicFramePr>
        <p:xfrm>
          <a:off xmlns:a="http://schemas.openxmlformats.org/drawingml/2006/main" x="609600" y="2000250"/>
          <a:ext xmlns:a="http://schemas.openxmlformats.org/drawingml/2006/main" cx="10972800" cy="4171950"/>
        </p:xfrm>
        <a:graphic xmlns:a="http://schemas.openxmlformats.org/drawingml/2006/main">
          <a:graphicData uri="http://schemas.openxmlformats.org/drawingml/2006/table">
            <a:tbl>
              <a:tblPr/>
              <a:tblGrid>
                <a:gridCol w="5334000"/>
                <a:gridCol w="5638800"/>
              </a:tblGrid>
              <a:tr h="834390">
                <a:tc>
                  <a:txBody>
                    <a:bodyPr wrap="square" lIns="76200" tIns="76200" rIns="76200" bIns="76200">
                      <a:noAutofit/>
                    </a:bodyPr>
                    <a:lstStyle/>
                    <a:p>
                      <a:r>
                        <a:rPr sz="1800" b="1">
                          <a:solidFill>
                            <a:srgbClr val="FFFFFF"/>
                          </a:solidFill>
                          <a:latin typeface="DejaVu Sans"/>
                          <a:ea typeface="DejaVu Sans"/>
                          <a:cs typeface="DejaVu Sans"/>
                        </a:rPr>
                        <a:t>Verified behavior</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Limit to retain</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834390">
                <a:tc>
                  <a:txBody>
                    <a:bodyPr wrap="square" lIns="76200" tIns="76200" rIns="76200" bIns="76200">
                      <a:noAutofit/>
                    </a:bodyPr>
                    <a:lstStyle/>
                    <a:p>
                      <a:r>
                        <a:rPr sz="1800" b="0">
                          <a:solidFill>
                            <a:srgbClr val="102A43"/>
                          </a:solidFill>
                          <a:latin typeface="DejaVu Sans"/>
                          <a:ea typeface="DejaVu Sans"/>
                          <a:cs typeface="DejaVu Sans"/>
                        </a:rPr>
                        <a:t>Nine consent layouts produce expected bodies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Real feed widths, source codes and API schemas remain to agree</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834390">
                <a:tc>
                  <a:txBody>
                    <a:bodyPr wrap="square" lIns="76200" tIns="76200" rIns="76200" bIns="76200">
                      <a:noAutofit/>
                    </a:bodyPr>
                    <a:lstStyle/>
                    <a:p>
                      <a:r>
                        <a:rPr sz="1800" b="0">
                          <a:solidFill>
                            <a:srgbClr val="102A43"/>
                          </a:solidFill>
                          <a:latin typeface="DejaVu Sans"/>
                          <a:ea typeface="DejaVu Sans"/>
                          <a:cs typeface="DejaVu Sans"/>
                        </a:rPr>
                        <a:t>HTTP lookup, target fan-out and recovery</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No atomic transaction across provider and payer</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834390">
                <a:tc>
                  <a:txBody>
                    <a:bodyPr wrap="square" lIns="76200" tIns="76200" rIns="76200" bIns="76200">
                      <a:noAutofit/>
                    </a:bodyPr>
                    <a:lstStyle/>
                    <a:p>
                      <a:r>
                        <a:rPr sz="1800" b="0">
                          <a:solidFill>
                            <a:srgbClr val="102A43"/>
                          </a:solidFill>
                          <a:latin typeface="DejaVu Sans"/>
                          <a:ea typeface="DejaVu Sans"/>
                          <a:cs typeface="DejaVu Sans"/>
                        </a:rPr>
                        <a:t>Saved plans preserve resolved values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Remote data can change before delivery</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834390">
                <a:tc>
                  <a:txBody>
                    <a:bodyPr wrap="square" lIns="76200" tIns="76200" rIns="76200" bIns="76200">
                      <a:noAutofit/>
                    </a:bodyPr>
                    <a:lstStyle/>
                    <a:p>
                      <a:r>
                        <a:rPr sz="1800" b="0">
                          <a:solidFill>
                            <a:srgbClr val="102A43"/>
                          </a:solidFill>
                          <a:latin typeface="DejaVu Sans"/>
                          <a:ea typeface="DejaVu Sans"/>
                          <a:cs typeface="DejaVu Sans"/>
                        </a:rPr>
                        <a:t>Value-free reports and separate tokens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Inputs, plans and previews hold member data</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bl>
          </a:graphicData>
        </a:graphic>
      </p:graphicFrame>
    </p:spTree>
    <p:extLst>
      <p:ext uri="{BB962C8B-B14F-4D97-AF65-F5344CB8AC3E}">
        <p14:creationId xmlns:p14="http://schemas.microsoft.com/office/powerpoint/2010/main" val="1414948256"/>
      </p:ext>
    </p:extLst>
  </p:cSld>
</p:sld>
</file>

<file path=ppt/slides/slide30.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2FCEE171-7A52-4A8D-A8F3-BC68581CAD64}"/>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Contract decisions for the team</a:t>
            </a:r>
          </a:p>
        </p:txBody>
      </p:sp>
      <p:sp>
        <p:nvSpPr>
          <p:cNvPr id="2" name="text-89">
            <a:extLst xmlns:a="http://schemas.openxmlformats.org/drawingml/2006/main">
              <a:ext uri="{FF2B5EF4-FFF2-40B4-BE49-F238E27FC236}">
                <a16:creationId xmlns:a16="http://schemas.microsoft.com/office/drawing/2014/main" id="{7E4AC5B7-1CE6-433F-B069-4CF0CC301AC7}"/>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The supplied examples leave these business choices open.</a:t>
            </a:r>
          </a:p>
        </p:txBody>
      </p:sp>
      <p:sp>
        <p:nvSpPr>
          <p:cNvPr id="3" name="slide-number">
            <a:extLst xmlns:a="http://schemas.openxmlformats.org/drawingml/2006/main">
              <a:ext uri="{FF2B5EF4-FFF2-40B4-BE49-F238E27FC236}">
                <a16:creationId xmlns:a16="http://schemas.microsoft.com/office/drawing/2014/main" id="{AD2507D9-BF13-4711-A85F-06B5EA82DAAD}"/>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30</a:t>
            </a:r>
          </a:p>
        </p:txBody>
      </p:sp>
      <p:graphicFrame>
        <p:nvGraphicFramePr>
          <p:cNvPr id="4" name="">
            <a:extLst xmlns:a="http://schemas.openxmlformats.org/drawingml/2006/main">
              <a:ext uri="{FF2B5EF4-FFF2-40B4-BE49-F238E27FC236}">
                <a16:creationId xmlns:a16="http://schemas.microsoft.com/office/drawing/2014/main" id="{5768988E-8F68-4448-AE81-3F29376645A4}"/>
              </a:ext>
            </a:extLst>
          </p:cNvPr>
          <p:cNvGraphicFramePr/>
          <p:nvPr/>
        </p:nvGraphicFramePr>
        <p:xfrm>
          <a:off xmlns:a="http://schemas.openxmlformats.org/drawingml/2006/main" x="609600" y="2000250"/>
          <a:ext xmlns:a="http://schemas.openxmlformats.org/drawingml/2006/main" cx="10972800" cy="4171950"/>
        </p:xfrm>
        <a:graphic xmlns:a="http://schemas.openxmlformats.org/drawingml/2006/main">
          <a:graphicData uri="http://schemas.openxmlformats.org/drawingml/2006/table">
            <a:tbl>
              <a:tblPr/>
              <a:tblGrid>
                <a:gridCol w="3429000"/>
                <a:gridCol w="7543800"/>
              </a:tblGrid>
              <a:tr h="695325">
                <a:tc>
                  <a:txBody>
                    <a:bodyPr wrap="square" lIns="76200" tIns="76200" rIns="76200" bIns="76200">
                      <a:noAutofit/>
                    </a:bodyPr>
                    <a:lstStyle/>
                    <a:p>
                      <a:r>
                        <a:rPr sz="1800" b="1">
                          <a:solidFill>
                            <a:srgbClr val="FFFFFF"/>
                          </a:solidFill>
                          <a:latin typeface="DejaVu Sans"/>
                          <a:ea typeface="DejaVu Sans"/>
                          <a:cs typeface="DejaVu Sans"/>
                        </a:rPr>
                        <a:t>Area</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Decision to confirm</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Intent and dates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Source codes, blank semantics, date formats and end-date rules</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Identity and manager</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Unique lookup, authorization and existing consent/payer scope</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Payer request shape</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Required fields for revocation and transactionDetails location</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Unused source data</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Payer address, plan and policy-date target paths</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Delivery contract</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Upsert uniqueness, concurrency, idempotency and reconciliation</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bl>
          </a:graphicData>
        </a:graphic>
      </p:graphicFrame>
    </p:spTree>
    <p:extLst>
      <p:ext uri="{BB962C8B-B14F-4D97-AF65-F5344CB8AC3E}">
        <p14:creationId xmlns:p14="http://schemas.microsoft.com/office/powerpoint/2010/main" val="1930561314"/>
      </p:ext>
    </p:extLst>
  </p:cSld>
</p:sld>
</file>

<file path=ppt/slides/slide31.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09DCAFCE-E6CB-4CEA-9610-29FBFE0387B6}"/>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defRPr sz="3300" b="1">
                <a:solidFill>
                  <a:srgbClr val="102A43"/>
                </a:solidFill>
                <a:latin typeface="DejaVu Sans"/>
                <a:ea typeface="DejaVu Sans"/>
                <a:cs typeface="DejaVu Sans"/>
              </a:defRPr>
            </a:lvl1pPr>
            <a:lvl2pPr algn="l">
              <a:defRPr sz="3300" b="1">
                <a:solidFill>
                  <a:srgbClr val="102A43"/>
                </a:solidFill>
                <a:latin typeface="DejaVu Sans"/>
                <a:ea typeface="DejaVu Sans"/>
                <a:cs typeface="DejaVu Sans"/>
              </a:defRPr>
            </a:lvl2pPr>
            <a:lvl3pPr algn="l">
              <a:defRPr sz="3300" b="1">
                <a:solidFill>
                  <a:srgbClr val="102A43"/>
                </a:solidFill>
                <a:latin typeface="DejaVu Sans"/>
                <a:ea typeface="DejaVu Sans"/>
                <a:cs typeface="DejaVu Sans"/>
              </a:defRPr>
            </a:lvl3pPr>
            <a:lvl4pPr algn="l">
              <a:defRPr sz="3300" b="1">
                <a:solidFill>
                  <a:srgbClr val="102A43"/>
                </a:solidFill>
                <a:latin typeface="DejaVu Sans"/>
                <a:ea typeface="DejaVu Sans"/>
                <a:cs typeface="DejaVu Sans"/>
              </a:defRPr>
            </a:lvl4pPr>
            <a:lvl5pPr algn="l">
              <a:defRPr sz="3300" b="1">
                <a:solidFill>
                  <a:srgbClr val="102A43"/>
                </a:solidFill>
                <a:latin typeface="DejaVu Sans"/>
                <a:ea typeface="DejaVu Sans"/>
                <a:cs typeface="DejaVu Sans"/>
              </a:defRPr>
            </a:lvl5pPr>
            <a:lvl6pPr algn="l">
              <a:defRPr sz="3300" b="1">
                <a:solidFill>
                  <a:srgbClr val="102A43"/>
                </a:solidFill>
                <a:latin typeface="DejaVu Sans"/>
                <a:ea typeface="DejaVu Sans"/>
                <a:cs typeface="DejaVu Sans"/>
              </a:defRPr>
            </a:lvl6pPr>
            <a:lvl7pPr algn="l">
              <a:defRPr sz="3300" b="1">
                <a:solidFill>
                  <a:srgbClr val="102A43"/>
                </a:solidFill>
                <a:latin typeface="DejaVu Sans"/>
                <a:ea typeface="DejaVu Sans"/>
                <a:cs typeface="DejaVu Sans"/>
              </a:defRPr>
            </a:lvl7pPr>
            <a:lvl8pPr algn="l">
              <a:defRPr sz="3300" b="1">
                <a:solidFill>
                  <a:srgbClr val="102A43"/>
                </a:solidFill>
                <a:latin typeface="DejaVu Sans"/>
                <a:ea typeface="DejaVu Sans"/>
                <a:cs typeface="DejaVu Sans"/>
              </a:defRPr>
            </a:lvl8pPr>
            <a:lvl9pPr algn="l">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Code tour and demo references</a:t>
            </a:r>
          </a:p>
        </p:txBody>
      </p:sp>
      <p:sp>
        <p:nvSpPr>
          <p:cNvPr id="2" name="text-90">
            <a:extLst xmlns:a="http://schemas.openxmlformats.org/drawingml/2006/main">
              <a:ext uri="{FF2B5EF4-FFF2-40B4-BE49-F238E27FC236}">
                <a16:creationId xmlns:a16="http://schemas.microsoft.com/office/drawing/2014/main" id="{428073E4-0A37-423A-A840-FF15ABB833B7}"/>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defRPr sz="1875" b="0">
                <a:solidFill>
                  <a:srgbClr val="526778"/>
                </a:solidFill>
                <a:latin typeface="DejaVu Sans"/>
                <a:ea typeface="DejaVu Sans"/>
                <a:cs typeface="DejaVu Sans"/>
              </a:defRPr>
            </a:lvl1pPr>
            <a:lvl2pPr algn="l">
              <a:defRPr sz="1875" b="0">
                <a:solidFill>
                  <a:srgbClr val="526778"/>
                </a:solidFill>
                <a:latin typeface="DejaVu Sans"/>
                <a:ea typeface="DejaVu Sans"/>
                <a:cs typeface="DejaVu Sans"/>
              </a:defRPr>
            </a:lvl2pPr>
            <a:lvl3pPr algn="l">
              <a:defRPr sz="1875" b="0">
                <a:solidFill>
                  <a:srgbClr val="526778"/>
                </a:solidFill>
                <a:latin typeface="DejaVu Sans"/>
                <a:ea typeface="DejaVu Sans"/>
                <a:cs typeface="DejaVu Sans"/>
              </a:defRPr>
            </a:lvl3pPr>
            <a:lvl4pPr algn="l">
              <a:defRPr sz="1875" b="0">
                <a:solidFill>
                  <a:srgbClr val="526778"/>
                </a:solidFill>
                <a:latin typeface="DejaVu Sans"/>
                <a:ea typeface="DejaVu Sans"/>
                <a:cs typeface="DejaVu Sans"/>
              </a:defRPr>
            </a:lvl4pPr>
            <a:lvl5pPr algn="l">
              <a:defRPr sz="1875" b="0">
                <a:solidFill>
                  <a:srgbClr val="526778"/>
                </a:solidFill>
                <a:latin typeface="DejaVu Sans"/>
                <a:ea typeface="DejaVu Sans"/>
                <a:cs typeface="DejaVu Sans"/>
              </a:defRPr>
            </a:lvl5pPr>
            <a:lvl6pPr algn="l">
              <a:defRPr sz="1875" b="0">
                <a:solidFill>
                  <a:srgbClr val="526778"/>
                </a:solidFill>
                <a:latin typeface="DejaVu Sans"/>
                <a:ea typeface="DejaVu Sans"/>
                <a:cs typeface="DejaVu Sans"/>
              </a:defRPr>
            </a:lvl6pPr>
            <a:lvl7pPr algn="l">
              <a:defRPr sz="1875" b="0">
                <a:solidFill>
                  <a:srgbClr val="526778"/>
                </a:solidFill>
                <a:latin typeface="DejaVu Sans"/>
                <a:ea typeface="DejaVu Sans"/>
                <a:cs typeface="DejaVu Sans"/>
              </a:defRPr>
            </a:lvl7pPr>
            <a:lvl8pPr algn="l">
              <a:defRPr sz="1875" b="0">
                <a:solidFill>
                  <a:srgbClr val="526778"/>
                </a:solidFill>
                <a:latin typeface="DejaVu Sans"/>
                <a:ea typeface="DejaVu Sans"/>
                <a:cs typeface="DejaVu Sans"/>
              </a:defRPr>
            </a:lvl8pPr>
            <a:lvl9pPr algn="l">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The consent guide ties field disposition, runnable commands and assumptions together.</a:t>
            </a:r>
          </a:p>
        </p:txBody>
      </p:sp>
      <p:sp>
        <p:nvSpPr>
          <p:cNvPr id="3" name="slide-number">
            <a:extLst xmlns:a="http://schemas.openxmlformats.org/drawingml/2006/main">
              <a:ext uri="{FF2B5EF4-FFF2-40B4-BE49-F238E27FC236}">
                <a16:creationId xmlns:a16="http://schemas.microsoft.com/office/drawing/2014/main" id="{656AE5FE-F6E7-4DAC-8173-BCD2C7550E44}"/>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defRPr sz="1275" b="0">
                <a:solidFill>
                  <a:srgbClr val="526778"/>
                </a:solidFill>
                <a:latin typeface="DejaVu Sans"/>
                <a:ea typeface="DejaVu Sans"/>
                <a:cs typeface="DejaVu Sans"/>
              </a:defRPr>
            </a:lvl1pPr>
            <a:lvl2pPr algn="r">
              <a:defRPr sz="1275" b="0">
                <a:solidFill>
                  <a:srgbClr val="526778"/>
                </a:solidFill>
                <a:latin typeface="DejaVu Sans"/>
                <a:ea typeface="DejaVu Sans"/>
                <a:cs typeface="DejaVu Sans"/>
              </a:defRPr>
            </a:lvl2pPr>
            <a:lvl3pPr algn="r">
              <a:defRPr sz="1275" b="0">
                <a:solidFill>
                  <a:srgbClr val="526778"/>
                </a:solidFill>
                <a:latin typeface="DejaVu Sans"/>
                <a:ea typeface="DejaVu Sans"/>
                <a:cs typeface="DejaVu Sans"/>
              </a:defRPr>
            </a:lvl3pPr>
            <a:lvl4pPr algn="r">
              <a:defRPr sz="1275" b="0">
                <a:solidFill>
                  <a:srgbClr val="526778"/>
                </a:solidFill>
                <a:latin typeface="DejaVu Sans"/>
                <a:ea typeface="DejaVu Sans"/>
                <a:cs typeface="DejaVu Sans"/>
              </a:defRPr>
            </a:lvl4pPr>
            <a:lvl5pPr algn="r">
              <a:defRPr sz="1275" b="0">
                <a:solidFill>
                  <a:srgbClr val="526778"/>
                </a:solidFill>
                <a:latin typeface="DejaVu Sans"/>
                <a:ea typeface="DejaVu Sans"/>
                <a:cs typeface="DejaVu Sans"/>
              </a:defRPr>
            </a:lvl5pPr>
            <a:lvl6pPr algn="r">
              <a:defRPr sz="1275" b="0">
                <a:solidFill>
                  <a:srgbClr val="526778"/>
                </a:solidFill>
                <a:latin typeface="DejaVu Sans"/>
                <a:ea typeface="DejaVu Sans"/>
                <a:cs typeface="DejaVu Sans"/>
              </a:defRPr>
            </a:lvl6pPr>
            <a:lvl7pPr algn="r">
              <a:defRPr sz="1275" b="0">
                <a:solidFill>
                  <a:srgbClr val="526778"/>
                </a:solidFill>
                <a:latin typeface="DejaVu Sans"/>
                <a:ea typeface="DejaVu Sans"/>
                <a:cs typeface="DejaVu Sans"/>
              </a:defRPr>
            </a:lvl7pPr>
            <a:lvl8pPr algn="r">
              <a:defRPr sz="1275" b="0">
                <a:solidFill>
                  <a:srgbClr val="526778"/>
                </a:solidFill>
                <a:latin typeface="DejaVu Sans"/>
                <a:ea typeface="DejaVu Sans"/>
                <a:cs typeface="DejaVu Sans"/>
              </a:defRPr>
            </a:lvl8pPr>
            <a:lvl9pPr algn="r">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31</a:t>
            </a:r>
          </a:p>
        </p:txBody>
      </p:sp>
      <p:graphicFrame>
        <p:nvGraphicFramePr>
          <p:cNvPr id="4" name="">
            <a:extLst xmlns:a="http://schemas.openxmlformats.org/drawingml/2006/main">
              <a:ext uri="{FF2B5EF4-FFF2-40B4-BE49-F238E27FC236}">
                <a16:creationId xmlns:a16="http://schemas.microsoft.com/office/drawing/2014/main" id="{BE22B110-2453-4131-B6D0-1026A9E99335}"/>
              </a:ext>
            </a:extLst>
          </p:cNvPr>
          <p:cNvGraphicFramePr/>
          <p:nvPr/>
        </p:nvGraphicFramePr>
        <p:xfrm>
          <a:off xmlns:a="http://schemas.openxmlformats.org/drawingml/2006/main" x="609600" y="2000250"/>
          <a:ext xmlns:a="http://schemas.openxmlformats.org/drawingml/2006/main" cx="10972800" cy="4171950"/>
        </p:xfrm>
        <a:graphic xmlns:a="http://schemas.openxmlformats.org/drawingml/2006/main">
          <a:graphicData uri="http://schemas.openxmlformats.org/drawingml/2006/table">
            <a:tbl>
              <a:tblPr/>
              <a:tblGrid>
                <a:gridCol w="6381750"/>
                <a:gridCol w="4591050"/>
              </a:tblGrid>
              <a:tr h="695325">
                <a:tc>
                  <a:txBody>
                    <a:bodyPr wrap="square" lIns="76200" tIns="76200" rIns="76200" bIns="76200">
                      <a:noAutofit/>
                    </a:bodyPr>
                    <a:lstStyle/>
                    <a:p>
                      <a:r>
                        <a:rPr sz="1800" b="1">
                          <a:solidFill>
                            <a:srgbClr val="FFFFFF"/>
                          </a:solidFill>
                          <a:latin typeface="DejaVu Sans"/>
                          <a:ea typeface="DejaVu Sans"/>
                          <a:cs typeface="DejaVu Sans"/>
                        </a:rPr>
                        <a:t>Open in the repository</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What to inspect</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docs/consent.md</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Contract rules, full field table and HTTP facade</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src/main/resources/application.yml</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Nine consent layouts and shared rules</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consent/ConsentRequestPlanner.java</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Intent, enrichment and two body shapes</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consent/ConsentPlanStore.java</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Frozen per-member request plans</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examples/consent and scripts/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Multi-format data, expected output and local mock</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bl>
          </a:graphicData>
        </a:graphic>
      </p:graphicFrame>
    </p:spTree>
    <p:extLst>
      <p:ext uri="{BB962C8B-B14F-4D97-AF65-F5344CB8AC3E}">
        <p14:creationId xmlns:p14="http://schemas.microsoft.com/office/powerpoint/2010/main" val="1883436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2026-10-27T19:22:24.5390000Z</dcterms:created>
  <dcterms:modified xsi:type="dcterms:W3CDTF">2026-10-27T19:22:24.5400000Z</dcterms:modified>
</coreProperties>
</file>