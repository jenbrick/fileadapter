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60b580f18d474162" /><Relationship Type="http://schemas.openxmlformats.org/officeDocument/2006/relationships/extended-properties" Target="/docProps/app.xml" Id="R8efe1edbdce44f15" /><Relationship Type="http://schemas.openxmlformats.org/officeDocument/2006/relationships/officeDocument" Target="/ppt/presentation.xml" Id="R0d3953e1689b40fc" /></Relationships>
</file>

<file path=ppt/presentation.xml><?xml version="1.0" encoding="utf-8"?>
<p:presentation xmlns:p="http://schemas.openxmlformats.org/presentationml/2006/main">
  <p:sldMasterIdLst>
    <p:sldMasterId xmlns:r="http://schemas.openxmlformats.org/officeDocument/2006/relationships" id="2147483648" r:id="Rd2ea56b429764fb3"/>
  </p:sldMasterIdLst>
  <p:notesMasterIdLst>
    <p:notesMasterId xmlns:r="http://schemas.openxmlformats.org/officeDocument/2006/relationships" r:id="Rfea2321abbbf40a0"/>
  </p:notesMasterIdLst>
  <p:sldIdLst>
    <p:sldId xmlns:r="http://schemas.openxmlformats.org/officeDocument/2006/relationships" id="256" r:id="Re79a061137394232"/>
    <p:sldId xmlns:r="http://schemas.openxmlformats.org/officeDocument/2006/relationships" id="257" r:id="R94f94460e26a4438"/>
    <p:sldId xmlns:r="http://schemas.openxmlformats.org/officeDocument/2006/relationships" id="258" r:id="R540efca7a5b8484c"/>
    <p:sldId xmlns:r="http://schemas.openxmlformats.org/officeDocument/2006/relationships" id="259" r:id="Ra37759cc055e4f24"/>
    <p:sldId xmlns:r="http://schemas.openxmlformats.org/officeDocument/2006/relationships" id="260" r:id="R0e87887334e14465"/>
    <p:sldId xmlns:r="http://schemas.openxmlformats.org/officeDocument/2006/relationships" id="261" r:id="Ra5009f578e7047e6"/>
    <p:sldId xmlns:r="http://schemas.openxmlformats.org/officeDocument/2006/relationships" id="262" r:id="Rdd78017d252e4bcb"/>
    <p:sldId xmlns:r="http://schemas.openxmlformats.org/officeDocument/2006/relationships" id="263" r:id="R4d26116995864847"/>
    <p:sldId xmlns:r="http://schemas.openxmlformats.org/officeDocument/2006/relationships" id="264" r:id="Ra3c9b4fdcf694181"/>
    <p:sldId xmlns:r="http://schemas.openxmlformats.org/officeDocument/2006/relationships" id="265" r:id="R35fe72bf7a914eee"/>
    <p:sldId xmlns:r="http://schemas.openxmlformats.org/officeDocument/2006/relationships" id="266" r:id="Rb3abbf444cd94e34"/>
    <p:sldId xmlns:r="http://schemas.openxmlformats.org/officeDocument/2006/relationships" id="267" r:id="Rfa2126a3b9704599"/>
    <p:sldId xmlns:r="http://schemas.openxmlformats.org/officeDocument/2006/relationships" id="268" r:id="Rf14f117e8d1b4b49"/>
    <p:sldId xmlns:r="http://schemas.openxmlformats.org/officeDocument/2006/relationships" id="269" r:id="R59d1291145aa4d97"/>
    <p:sldId xmlns:r="http://schemas.openxmlformats.org/officeDocument/2006/relationships" id="270" r:id="R134df36c9b6f4bc8"/>
    <p:sldId xmlns:r="http://schemas.openxmlformats.org/officeDocument/2006/relationships" id="271" r:id="Rc8f05196aa644f68"/>
    <p:sldId xmlns:r="http://schemas.openxmlformats.org/officeDocument/2006/relationships" id="272" r:id="R6401e57d08c24968"/>
    <p:sldId xmlns:r="http://schemas.openxmlformats.org/officeDocument/2006/relationships" id="273" r:id="R66939947b24240de"/>
    <p:sldId xmlns:r="http://schemas.openxmlformats.org/officeDocument/2006/relationships" id="274" r:id="R002057b3ba944674"/>
    <p:sldId xmlns:r="http://schemas.openxmlformats.org/officeDocument/2006/relationships" id="275" r:id="R5f3df5debd37420f"/>
    <p:sldId xmlns:r="http://schemas.openxmlformats.org/officeDocument/2006/relationships" id="276" r:id="R03cdf43b9db04d33"/>
    <p:sldId xmlns:r="http://schemas.openxmlformats.org/officeDocument/2006/relationships" id="277" r:id="Rfe4b303f15364170"/>
    <p:sldId xmlns:r="http://schemas.openxmlformats.org/officeDocument/2006/relationships" id="278" r:id="R0a241f89d62a41b8"/>
    <p:sldId xmlns:r="http://schemas.openxmlformats.org/officeDocument/2006/relationships" id="279" r:id="R7316c916d1c64e2b"/>
    <p:sldId xmlns:r="http://schemas.openxmlformats.org/officeDocument/2006/relationships" id="280" r:id="R1287a5da1599476e"/>
    <p:sldId xmlns:r="http://schemas.openxmlformats.org/officeDocument/2006/relationships" id="281" r:id="R86927b594ea64700"/>
    <p:sldId xmlns:r="http://schemas.openxmlformats.org/officeDocument/2006/relationships" id="282" r:id="Rdd4560b18af441b8"/>
    <p:sldId xmlns:r="http://schemas.openxmlformats.org/officeDocument/2006/relationships" id="283" r:id="Reba07ebc69d14a3e"/>
    <p:sldId xmlns:r="http://schemas.openxmlformats.org/officeDocument/2006/relationships" id="284" r:id="Re4c361f1fa2a4ce6"/>
    <p:sldId xmlns:r="http://schemas.openxmlformats.org/officeDocument/2006/relationships" id="285" r:id="Rcee261ff60244871"/>
    <p:sldId xmlns:r="http://schemas.openxmlformats.org/officeDocument/2006/relationships" id="286" r:id="Re6c65ab456204356"/>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237196a952d0408b" /><Relationship Type="http://schemas.openxmlformats.org/officeDocument/2006/relationships/slideMaster" Target="/ppt/slideMasters/slideMaster1.xml" Id="Rd2ea56b429764fb3" /><Relationship Type="http://schemas.openxmlformats.org/officeDocument/2006/relationships/notesMaster" Target="/ppt/notesMasters/notesMaster1.xml" Id="Rfea2321abbbf40a0" /><Relationship Type="http://schemas.openxmlformats.org/officeDocument/2006/relationships/presProps" Target="/ppt/presProps.xml" Id="Rff1c7d13c7e64287" /><Relationship Type="http://schemas.openxmlformats.org/officeDocument/2006/relationships/tableStyles" Target="/ppt/tableStyles.xml" Id="R14b634ad4f964a76" /><Relationship Type="http://schemas.openxmlformats.org/officeDocument/2006/relationships/slide" Target="/ppt/slides/slide1.xml" Id="Re79a061137394232" /><Relationship Type="http://schemas.openxmlformats.org/officeDocument/2006/relationships/slide" Target="/ppt/slides/slide2.xml" Id="R94f94460e26a4438" /><Relationship Type="http://schemas.openxmlformats.org/officeDocument/2006/relationships/slide" Target="/ppt/slides/slide3.xml" Id="R540efca7a5b8484c" /><Relationship Type="http://schemas.openxmlformats.org/officeDocument/2006/relationships/slide" Target="/ppt/slides/slide4.xml" Id="Ra37759cc055e4f24" /><Relationship Type="http://schemas.openxmlformats.org/officeDocument/2006/relationships/slide" Target="/ppt/slides/slide5.xml" Id="R0e87887334e14465" /><Relationship Type="http://schemas.openxmlformats.org/officeDocument/2006/relationships/slide" Target="/ppt/slides/slide6.xml" Id="Ra5009f578e7047e6" /><Relationship Type="http://schemas.openxmlformats.org/officeDocument/2006/relationships/slide" Target="/ppt/slides/slide7.xml" Id="Rdd78017d252e4bcb" /><Relationship Type="http://schemas.openxmlformats.org/officeDocument/2006/relationships/slide" Target="/ppt/slides/slide8.xml" Id="R4d26116995864847" /><Relationship Type="http://schemas.openxmlformats.org/officeDocument/2006/relationships/slide" Target="/ppt/slides/slide9.xml" Id="Ra3c9b4fdcf694181" /><Relationship Type="http://schemas.openxmlformats.org/officeDocument/2006/relationships/slide" Target="/ppt/slides/slide10.xml" Id="R35fe72bf7a914eee" /><Relationship Type="http://schemas.openxmlformats.org/officeDocument/2006/relationships/slide" Target="/ppt/slides/slide11.xml" Id="Rb3abbf444cd94e34" /><Relationship Type="http://schemas.openxmlformats.org/officeDocument/2006/relationships/slide" Target="/ppt/slides/slide12.xml" Id="Rfa2126a3b9704599" /><Relationship Type="http://schemas.openxmlformats.org/officeDocument/2006/relationships/slide" Target="/ppt/slides/slide13.xml" Id="Rf14f117e8d1b4b49" /><Relationship Type="http://schemas.openxmlformats.org/officeDocument/2006/relationships/slide" Target="/ppt/slides/slide14.xml" Id="R59d1291145aa4d97" /><Relationship Type="http://schemas.openxmlformats.org/officeDocument/2006/relationships/slide" Target="/ppt/slides/slide15.xml" Id="R134df36c9b6f4bc8" /><Relationship Type="http://schemas.openxmlformats.org/officeDocument/2006/relationships/slide" Target="/ppt/slides/slide16.xml" Id="Rc8f05196aa644f68" /><Relationship Type="http://schemas.openxmlformats.org/officeDocument/2006/relationships/slide" Target="/ppt/slides/slide17.xml" Id="R6401e57d08c24968" /><Relationship Type="http://schemas.openxmlformats.org/officeDocument/2006/relationships/slide" Target="/ppt/slides/slide18.xml" Id="R66939947b24240de" /><Relationship Type="http://schemas.openxmlformats.org/officeDocument/2006/relationships/slide" Target="/ppt/slides/slide19.xml" Id="R002057b3ba944674" /><Relationship Type="http://schemas.openxmlformats.org/officeDocument/2006/relationships/slide" Target="/ppt/slides/slide20.xml" Id="R5f3df5debd37420f" /><Relationship Type="http://schemas.openxmlformats.org/officeDocument/2006/relationships/slide" Target="/ppt/slides/slide21.xml" Id="R03cdf43b9db04d33" /><Relationship Type="http://schemas.openxmlformats.org/officeDocument/2006/relationships/slide" Target="/ppt/slides/slide22.xml" Id="Rfe4b303f15364170" /><Relationship Type="http://schemas.openxmlformats.org/officeDocument/2006/relationships/slide" Target="/ppt/slides/slide23.xml" Id="R0a241f89d62a41b8" /><Relationship Type="http://schemas.openxmlformats.org/officeDocument/2006/relationships/slide" Target="/ppt/slides/slide24.xml" Id="R7316c916d1c64e2b" /><Relationship Type="http://schemas.openxmlformats.org/officeDocument/2006/relationships/slide" Target="/ppt/slides/slide25.xml" Id="R1287a5da1599476e" /><Relationship Type="http://schemas.openxmlformats.org/officeDocument/2006/relationships/slide" Target="/ppt/slides/slide26.xml" Id="R86927b594ea64700" /><Relationship Type="http://schemas.openxmlformats.org/officeDocument/2006/relationships/slide" Target="/ppt/slides/slide27.xml" Id="Rdd4560b18af441b8" /><Relationship Type="http://schemas.openxmlformats.org/officeDocument/2006/relationships/slide" Target="/ppt/slides/slide28.xml" Id="Reba07ebc69d14a3e" /><Relationship Type="http://schemas.openxmlformats.org/officeDocument/2006/relationships/slide" Target="/ppt/slides/slide29.xml" Id="Re4c361f1fa2a4ce6" /><Relationship Type="http://schemas.openxmlformats.org/officeDocument/2006/relationships/slide" Target="/ppt/slides/slide30.xml" Id="Rcee261ff60244871" /><Relationship Type="http://schemas.openxmlformats.org/officeDocument/2006/relationships/slide" Target="/ppt/slides/slide31.xml" Id="Re6c65ab456204356"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3f40f67e9b7345d5"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c27fcdb19b894bea" /><Relationship Type="http://schemas.openxmlformats.org/officeDocument/2006/relationships/notesMaster" Target="/ppt/notesMasters/notesMaster1.xml" Id="R91e1dc9efd874e14" /></Relationships>
</file>

<file path=ppt/notesSlides/_rels/notesSlide2.xml.rels>&#65279;<?xml version="1.0" encoding="utf-8"?><Relationships xmlns="http://schemas.openxmlformats.org/package/2006/relationships"><Relationship Type="http://schemas.openxmlformats.org/officeDocument/2006/relationships/slide" Target="/ppt/slides/slide2.xml" Id="R03d7f1452ef342b3" /><Relationship Type="http://schemas.openxmlformats.org/officeDocument/2006/relationships/notesMaster" Target="/ppt/notesMasters/notesMaster1.xml" Id="R606ff9664f514f1e" /></Relationships>
</file>

<file path=ppt/notesSlides/_rels/notesSlide3.xml.rels>&#65279;<?xml version="1.0" encoding="utf-8"?><Relationships xmlns="http://schemas.openxmlformats.org/package/2006/relationships"><Relationship Type="http://schemas.openxmlformats.org/officeDocument/2006/relationships/slide" Target="/ppt/slides/slide3.xml" Id="R53819e8b470f4995" /><Relationship Type="http://schemas.openxmlformats.org/officeDocument/2006/relationships/notesMaster" Target="/ppt/notesMasters/notesMaster1.xml" Id="Re40ac994dc4f4a57" /></Relationships>
</file>

<file path=ppt/notesSlides/_rels/notesSlide4.xml.rels>&#65279;<?xml version="1.0" encoding="utf-8"?><Relationships xmlns="http://schemas.openxmlformats.org/package/2006/relationships"><Relationship Type="http://schemas.openxmlformats.org/officeDocument/2006/relationships/slide" Target="/ppt/slides/slide4.xml" Id="R89bff857937b4d66" /><Relationship Type="http://schemas.openxmlformats.org/officeDocument/2006/relationships/notesMaster" Target="/ppt/notesMasters/notesMaster1.xml" Id="Ra2f4e81e7a8e4675" /></Relationships>
</file>

<file path=ppt/notesSlides/_rels/notesSlide5.xml.rels>&#65279;<?xml version="1.0" encoding="utf-8"?><Relationships xmlns="http://schemas.openxmlformats.org/package/2006/relationships"><Relationship Type="http://schemas.openxmlformats.org/officeDocument/2006/relationships/slide" Target="/ppt/slides/slide5.xml" Id="Ra11679b2662a4801" /><Relationship Type="http://schemas.openxmlformats.org/officeDocument/2006/relationships/notesMaster" Target="/ppt/notesMasters/notesMaster1.xml" Id="R431ddb997d374376" /></Relationships>
</file>

<file path=ppt/notesSlides/_rels/notesSlide6.xml.rels>&#65279;<?xml version="1.0" encoding="utf-8"?><Relationships xmlns="http://schemas.openxmlformats.org/package/2006/relationships"><Relationship Type="http://schemas.openxmlformats.org/officeDocument/2006/relationships/slide" Target="/ppt/slides/slide6.xml" Id="Rdf6edd2d64984170" /><Relationship Type="http://schemas.openxmlformats.org/officeDocument/2006/relationships/notesMaster" Target="/ppt/notesMasters/notesMaster1.xml" Id="Re7386fa9a73d4f91" /></Relationships>
</file>

<file path=ppt/notesSlides/_rels/notesSlide7.xml.rels>&#65279;<?xml version="1.0" encoding="utf-8"?><Relationships xmlns="http://schemas.openxmlformats.org/package/2006/relationships"><Relationship Type="http://schemas.openxmlformats.org/officeDocument/2006/relationships/slide" Target="/ppt/slides/slide7.xml" Id="R310aaf18bb284913" /><Relationship Type="http://schemas.openxmlformats.org/officeDocument/2006/relationships/notesMaster" Target="/ppt/notesMasters/notesMaster1.xml" Id="R1f3b8e274d314651" /></Relationships>
</file>

<file path=ppt/notesSlides/_rels/notesSlide8.xml.rels>&#65279;<?xml version="1.0" encoding="utf-8"?><Relationships xmlns="http://schemas.openxmlformats.org/package/2006/relationships"><Relationship Type="http://schemas.openxmlformats.org/officeDocument/2006/relationships/slide" Target="/ppt/slides/slide8.xml" Id="Rd9cf319991ea4531" /><Relationship Type="http://schemas.openxmlformats.org/officeDocument/2006/relationships/notesMaster" Target="/ppt/notesMasters/notesMaster1.xml" Id="R0c5963bf08ce454e" /></Relationships>
</file>

<file path=ppt/notesSlides/_rels/notesSlide9.xml.rels>&#65279;<?xml version="1.0" encoding="utf-8"?><Relationships xmlns="http://schemas.openxmlformats.org/package/2006/relationships"><Relationship Type="http://schemas.openxmlformats.org/officeDocument/2006/relationships/slide" Target="/ppt/slides/slide9.xml" Id="R226defe3fe2c44bc" /><Relationship Type="http://schemas.openxmlformats.org/officeDocument/2006/relationships/notesMaster" Target="/ppt/notesMasters/notesMaster1.xml" Id="Red5308f504ee48d3"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60454c5119984fff" /><Relationship Type="http://schemas.openxmlformats.org/officeDocument/2006/relationships/notesMaster" Target="/ppt/notesMasters/notesMaster1.xml" Id="Rb3ebc6a819b94919"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a3d1439600fb4100" /><Relationship Type="http://schemas.openxmlformats.org/officeDocument/2006/relationships/notesMaster" Target="/ppt/notesMasters/notesMaster1.xml" Id="R02fd13fa7a8d4819"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71b071f0a10f4c11" /><Relationship Type="http://schemas.openxmlformats.org/officeDocument/2006/relationships/notesMaster" Target="/ppt/notesMasters/notesMaster1.xml" Id="R4feb29fa611e4df9"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b645032a2b4e4dd8" /><Relationship Type="http://schemas.openxmlformats.org/officeDocument/2006/relationships/notesMaster" Target="/ppt/notesMasters/notesMaster1.xml" Id="R28962e97323f466a"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6edd6c020e844b33" /><Relationship Type="http://schemas.openxmlformats.org/officeDocument/2006/relationships/notesMaster" Target="/ppt/notesMasters/notesMaster1.xml" Id="R7c9dbe85da274a35"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84119631024f49b5" /><Relationship Type="http://schemas.openxmlformats.org/officeDocument/2006/relationships/notesMaster" Target="/ppt/notesMasters/notesMaster1.xml" Id="R1ce1ff04112f44cc"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6ad89a86c6c34cbb" /><Relationship Type="http://schemas.openxmlformats.org/officeDocument/2006/relationships/notesMaster" Target="/ppt/notesMasters/notesMaster1.xml" Id="R6261f3183aeb4c09"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e6379a2b8b55498a" /><Relationship Type="http://schemas.openxmlformats.org/officeDocument/2006/relationships/notesMaster" Target="/ppt/notesMasters/notesMaster1.xml" Id="R758fa5ac86794789"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bf8847bcf18d4a1d" /><Relationship Type="http://schemas.openxmlformats.org/officeDocument/2006/relationships/notesMaster" Target="/ppt/notesMasters/notesMaster1.xml" Id="Rc10edc82c96345ee"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2049578ebff6447f" /><Relationship Type="http://schemas.openxmlformats.org/officeDocument/2006/relationships/notesMaster" Target="/ppt/notesMasters/notesMaster1.xml" Id="R87ea753adfbd405f"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4d050255368244e3" /><Relationship Type="http://schemas.openxmlformats.org/officeDocument/2006/relationships/notesMaster" Target="/ppt/notesMasters/notesMaster1.xml" Id="R26be1921d6314c4f"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aba61956b0494164" /><Relationship Type="http://schemas.openxmlformats.org/officeDocument/2006/relationships/notesMaster" Target="/ppt/notesMasters/notesMaster1.xml" Id="R2519e92fe8cf45d0"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a34b6c72a0ba4b2e" /><Relationship Type="http://schemas.openxmlformats.org/officeDocument/2006/relationships/notesMaster" Target="/ppt/notesMasters/notesMaster1.xml" Id="R9621ed4963bf4fc7"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5904f2984dc84df2" /><Relationship Type="http://schemas.openxmlformats.org/officeDocument/2006/relationships/notesMaster" Target="/ppt/notesMasters/notesMaster1.xml" Id="R8d37c12eb88e4612"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19a7d0636b514cda" /><Relationship Type="http://schemas.openxmlformats.org/officeDocument/2006/relationships/notesMaster" Target="/ppt/notesMasters/notesMaster1.xml" Id="Rb8e39cb65dda4b82"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0e798f764451449a" /><Relationship Type="http://schemas.openxmlformats.org/officeDocument/2006/relationships/notesMaster" Target="/ppt/notesMasters/notesMaster1.xml" Id="R86c740f803b54849"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8311f91193254175" /><Relationship Type="http://schemas.openxmlformats.org/officeDocument/2006/relationships/notesMaster" Target="/ppt/notesMasters/notesMaster1.xml" Id="Rbb930e71b4e14c4b"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0bcbecf39528453a" /><Relationship Type="http://schemas.openxmlformats.org/officeDocument/2006/relationships/notesMaster" Target="/ppt/notesMasters/notesMaster1.xml" Id="R568ad7b5bdde42a4"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92d4f2b2539b4dc1" /><Relationship Type="http://schemas.openxmlformats.org/officeDocument/2006/relationships/notesMaster" Target="/ppt/notesMasters/notesMaster1.xml" Id="Re6644546092a45af"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46e9516a2ff34a65" /><Relationship Type="http://schemas.openxmlformats.org/officeDocument/2006/relationships/notesMaster" Target="/ppt/notesMasters/notesMaster1.xml" Id="R0777b8e403824432"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a93c8ccce1a34d1a" /><Relationship Type="http://schemas.openxmlformats.org/officeDocument/2006/relationships/notesMaster" Target="/ppt/notesMasters/notesMaster1.xml" Id="R940afd9c3a7042e1"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cd03295e9d5045ba" /><Relationship Type="http://schemas.openxmlformats.org/officeDocument/2006/relationships/notesMaster" Target="/ppt/notesMasters/notesMaster1.xml" Id="Rdadad685ff534e1b"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Walk through the implemented POC, its integration ports and the contract decisions still needed. The supplied feed fields and proposed upsert objects define this iteration. This is not a claim to implement an official CMS file standard.</a:t>
            </a:r>
          </a:p>
          <a:p xmlns:a="http://schemas.openxmlformats.org/drawingml/2006/main">
            <a:r>
              <a:t/>
            </a:r>
          </a:p>
          <a:p xmlns:a="http://schemas.openxmlformats.org/drawingml/2006/main">
            <a:r>
              <a:t>CMS consent array request revision, 27 October 2026.</a:t>
            </a:r>
          </a:p>
          <a:p xmlns:a="http://schemas.openxmlformats.org/drawingml/2006/main">
            <a:r>
              <a:t>Sources:</a:t>
            </a:r>
          </a:p>
          <a:p xmlns:a="http://schemas.openxmlformats.org/drawingml/2006/main">
            <a:r>
              <a:t>https://github.com/jenbrick/fileadapter/blob/main/docs/consent.md</a:t>
            </a:r>
          </a:p>
          <a:p xmlns:a="http://schemas.openxmlformats.org/drawingml/2006/main">
            <a:r>
              <a:t>https://github.com/jenbrick/fileadapter/blob/main/src/main/resources/application.yml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Normalize and validate the row, resolve member and manager identities and GUIDs, then build zero, one or two consent entries. Stage a nonempty list as one array POST body. Both entries share one request number, idempotency key and acknowledgement. No-change rows skip POST. Ordinary PREVIEW may use read-only HTTP lookup, while consent-demo uses synthetic fixtures.</a:t>
            </a:r>
          </a:p>
          <a:p xmlns:a="http://schemas.openxmlformats.org/drawingml/2006/main">
            <a:r>
              <a:t/>
            </a:r>
          </a:p>
          <a:p xmlns:a="http://schemas.openxmlformats.org/drawingml/2006/main">
            <a:r>
              <a:t>CMS consent array request revision, 27 October 2026.</a:t>
            </a:r>
          </a:p>
          <a:p xmlns:a="http://schemas.openxmlformats.org/drawingml/2006/main">
            <a:r>
              <a:t>Sources:</a:t>
            </a:r>
          </a:p>
          <a:p xmlns:a="http://schemas.openxmlformats.org/drawingml/2006/main">
            <a:r>
              <a:t>https://github.com/jenbrick/fileadapter/blob/main/docs/consent.md</a:t>
            </a:r>
          </a:p>
          <a:p xmlns:a="http://schemas.openxmlformats.org/drawingml/2006/main">
            <a:r>
              <a:t>https://github.com/jenbrick/fileadapter/blob/main/src/main/resources/application.yml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docs/consent.md includes all 30 fields individually and states each disposition. External contract is not copied to internal contract. Policy dates are not consent dates. A trailing comma in the supplied field list is not a 31st header.</a:t>
            </a:r>
          </a:p>
          <a:p xmlns:a="http://schemas.openxmlformats.org/drawingml/2006/main">
            <a:r>
              <a:t/>
            </a:r>
          </a:p>
          <a:p xmlns:a="http://schemas.openxmlformats.org/drawingml/2006/main">
            <a:r>
              <a:t>CMS consent array request revision, 27 October 2026.</a:t>
            </a:r>
          </a:p>
          <a:p xmlns:a="http://schemas.openxmlformats.org/drawingml/2006/main">
            <a:r>
              <a:t>Sources:</a:t>
            </a:r>
          </a:p>
          <a:p xmlns:a="http://schemas.openxmlformats.org/drawingml/2006/main">
            <a:r>
              <a:t>https://github.com/jenbrick/fileadapter/blob/main/docs/consent.md</a:t>
            </a:r>
          </a:p>
          <a:p xmlns:a="http://schemas.openxmlformats.org/drawingml/2006/main">
            <a:r>
              <a:t>https://github.com/jenbrick/fileadapter/blob/main/src/main/resources/application.yml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Five sample member rows produce four array requests with six consent entries. One array can contain at most one provider and one payer entry. The general payer and coverage-specific payer objects in the supplied JSON are alternatives, as clarified by the user. Missing preference fields fail validation; present blank or null means no change in this POC.</a:t>
            </a:r>
          </a:p>
          <a:p xmlns:a="http://schemas.openxmlformats.org/drawingml/2006/main">
            <a:r>
              <a:t/>
            </a:r>
          </a:p>
          <a:p xmlns:a="http://schemas.openxmlformats.org/drawingml/2006/main">
            <a:r>
              <a:t>CMS consent array request revision, 27 October 2026.</a:t>
            </a:r>
          </a:p>
          <a:p xmlns:a="http://schemas.openxmlformats.org/drawingml/2006/main">
            <a:r>
              <a:t>Sources:</a:t>
            </a:r>
          </a:p>
          <a:p xmlns:a="http://schemas.openxmlformats.org/drawingml/2006/main">
            <a:r>
              <a:t>https://github.com/jenbrick/fileadapter/blob/main/docs/consent.md</a:t>
            </a:r>
          </a:p>
          <a:p xmlns:a="http://schemas.openxmlformats.org/drawingml/2006/main">
            <a:r>
              <a:t>https://github.com/jenbrick/fileadapter/blob/main/src/main/resources/application.yml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Adapters emit stable source row numbers and own parser resources. A logical CSV record can span physical lines. Source row identity remains distinct from sequential POST request identity. The consent processor groups the row’s entries into one array and does not change adapter syntax handling.</a:t>
            </a:r>
          </a:p>
          <a:p xmlns:a="http://schemas.openxmlformats.org/drawingml/2006/main">
            <a:r>
              <a:t/>
            </a:r>
          </a:p>
          <a:p xmlns:a="http://schemas.openxmlformats.org/drawingml/2006/main">
            <a:r>
              <a:t>CMS consent array request revision, 27 October 2026.</a:t>
            </a:r>
          </a:p>
          <a:p xmlns:a="http://schemas.openxmlformats.org/drawingml/2006/main">
            <a:r>
              <a:t>Sources:</a:t>
            </a:r>
          </a:p>
          <a:p xmlns:a="http://schemas.openxmlformats.org/drawingml/2006/main">
            <a:r>
              <a:t>https://github.com/jenbrick/fileadapter/blob/main/src/main/java/com/jenbrick/fileadapter/source/FileFormatAdapter.java</a:t>
            </a:r>
          </a:p>
          <a:p xmlns:a="http://schemas.openxmlformats.org/drawingml/2006/main">
            <a:r>
              <a:t>https://github.com/jenbrick/fileadapter/blob/main/src/main/java/com/jenbrick/fileadapter/source/AdapterRegistry.java</a:t>
            </a:r>
          </a:p>
          <a:p xmlns:a="http://schemas.openxmlformats.org/drawingml/2006/main">
            <a:r>
              <a:t>https://github.com/jenbrick/fileadapter/blob/main/src/main/java/com/jenbrick/fileadapter/source/SourceRecord.java</a:t>
            </a:r>
          </a:p>
          <a:p xmlns:a="http://schemas.openxmlformats.org/drawingml/2006/main">
            <a:r>
              <a:t>https://github.com/jenbrick/fileadapter/blob/main/src/main/java/com/jenbrick/fileadapter/processing/FileProcessor.java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All four existing parsers serve the consent feed. CSV and pipe examples include headed and headerless layouts. Fixed width uses the supplied 30-field order and illustrative character ranges. XML selects /members/member. JSON mode chooses the record boundary.</a:t>
            </a:r>
          </a:p>
          <a:p xmlns:a="http://schemas.openxmlformats.org/drawingml/2006/main">
            <a:r>
              <a:t/>
            </a:r>
          </a:p>
          <a:p xmlns:a="http://schemas.openxmlformats.org/drawingml/2006/main">
            <a:r>
              <a:t>CMS consent array request revision, 27 October 2026.</a:t>
            </a:r>
          </a:p>
          <a:p xmlns:a="http://schemas.openxmlformats.org/drawingml/2006/main">
            <a:r>
              <a:t>Sources:</a:t>
            </a:r>
          </a:p>
          <a:p xmlns:a="http://schemas.openxmlformats.org/drawingml/2006/main">
            <a:r>
              <a:t>https://github.com/jenbrick/fileadapter/blob/main/docs/formats.md</a:t>
            </a:r>
          </a:p>
          <a:p xmlns:a="http://schemas.openxmlformats.org/drawingml/2006/main">
            <a:r>
              <a:t>https://github.com/jenbrick/fileadapter/blob/main/docs/consent.md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an excerpt. application.yml defines preference and relationship maps, date pattern, source metadata and lookup settings too. YAML anchors share one consent settings block across the nine consent layouts. Generic employee profiles still use mappings and contract. Explicit profile ID overrides filename matching in one-shot mode.</a:t>
            </a:r>
          </a:p>
          <a:p xmlns:a="http://schemas.openxmlformats.org/drawingml/2006/main">
            <a:r>
              <a:t/>
            </a:r>
          </a:p>
          <a:p xmlns:a="http://schemas.openxmlformats.org/drawingml/2006/main">
            <a:r>
              <a:t>CMS consent array request revision, 27 October 2026.</a:t>
            </a:r>
          </a:p>
          <a:p xmlns:a="http://schemas.openxmlformats.org/drawingml/2006/main">
            <a:r>
              <a:t>Sources:</a:t>
            </a:r>
          </a:p>
          <a:p xmlns:a="http://schemas.openxmlformats.org/drawingml/2006/main">
            <a:r>
              <a:t>https://github.com/jenbrick/fileadapter/blob/main/docs/consent.md</a:t>
            </a:r>
          </a:p>
          <a:p xmlns:a="http://schemas.openxmlformats.org/drawingml/2006/main">
            <a:r>
              <a:t>https://github.com/jenbrick/fileadapter/blob/main/src/main/resources/application.yml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left excerpt summarizes values from one member row and is not literal CSV syntax. The right excerpt shows the confirmed outer JSON array with at most one provider and one payer entry. They share one HTTP request. Full valid JSON appears in examples/consent/expected-combined-request.json.</a:t>
            </a:r>
          </a:p>
          <a:p xmlns:a="http://schemas.openxmlformats.org/drawingml/2006/main">
            <a:r>
              <a:t/>
            </a:r>
          </a:p>
          <a:p xmlns:a="http://schemas.openxmlformats.org/drawingml/2006/main">
            <a:r>
              <a:t>CMS consent array request revision, 27 October 2026.</a:t>
            </a:r>
          </a:p>
          <a:p xmlns:a="http://schemas.openxmlformats.org/drawingml/2006/main">
            <a:r>
              <a:t>Sources:</a:t>
            </a:r>
          </a:p>
          <a:p xmlns:a="http://schemas.openxmlformats.org/drawingml/2006/main">
            <a:r>
              <a:t>https://github.com/jenbrick/fileadapter/blob/main/docs/consent.md</a:t>
            </a:r>
          </a:p>
          <a:p xmlns:a="http://schemas.openxmlformats.org/drawingml/2006/main">
            <a:r>
              <a:t>https://github.com/jenbrick/fileadapter/blob/main/src/main/resources/application.yml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default ConfiguredMemberResolver supplies a proposed HTTP facade contract plus explicit fixture mode. It does not assume the actual company API. Replace this port or put a facade in front of the required company calls. Lookup must be read-only even though transport uses POST. The worker never fabricates database keys or assumes the manager equals the owner.</a:t>
            </a:r>
          </a:p>
          <a:p xmlns:a="http://schemas.openxmlformats.org/drawingml/2006/main">
            <a:r>
              <a:t/>
            </a:r>
          </a:p>
          <a:p xmlns:a="http://schemas.openxmlformats.org/drawingml/2006/main">
            <a:r>
              <a:t>CMS consent array request revision, 27 October 2026.</a:t>
            </a:r>
          </a:p>
          <a:p xmlns:a="http://schemas.openxmlformats.org/drawingml/2006/main">
            <a:r>
              <a:t>Sources:</a:t>
            </a:r>
          </a:p>
          <a:p xmlns:a="http://schemas.openxmlformats.org/drawingml/2006/main">
            <a:r>
              <a:t>https://github.com/jenbrick/fileadapter/blob/main/docs/consent.md</a:t>
            </a:r>
          </a:p>
          <a:p xmlns:a="http://schemas.openxmlformats.org/drawingml/2006/main">
            <a:r>
              <a:t>https://github.com/jenbrick/fileadapter/blob/main/src/main/resources/application.yml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full lookup request includes member names, gender, external group, payer ID, policy ID and target codes. The full response includes an independently resolved manager identity. Require exactly one match in the facade. Null consent GUID means new insert, while a returned GUID identifies an update. Authentication uses CONSENT_LOOKUP_BEARER_TOKEN, separate from UPSERT_BEARER_TOKEN.</a:t>
            </a:r>
          </a:p>
          <a:p xmlns:a="http://schemas.openxmlformats.org/drawingml/2006/main">
            <a:r>
              <a:t/>
            </a:r>
          </a:p>
          <a:p xmlns:a="http://schemas.openxmlformats.org/drawingml/2006/main">
            <a:r>
              <a:t>CMS consent array request revision, 27 October 2026.</a:t>
            </a:r>
          </a:p>
          <a:p xmlns:a="http://schemas.openxmlformats.org/drawingml/2006/main">
            <a:r>
              <a:t>Sources:</a:t>
            </a:r>
          </a:p>
          <a:p xmlns:a="http://schemas.openxmlformats.org/drawingml/2006/main">
            <a:r>
              <a:t>https://github.com/jenbrick/fileadapter/blob/main/docs/consent.md</a:t>
            </a:r>
          </a:p>
          <a:p xmlns:a="http://schemas.openxmlformats.org/drawingml/2006/main">
            <a:r>
              <a:t>https://github.com/jenbrick/fileadapter/blob/main/src/main/resources/application.yml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shows the provider entry object, not the complete HTTP body. A provider-only request wraps it in a one-element array. When payer consent is also present, both entries belong in one POST array. Full one-entry and combined array examples are under examples/consent.</a:t>
            </a:r>
          </a:p>
          <a:p xmlns:a="http://schemas.openxmlformats.org/drawingml/2006/main">
            <a:r>
              <a:t/>
            </a:r>
          </a:p>
          <a:p xmlns:a="http://schemas.openxmlformats.org/drawingml/2006/main">
            <a:r>
              <a:t>CMS consent array request revision, 27 October 2026.</a:t>
            </a:r>
          </a:p>
          <a:p xmlns:a="http://schemas.openxmlformats.org/drawingml/2006/main">
            <a:r>
              <a:t>Sources:</a:t>
            </a:r>
          </a:p>
          <a:p xmlns:a="http://schemas.openxmlformats.org/drawingml/2006/main">
            <a:r>
              <a:t>https://github.com/jenbrick/fileadapter/blob/main/docs/consent.md</a:t>
            </a:r>
          </a:p>
          <a:p xmlns:a="http://schemas.openxmlformats.org/drawingml/2006/main">
            <a:r>
              <a:t>https://github.com/jenbrick/fileadapter/blob/main/src/main/resources/application.yml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There is at most one P2PDS entry per member row. When mapped coverage values are supplied, include coverage after validating required payer and policy identifiers. When all mapped coverage values are blank/null, omit coverage and use the general payer shape. Partial coverage fails rather than becoming a general consent silently. transactionDetails is at entry level. The request array never contains both alternative payer entries for the same row.</a:t>
            </a:r>
          </a:p>
          <a:p xmlns:a="http://schemas.openxmlformats.org/drawingml/2006/main">
            <a:r>
              <a:t/>
            </a:r>
          </a:p>
          <a:p xmlns:a="http://schemas.openxmlformats.org/drawingml/2006/main">
            <a:r>
              <a:t>CMS consent array request revision, 27 October 2026.</a:t>
            </a:r>
          </a:p>
          <a:p xmlns:a="http://schemas.openxmlformats.org/drawingml/2006/main">
            <a:r>
              <a:t>Sources:</a:t>
            </a:r>
          </a:p>
          <a:p xmlns:a="http://schemas.openxmlformats.org/drawingml/2006/main">
            <a:r>
              <a:t>https://github.com/jenbrick/fileadapter/blob/main/docs/consent.md</a:t>
            </a:r>
          </a:p>
          <a:p xmlns:a="http://schemas.openxmlformats.org/drawingml/2006/main">
            <a:r>
              <a:t>https://github.com/jenbrick/fileadapter/blob/main/src/main/resources/application.yml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coverage object belongs only to the row’s P2PDS entry. A general P2PDS entry omits coverage. Payer ID, policy ID and mapped relationship are required for the coverage shape. Other mapped subscriber fields are nullable. Payer name/address, plan and policy dates have no approved output paths.</a:t>
            </a:r>
          </a:p>
          <a:p xmlns:a="http://schemas.openxmlformats.org/drawingml/2006/main">
            <a:r>
              <a:t/>
            </a:r>
          </a:p>
          <a:p xmlns:a="http://schemas.openxmlformats.org/drawingml/2006/main">
            <a:r>
              <a:t>CMS consent array request revision, 27 October 2026.</a:t>
            </a:r>
          </a:p>
          <a:p xmlns:a="http://schemas.openxmlformats.org/drawingml/2006/main">
            <a:r>
              <a:t>Sources:</a:t>
            </a:r>
          </a:p>
          <a:p xmlns:a="http://schemas.openxmlformats.org/drawingml/2006/main">
            <a:r>
              <a:t>https://github.com/jenbrick/fileadapter/blob/main/docs/consent.md</a:t>
            </a:r>
          </a:p>
          <a:p xmlns:a="http://schemas.openxmlformats.org/drawingml/2006/main">
            <a:r>
              <a:t>https://github.com/jenbrick/fileadapter/blob/main/src/main/resources/application.yml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synthetic dependent example has owner PIN 00A and manager PIN XYZ. This proves PINs are not numeric conversions and manager is not silently copied from owner. sourceDateTime normally comes from UTC plan creation and is reused for both targets. Demo config supplies a fixed timestamp. Real transaction identity and manager authorization must be agreed with the integration owners.</a:t>
            </a:r>
          </a:p>
          <a:p xmlns:a="http://schemas.openxmlformats.org/drawingml/2006/main">
            <a:r>
              <a:t/>
            </a:r>
          </a:p>
          <a:p xmlns:a="http://schemas.openxmlformats.org/drawingml/2006/main">
            <a:r>
              <a:t>CMS consent array request revision, 27 October 2026.</a:t>
            </a:r>
          </a:p>
          <a:p xmlns:a="http://schemas.openxmlformats.org/drawingml/2006/main">
            <a:r>
              <a:t>Sources:</a:t>
            </a:r>
          </a:p>
          <a:p xmlns:a="http://schemas.openxmlformats.org/drawingml/2006/main">
            <a:r>
              <a:t>https://github.com/jenbrick/fileadapter/blob/main/docs/consent.md</a:t>
            </a:r>
          </a:p>
          <a:p xmlns:a="http://schemas.openxmlformats.org/drawingml/2006/main">
            <a:r>
              <a:t>https://github.com/jenbrick/fileadapter/blob/main/src/main/resources/application.yml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Default source dates use strict uuuu-MM-dd. Configure MM/dd/uuuu for US dates; output remains ISO yyyy-MM-dd. Codes trim and normalize case before explicit map translation. No-change rows require neither member lookup nor unused payer field validation. Payer-only validation requires payer ID, policy ID and mapped relationship. Coverage subscriber DOB is validated when present.</a:t>
            </a:r>
          </a:p>
          <a:p xmlns:a="http://schemas.openxmlformats.org/drawingml/2006/main">
            <a:r>
              <a:t/>
            </a:r>
          </a:p>
          <a:p xmlns:a="http://schemas.openxmlformats.org/drawingml/2006/main">
            <a:r>
              <a:t>CMS consent array request revision, 27 October 2026.</a:t>
            </a:r>
          </a:p>
          <a:p xmlns:a="http://schemas.openxmlformats.org/drawingml/2006/main">
            <a:r>
              <a:t>Sources:</a:t>
            </a:r>
          </a:p>
          <a:p xmlns:a="http://schemas.openxmlformats.org/drawingml/2006/main">
            <a:r>
              <a:t>https://github.com/jenbrick/fileadapter/blob/main/docs/consent.md</a:t>
            </a:r>
          </a:p>
          <a:p xmlns:a="http://schemas.openxmlformats.org/drawingml/2006/main">
            <a:r>
              <a:t>https://github.com/jenbrick/fileadapter/blob/main/src/main/resources/application.yml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All rows must pass parsing, intent validation, lookup and entry assembly before any consent array POST. Read-only lookup calls may already have happened before a later row fails. Earlier staged arrays cannot be delivered during STAGING. No-change rows generate empty plans and no POST. Header-only or empty inputs fail.</a:t>
            </a:r>
          </a:p>
          <a:p xmlns:a="http://schemas.openxmlformats.org/drawingml/2006/main">
            <a:r>
              <a:t/>
            </a:r>
          </a:p>
          <a:p xmlns:a="http://schemas.openxmlformats.org/drawingml/2006/main">
            <a:r>
              <a:t>CMS consent array request revision, 27 October 2026.</a:t>
            </a:r>
          </a:p>
          <a:p xmlns:a="http://schemas.openxmlformats.org/drawingml/2006/main">
            <a:r>
              <a:t>Sources:</a:t>
            </a:r>
          </a:p>
          <a:p xmlns:a="http://schemas.openxmlformats.org/drawingml/2006/main">
            <a:r>
              <a:t>https://github.com/jenbrick/fileadapter/blob/main/docs/consent.md</a:t>
            </a:r>
          </a:p>
          <a:p xmlns:a="http://schemas.openxmlformats.org/drawingml/2006/main">
            <a:r>
              <a:t>https://github.com/jenbrick/fileadapter/blob/main/src/main/resources/application.yml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frozen plan stores zero, one or two entry objects. The processor stages a nonempty plan as exactly one array body. STAGING recovery reuses saved values and timestamps. READY delivery reads the staged array without any further lookup. A crash before saving a plan may repeat its read-only lookup.</a:t>
            </a:r>
          </a:p>
          <a:p xmlns:a="http://schemas.openxmlformats.org/drawingml/2006/main">
            <a:r>
              <a:t/>
            </a:r>
          </a:p>
          <a:p xmlns:a="http://schemas.openxmlformats.org/drawingml/2006/main">
            <a:r>
              <a:t>CMS consent array request revision, 27 October 2026.</a:t>
            </a:r>
          </a:p>
          <a:p xmlns:a="http://schemas.openxmlformats.org/drawingml/2006/main">
            <a:r>
              <a:t>Sources:</a:t>
            </a:r>
          </a:p>
          <a:p xmlns:a="http://schemas.openxmlformats.org/drawingml/2006/main">
            <a:r>
              <a:t>https://github.com/jenbrick/fileadapter/blob/main/src/main/java/com/jenbrick/fileadapter/consent/ConsentPlanStore.java</a:t>
            </a:r>
          </a:p>
          <a:p xmlns:a="http://schemas.openxmlformats.org/drawingml/2006/main">
            <a:r>
              <a:t>https://github.com/jenbrick/fileadapter/blob/main/src/main/java/com/jenbrick/fileadapter/processing/FileProcessor.java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New consent runs use engine version 3 and rules version cms-consent-v2. The idempotency key covers the entire member array. Filename is excluded from run identity and credentials remain outside snapshots. Historical version 2 previews stay readable. Unfinished version 2 LIVE runs pause before any legacy object POST and require reconciliation plus a new array run.</a:t>
            </a:r>
          </a:p>
          <a:p xmlns:a="http://schemas.openxmlformats.org/drawingml/2006/main">
            <a:r>
              <a:t/>
            </a:r>
          </a:p>
          <a:p xmlns:a="http://schemas.openxmlformats.org/drawingml/2006/main">
            <a:r>
              <a:t>CMS consent array request revision, 27 October 2026.</a:t>
            </a:r>
          </a:p>
          <a:p xmlns:a="http://schemas.openxmlformats.org/drawingml/2006/main">
            <a:r>
              <a:t>Sources:</a:t>
            </a:r>
          </a:p>
          <a:p xmlns:a="http://schemas.openxmlformats.org/drawingml/2006/main">
            <a:r>
              <a:t>https://github.com/jenbrick/fileadapter/blob/main/docs/consent.md</a:t>
            </a:r>
          </a:p>
          <a:p xmlns:a="http://schemas.openxmlformats.org/drawingml/2006/main">
            <a:r>
              <a:t>https://github.com/jenbrick/fileadapter/blob/main/src/main/resources/application.yml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preview requests array contains POST bodies. Each consent POST body is itself a member array. Thus requests[0] contains two entry objects in the first example. requestDetails identifies the source row and targets for that whole POST. requests.jsonl has one complete member array per line. Do not POST the outer preview wrapper.</a:t>
            </a:r>
          </a:p>
          <a:p xmlns:a="http://schemas.openxmlformats.org/drawingml/2006/main">
            <a:r>
              <a:t/>
            </a:r>
          </a:p>
          <a:p xmlns:a="http://schemas.openxmlformats.org/drawingml/2006/main">
            <a:r>
              <a:t>CMS consent array request revision, 27 October 2026.</a:t>
            </a:r>
          </a:p>
          <a:p xmlns:a="http://schemas.openxmlformats.org/drawingml/2006/main">
            <a:r>
              <a:t>Sources:</a:t>
            </a:r>
          </a:p>
          <a:p xmlns:a="http://schemas.openxmlformats.org/drawingml/2006/main">
            <a:r>
              <a:t>https://github.com/jenbrick/fileadapter/blob/main/src/main/java/com/jenbrick/fileadapter/processing/PreviewWriter.java</a:t>
            </a:r>
          </a:p>
          <a:p xmlns:a="http://schemas.openxmlformats.org/drawingml/2006/main">
            <a:r>
              <a:t>https://github.com/jenbrick/fileadapter/blob/main/docs/consent.md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Upsert outcome handling applies to the whole array request. The agreed success status must mean that all submitted entries completed. If the service reports per-entry results, implement that response contract before treating HTTP 200 as complete. A single POST does not prove service transaction atomicity. Timeout recovery requires whole-array idempotency or service reconciliation. Lookup separately requires HTTP 200 with a unique valid resolution.</a:t>
            </a:r>
          </a:p>
          <a:p xmlns:a="http://schemas.openxmlformats.org/drawingml/2006/main">
            <a:r>
              <a:t/>
            </a:r>
          </a:p>
          <a:p xmlns:a="http://schemas.openxmlformats.org/drawingml/2006/main">
            <a:r>
              <a:t>CMS consent array request revision, 27 October 2026.</a:t>
            </a:r>
          </a:p>
          <a:p xmlns:a="http://schemas.openxmlformats.org/drawingml/2006/main">
            <a:r>
              <a:t>Sources:</a:t>
            </a:r>
          </a:p>
          <a:p xmlns:a="http://schemas.openxmlformats.org/drawingml/2006/main">
            <a:r>
              <a:t>https://github.com/jenbrick/fileadapter/blob/main/src/main/java/com/jenbrick/fileadapter/delivery/HttpUpsertClient.java</a:t>
            </a:r>
          </a:p>
          <a:p xmlns:a="http://schemas.openxmlformats.org/drawingml/2006/main">
            <a:r>
              <a:t>https://github.com/jenbrick/fileadapter/blob/main/src/main/java/com/jenbrick/fileadapter/delivery/UpsertClient.java</a:t>
            </a:r>
          </a:p>
          <a:p xmlns:a="http://schemas.openxmlformats.org/drawingml/2006/main">
            <a:r>
              <a:t>https://github.com/jenbrick/fileadapter/blob/main/src/main/resources/application.yml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successful member array is skipped on resume. A failed or uncertain member array retries with all its original entries and the same key/body, only if replay is safe. No individual consent entry is independently acknowledged or retried. The service may partially apply an array before an error unless its contract guarantees atomicity; whole-request idempotency or item reconciliation must handle that.</a:t>
            </a:r>
          </a:p>
          <a:p xmlns:a="http://schemas.openxmlformats.org/drawingml/2006/main">
            <a:r>
              <a:t/>
            </a:r>
          </a:p>
          <a:p xmlns:a="http://schemas.openxmlformats.org/drawingml/2006/main">
            <a:r>
              <a:t>CMS consent array request revision, 27 October 2026.</a:t>
            </a:r>
          </a:p>
          <a:p xmlns:a="http://schemas.openxmlformats.org/drawingml/2006/main">
            <a:r>
              <a:t>Sources:</a:t>
            </a:r>
          </a:p>
          <a:p xmlns:a="http://schemas.openxmlformats.org/drawingml/2006/main">
            <a:r>
              <a:t>https://github.com/jenbrick/fileadapter/blob/main/docs/consent.md</a:t>
            </a:r>
          </a:p>
          <a:p xmlns:a="http://schemas.openxmlformats.org/drawingml/2006/main">
            <a:r>
              <a:t>https://github.com/jenbrick/fileadapter/blob/main/src/main/resources/application.yml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File states remain unchanged. STAGING includes member enrichment and consent-array construction. Request state now belongs to one member array. Unfinished version 2 LIVE runs pause before sending any old object body. Explicit resume cannot bypass that guard. Existing completed historical runs and previews remain readable.</a:t>
            </a:r>
          </a:p>
          <a:p xmlns:a="http://schemas.openxmlformats.org/drawingml/2006/main">
            <a:r>
              <a:t/>
            </a:r>
          </a:p>
          <a:p xmlns:a="http://schemas.openxmlformats.org/drawingml/2006/main">
            <a:r>
              <a:t>CMS consent array request revision, 27 October 2026.</a:t>
            </a:r>
          </a:p>
          <a:p xmlns:a="http://schemas.openxmlformats.org/drawingml/2006/main">
            <a:r>
              <a:t>Sources:</a:t>
            </a:r>
          </a:p>
          <a:p xmlns:a="http://schemas.openxmlformats.org/drawingml/2006/main">
            <a:r>
              <a:t>https://github.com/jenbrick/fileadapter/blob/main/src/main/java/com/jenbrick/fileadapter/processing/FileProcessor.java</a:t>
            </a:r>
          </a:p>
          <a:p xmlns:a="http://schemas.openxmlformats.org/drawingml/2006/main">
            <a:r>
              <a:t>https://github.com/jenbrick/fileadapter/blob/main/src/main/java/com/jenbrick/fileadapter/processing/ProcessingLedger.java</a:t>
            </a:r>
          </a:p>
          <a:p xmlns:a="http://schemas.openxmlformats.org/drawingml/2006/main">
            <a:r>
              <a:t>https://github.com/jenbrick/fileadapter/blob/main/src/main/java/com/jenbrick/fileadapter/processing/DirectoryPoller.java</a:t>
            </a:r>
          </a:p>
          <a:p xmlns:a="http://schemas.openxmlformats.org/drawingml/2006/main">
            <a:r>
              <a:t>https://github.com/jenbrick/fileadapter/blob/main/src/main/java/com/jenbrick/fileadapter/FileAdapterApplication.java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generic mapping package continues to support employee examples. Consent profiles route to the planner instead. ConfiguredMemberResolver implements the default proposed HTTP protocol and synthetic fixtures. ConsentPlanStore adds an H2 table; ProcessingLedger migrates the request origin column with backward fallback.</a:t>
            </a:r>
          </a:p>
          <a:p xmlns:a="http://schemas.openxmlformats.org/drawingml/2006/main">
            <a:r>
              <a:t/>
            </a:r>
          </a:p>
          <a:p xmlns:a="http://schemas.openxmlformats.org/drawingml/2006/main">
            <a:r>
              <a:t>CMS consent array request revision, 27 October 2026.</a:t>
            </a:r>
          </a:p>
          <a:p xmlns:a="http://schemas.openxmlformats.org/drawingml/2006/main">
            <a:r>
              <a:t>Sources:</a:t>
            </a:r>
          </a:p>
          <a:p xmlns:a="http://schemas.openxmlformats.org/drawingml/2006/main">
            <a:r>
              <a:t>https://github.com/jenbrick/fileadapter/blob/main/docs/architecture.md</a:t>
            </a:r>
          </a:p>
          <a:p xmlns:a="http://schemas.openxmlformats.org/drawingml/2006/main">
            <a:r>
              <a:t>https://github.com/jenbrick/fileadapter/blob/main/docs/extensions.md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a complete ingestion.profiles list in external overrides because Spring replaces lists instead of merging elements. Version consent rules for meaningful behavior changes. Current output shape is coded explicitly in the planner, keeping domain assembly readable while input syntax stays configurable. Add full schema validation when the approved API contract is available.</a:t>
            </a:r>
          </a:p>
          <a:p xmlns:a="http://schemas.openxmlformats.org/drawingml/2006/main">
            <a:r>
              <a:t/>
            </a:r>
          </a:p>
          <a:p xmlns:a="http://schemas.openxmlformats.org/drawingml/2006/main">
            <a:r>
              <a:t>CMS consent array request revision, 27 October 2026.</a:t>
            </a:r>
          </a:p>
          <a:p xmlns:a="http://schemas.openxmlformats.org/drawingml/2006/main">
            <a:r>
              <a:t>Sources:</a:t>
            </a:r>
          </a:p>
          <a:p xmlns:a="http://schemas.openxmlformats.org/drawingml/2006/main">
            <a:r>
              <a:t>https://github.com/jenbrick/fileadapter/blob/main/docs/extensions.md</a:t>
            </a:r>
          </a:p>
          <a:p xmlns:a="http://schemas.openxmlformats.org/drawingml/2006/main">
            <a:r>
              <a:t>https://github.com/jenbrick/fileadapter/blob/main/docs/consent.md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Java must already be on PATH with JAVA_HOME pointing to a JDK root. Gradle can provision a compiler JDK but needs an initial runtime. Demo disables polling, uses PREVIEW, fixes source metadata and writes to var-consent-demo. LIVE refuses fixture lookup. All sample names, identities and coverage data are synthetic.</a:t>
            </a:r>
          </a:p>
          <a:p xmlns:a="http://schemas.openxmlformats.org/drawingml/2006/main">
            <a:r>
              <a:t/>
            </a:r>
          </a:p>
          <a:p xmlns:a="http://schemas.openxmlformats.org/drawingml/2006/main">
            <a:r>
              <a:t>CMS consent array request revision, 27 October 2026.</a:t>
            </a:r>
          </a:p>
          <a:p xmlns:a="http://schemas.openxmlformats.org/drawingml/2006/main">
            <a:r>
              <a:t>Sources:</a:t>
            </a:r>
          </a:p>
          <a:p xmlns:a="http://schemas.openxmlformats.org/drawingml/2006/main">
            <a:r>
              <a:t>https://github.com/jenbrick/fileadapter/blob/main/docs/consent.md</a:t>
            </a:r>
          </a:p>
          <a:p xmlns:a="http://schemas.openxmlformats.org/drawingml/2006/main">
            <a:r>
              <a:t>https://github.com/jenbrick/fileadapter/blob/main/src/main/resources/application.yml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Every five-member example produces four array POST bodies with six consent entries. The JSON OBJECT file contains only sample row 1 and produces one two-entry array. The additional consent-object-payer-general.json example produces one array with one P2PDS entry and no coverage. Fixed-width examples use illustrative 544-character ranges.</a:t>
            </a:r>
          </a:p>
          <a:p xmlns:a="http://schemas.openxmlformats.org/drawingml/2006/main">
            <a:r>
              <a:t/>
            </a:r>
          </a:p>
          <a:p xmlns:a="http://schemas.openxmlformats.org/drawingml/2006/main">
            <a:r>
              <a:t>CMS consent array request revision, 27 October 2026.</a:t>
            </a:r>
          </a:p>
          <a:p xmlns:a="http://schemas.openxmlformats.org/drawingml/2006/main">
            <a:r>
              <a:t>Sources:</a:t>
            </a:r>
          </a:p>
          <a:p xmlns:a="http://schemas.openxmlformats.org/drawingml/2006/main">
            <a:r>
              <a:t>https://github.com/jenbrick/fileadapter/blob/main/docs/consent.md</a:t>
            </a:r>
          </a:p>
          <a:p xmlns:a="http://schemas.openxmlformats.org/drawingml/2006/main">
            <a:r>
              <a:t>https://github.com/jenbrick/fileadapter/blob/main/src/main/resources/application.yml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Python is optional for the Java application but required for the standard-library mock. The mock resolves only synthetic fixtures and captures accepted bodies under var-consent-mock. Its idempotency memory lasts only while the Python process stays alive. Real lookups need company contracts and authentication. Never use this mock for real member data.</a:t>
            </a:r>
          </a:p>
          <a:p xmlns:a="http://schemas.openxmlformats.org/drawingml/2006/main">
            <a:r>
              <a:t/>
            </a:r>
          </a:p>
          <a:p xmlns:a="http://schemas.openxmlformats.org/drawingml/2006/main">
            <a:r>
              <a:t>CMS consent array request revision, 27 October 2026.</a:t>
            </a:r>
          </a:p>
          <a:p xmlns:a="http://schemas.openxmlformats.org/drawingml/2006/main">
            <a:r>
              <a:t>Sources:</a:t>
            </a:r>
          </a:p>
          <a:p xmlns:a="http://schemas.openxmlformats.org/drawingml/2006/main">
            <a:r>
              <a:t>https://github.com/jenbrick/fileadapter/blob/main/scripts/mock_consent_services.py</a:t>
            </a:r>
          </a:p>
          <a:p xmlns:a="http://schemas.openxmlformats.org/drawingml/2006/main">
            <a:r>
              <a:t>https://github.com/jenbrick/fileadapter/blob/main/docs/consent.md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Start the mock with --fail-once-target P2PDS and keep it running. The first member request contains both targets and receives synthetic HTTP 503 before acceptance. With max-attempts one, the worker pauses. Resume retries the same two-entry array with the same key and then sends later members. Automated tests also verify skipping earlier acknowledged member arrays. The mock stores idempotency only for its process lifetime.</a:t>
            </a:r>
          </a:p>
          <a:p xmlns:a="http://schemas.openxmlformats.org/drawingml/2006/main">
            <a:r>
              <a:t/>
            </a:r>
          </a:p>
          <a:p xmlns:a="http://schemas.openxmlformats.org/drawingml/2006/main">
            <a:r>
              <a:t>CMS consent array request revision, 27 October 2026.</a:t>
            </a:r>
          </a:p>
          <a:p xmlns:a="http://schemas.openxmlformats.org/drawingml/2006/main">
            <a:r>
              <a:t>Sources:</a:t>
            </a:r>
          </a:p>
          <a:p xmlns:a="http://schemas.openxmlformats.org/drawingml/2006/main">
            <a:r>
              <a:t>https://github.com/jenbrick/fileadapter/blob/main/docs/consent.md</a:t>
            </a:r>
          </a:p>
          <a:p xmlns:a="http://schemas.openxmlformats.org/drawingml/2006/main">
            <a:r>
              <a:t>https://github.com/jenbrick/fileadapter/blob/main/src/main/resources/application.yml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Tests assert root array bodies, one POST per nonempty member row, one entry per target, provider-only and payer-only rows, general payer without coverage, full-file preflight, whole-array retry keys/bodies, skipping acknowledged members, no repeated lookups on resume, and pausing legacy LIVE runs. Single-worker local H2 remains the deployment scope.</a:t>
            </a:r>
          </a:p>
          <a:p xmlns:a="http://schemas.openxmlformats.org/drawingml/2006/main">
            <a:r>
              <a:t/>
            </a:r>
          </a:p>
          <a:p xmlns:a="http://schemas.openxmlformats.org/drawingml/2006/main">
            <a:r>
              <a:t>CMS consent array request revision, 27 October 2026.</a:t>
            </a:r>
          </a:p>
          <a:p xmlns:a="http://schemas.openxmlformats.org/drawingml/2006/main">
            <a:r>
              <a:t>Sources:</a:t>
            </a:r>
          </a:p>
          <a:p xmlns:a="http://schemas.openxmlformats.org/drawingml/2006/main">
            <a:r>
              <a:t>https://github.com/jenbrick/fileadapter/blob/main/src/test/java/com/jenbrick/fileadapter/ConsentPreviewIntegrationTest.java</a:t>
            </a:r>
          </a:p>
          <a:p xmlns:a="http://schemas.openxmlformats.org/drawingml/2006/main">
            <a:r>
              <a:t>https://github.com/jenbrick/fileadapter/blob/main/src/test/java/com/jenbrick/fileadapter/ConsentLiveIntegrationTest.java</a:t>
            </a:r>
          </a:p>
          <a:p xmlns:a="http://schemas.openxmlformats.org/drawingml/2006/main">
            <a:r>
              <a:t>https://github.com/jenbrick/fileadapter/blob/main/src/test/java/com/jenbrick/fileadapter/consent/ConsentRulesTest.java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JSON array envelope and at most one P2PDS entry per row are confirmed. Remaining decisions include source code maps and blank semantics, identity/manager authorization, coverage-specific owner PIN requirements, payer/policy GUID scope, end dates, unused payer target fields, and whether success acknowledges all array entries. Obtain the actual lookup and response contracts before real integration.</a:t>
            </a:r>
          </a:p>
          <a:p xmlns:a="http://schemas.openxmlformats.org/drawingml/2006/main">
            <a:r>
              <a:t/>
            </a:r>
          </a:p>
          <a:p xmlns:a="http://schemas.openxmlformats.org/drawingml/2006/main">
            <a:r>
              <a:t>CMS consent array request revision, 27 October 2026.</a:t>
            </a:r>
          </a:p>
          <a:p xmlns:a="http://schemas.openxmlformats.org/drawingml/2006/main">
            <a:r>
              <a:t>Sources:</a:t>
            </a:r>
          </a:p>
          <a:p xmlns:a="http://schemas.openxmlformats.org/drawingml/2006/main">
            <a:r>
              <a:t>https://github.com/jenbrick/fileadapter/blob/main/docs/consent.md</a:t>
            </a:r>
          </a:p>
          <a:p xmlns:a="http://schemas.openxmlformats.org/drawingml/2006/main">
            <a:r>
              <a:t>https://github.com/jenbrick/fileadapter/blob/main/src/main/resources/application.yml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Java paths on this slide are relative to src/main/java/com/jenbrick/fileadapter. Existing generic employee examples remain supported. The repository can be copied internally as file-adapter-poc while the built artifact remains fileadapter-0.1.0.jar. Do not confuse the shared GitHub origin with the separate internal company remote.</a:t>
            </a:r>
          </a:p>
          <a:p xmlns:a="http://schemas.openxmlformats.org/drawingml/2006/main">
            <a:r>
              <a:t/>
            </a:r>
          </a:p>
          <a:p xmlns:a="http://schemas.openxmlformats.org/drawingml/2006/main">
            <a:r>
              <a:t>CMS consent array request revision, 27 October 2026.</a:t>
            </a:r>
          </a:p>
          <a:p xmlns:a="http://schemas.openxmlformats.org/drawingml/2006/main">
            <a:r>
              <a:t>Sources:</a:t>
            </a:r>
          </a:p>
          <a:p xmlns:a="http://schemas.openxmlformats.org/drawingml/2006/main">
            <a:r>
              <a:t>https://github.com/jenbrick/fileadapter/blob/main/README.md</a:t>
            </a:r>
          </a:p>
          <a:p xmlns:a="http://schemas.openxmlformats.org/drawingml/2006/main">
            <a:r>
              <a:t>https://github.com/jenbrick/fileadapter/blob/main/docs/consent.md</a:t>
            </a:r>
          </a:p>
          <a:p xmlns:a="http://schemas.openxmlformats.org/drawingml/2006/main">
            <a:r>
              <a:t>https://github.com/jenbrick/fileadapter/blob/main/docs/presentations/README.md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c87c68b9296c4821"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412ec5e73c504a8c"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088e4fde290f4617"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06c2e2fd2e3b45b9"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1087b46c2e054435"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c4faa23935f04ca2"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82B67AED-07FD-4564-852E-4A1A0E9F33B0}"/>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95626AC9-1B46-4D23-9499-00086AFFDA82}"/>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31311655-EA59-4BB1-A1B4-67CF1A20D7B2}"/>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6066244F-A58C-4752-A76E-DC35EF3B98FC}"/>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8DFF1173-4660-4210-91B3-56EF7CE35426}"/>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AE5E3ECE-B3C1-40E6-89C0-644298151B60}"/>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80122A2A-CACF-43D0-A818-135C928F72E9}"/>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E94DFD92-E5F4-43DD-B772-CFBFE193520C}"/>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6ABA20F5-3894-4CF9-A8B5-5D19C34FA269}"/>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025DC556-249C-4DD8-A79A-EA96622FC77B}"/>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32ef40d844e648c7" /><Relationship Type="http://schemas.openxmlformats.org/officeDocument/2006/relationships/slideLayout" Target="/ppt/slideLayouts/slideLayout1.xml" Id="R9114d681d4c9469d" /><Relationship Type="http://schemas.openxmlformats.org/officeDocument/2006/relationships/slideLayout" Target="/ppt/slideLayouts/slideLayout2.xml" Id="R0c83b6821d214955" /><Relationship Type="http://schemas.openxmlformats.org/officeDocument/2006/relationships/slideLayout" Target="/ppt/slideLayouts/slideLayout3.xml" Id="Rfe8d04cf286f49ad" /><Relationship Type="http://schemas.openxmlformats.org/officeDocument/2006/relationships/slideLayout" Target="/ppt/slideLayouts/slideLayout4.xml" Id="R97c64bab6d784f08" /><Relationship Type="http://schemas.openxmlformats.org/officeDocument/2006/relationships/slideLayout" Target="/ppt/slideLayouts/slideLayout5.xml" Id="Rf8825b6e40a0468c" /><Relationship Type="http://schemas.openxmlformats.org/officeDocument/2006/relationships/slideLayout" Target="/ppt/slideLayouts/slideLayout6.xml" Id="R66801a78e99c43a2"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9114d681d4c9469d"/>
    <p:sldLayoutId xmlns:r="http://schemas.openxmlformats.org/officeDocument/2006/relationships" id="2147483650" r:id="R0c83b6821d214955"/>
    <p:sldLayoutId xmlns:r="http://schemas.openxmlformats.org/officeDocument/2006/relationships" id="2147483651" r:id="Rfe8d04cf286f49ad"/>
    <p:sldLayoutId xmlns:r="http://schemas.openxmlformats.org/officeDocument/2006/relationships" id="2147483652" r:id="R97c64bab6d784f08"/>
    <p:sldLayoutId xmlns:r="http://schemas.openxmlformats.org/officeDocument/2006/relationships" id="2147483653" r:id="Rf8825b6e40a0468c"/>
    <p:sldLayoutId xmlns:r="http://schemas.openxmlformats.org/officeDocument/2006/relationships" id="2147483654" r:id="R66801a78e99c43a2"/>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aae748be150a49a8" /><Relationship Type="http://schemas.openxmlformats.org/officeDocument/2006/relationships/notesSlide" Target="/ppt/notesSlides/notesSlide1.xml" Id="R9889f164f052415f"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b26418275f554004" /><Relationship Type="http://schemas.openxmlformats.org/officeDocument/2006/relationships/notesSlide" Target="/ppt/notesSlides/notesSlide2.xml" Id="Rce430bdd34fa4645"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e509d3e9681c4dd7" /><Relationship Type="http://schemas.openxmlformats.org/officeDocument/2006/relationships/notesSlide" Target="/ppt/notesSlides/notesSlide3.xml" Id="R62d9a429749b40cc"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ce0c1a1584404579" /><Relationship Type="http://schemas.openxmlformats.org/officeDocument/2006/relationships/notesSlide" Target="/ppt/notesSlides/notesSlide4.xml" Id="R6f07b337dcef4240"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6710dfbf43954ac1" /><Relationship Type="http://schemas.openxmlformats.org/officeDocument/2006/relationships/notesSlide" Target="/ppt/notesSlides/notesSlide5.xml" Id="R8d9d1796185d4600"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1f40b570abcd4a7a" /><Relationship Type="http://schemas.openxmlformats.org/officeDocument/2006/relationships/notesSlide" Target="/ppt/notesSlides/notesSlide6.xml" Id="R1d50f359ba5c475a"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a12a95aecb1a4dd3" /><Relationship Type="http://schemas.openxmlformats.org/officeDocument/2006/relationships/notesSlide" Target="/ppt/notesSlides/notesSlide7.xml" Id="R174cc55f73fb4323"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c3f1b321191943c0" /><Relationship Type="http://schemas.openxmlformats.org/officeDocument/2006/relationships/notesSlide" Target="/ppt/notesSlides/notesSlide8.xml" Id="Re6b8a70668c4480f"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36ce43e788e44031" /><Relationship Type="http://schemas.openxmlformats.org/officeDocument/2006/relationships/notesSlide" Target="/ppt/notesSlides/notesSlide9.xml" Id="R861ba381d2b44766"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ae639d8491a44fa5" /><Relationship Type="http://schemas.openxmlformats.org/officeDocument/2006/relationships/notesSlide" Target="/ppt/notesSlides/notesSlide10.xml" Id="Rdb297b5d34fa4c25"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2a007778e4c84a99" /><Relationship Type="http://schemas.openxmlformats.org/officeDocument/2006/relationships/notesSlide" Target="/ppt/notesSlides/notesSlide11.xml" Id="Rcdd76f143fbd42a4"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b18db342efc04bc2" /><Relationship Type="http://schemas.openxmlformats.org/officeDocument/2006/relationships/notesSlide" Target="/ppt/notesSlides/notesSlide12.xml" Id="R07325f31e70f4f29"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0a3d30e9402f498b" /><Relationship Type="http://schemas.openxmlformats.org/officeDocument/2006/relationships/notesSlide" Target="/ppt/notesSlides/notesSlide13.xml" Id="R74d031a402a540be"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ebde22e450f84d9e" /><Relationship Type="http://schemas.openxmlformats.org/officeDocument/2006/relationships/notesSlide" Target="/ppt/notesSlides/notesSlide14.xml" Id="Rcb4406fabcaf4a89"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9d9ad993a2424da6" /><Relationship Type="http://schemas.openxmlformats.org/officeDocument/2006/relationships/notesSlide" Target="/ppt/notesSlides/notesSlide15.xml" Id="R4431aac58f3e4568"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f3cf786a49914c6b" /><Relationship Type="http://schemas.openxmlformats.org/officeDocument/2006/relationships/notesSlide" Target="/ppt/notesSlides/notesSlide16.xml" Id="R433808fdde6240df"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35d5e9005e0b4e7f" /><Relationship Type="http://schemas.openxmlformats.org/officeDocument/2006/relationships/notesSlide" Target="/ppt/notesSlides/notesSlide17.xml" Id="R36dc037bbae94b53"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951ce174b7a34809" /><Relationship Type="http://schemas.openxmlformats.org/officeDocument/2006/relationships/notesSlide" Target="/ppt/notesSlides/notesSlide18.xml" Id="R2469135f20cf4742"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b3fad312618e4e4c" /><Relationship Type="http://schemas.openxmlformats.org/officeDocument/2006/relationships/notesSlide" Target="/ppt/notesSlides/notesSlide19.xml" Id="Rc0563df1732249e3"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125493d39fbb4ea2" /><Relationship Type="http://schemas.openxmlformats.org/officeDocument/2006/relationships/notesSlide" Target="/ppt/notesSlides/notesSlide20.xml" Id="R0a406ca19b7c441f"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d04c4e851d1540b8" /><Relationship Type="http://schemas.openxmlformats.org/officeDocument/2006/relationships/notesSlide" Target="/ppt/notesSlides/notesSlide21.xml" Id="Rb7fcd9bfdb1f4059"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8b22c6332644485b" /><Relationship Type="http://schemas.openxmlformats.org/officeDocument/2006/relationships/notesSlide" Target="/ppt/notesSlides/notesSlide22.xml" Id="R91b0acd53523431b"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f8c8211dc361484a" /><Relationship Type="http://schemas.openxmlformats.org/officeDocument/2006/relationships/notesSlide" Target="/ppt/notesSlides/notesSlide23.xml" Id="Rb08528e36fe345bf"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82916cdcf90a4bbf" /><Relationship Type="http://schemas.openxmlformats.org/officeDocument/2006/relationships/notesSlide" Target="/ppt/notesSlides/notesSlide24.xml" Id="Rc867f626c79347bd"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bd808144df474998" /><Relationship Type="http://schemas.openxmlformats.org/officeDocument/2006/relationships/notesSlide" Target="/ppt/notesSlides/notesSlide25.xml" Id="R272bef88971d4538"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28d3d2e4b4d541b3" /><Relationship Type="http://schemas.openxmlformats.org/officeDocument/2006/relationships/notesSlide" Target="/ppt/notesSlides/notesSlide26.xml" Id="Rc1651567641c4597"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5bf2691610f74bdd" /><Relationship Type="http://schemas.openxmlformats.org/officeDocument/2006/relationships/notesSlide" Target="/ppt/notesSlides/notesSlide27.xml" Id="Rbfd1c25a8ae04f10"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c8f1d6f1769e4846" /><Relationship Type="http://schemas.openxmlformats.org/officeDocument/2006/relationships/notesSlide" Target="/ppt/notesSlides/notesSlide28.xml" Id="Rf65c93893b3a42cb"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bea177645fe6423d" /><Relationship Type="http://schemas.openxmlformats.org/officeDocument/2006/relationships/notesSlide" Target="/ppt/notesSlides/notesSlide29.xml" Id="Rca4be208ae4748b9"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12f66be068fe4b38" /><Relationship Type="http://schemas.openxmlformats.org/officeDocument/2006/relationships/notesSlide" Target="/ppt/notesSlides/notesSlide30.xml" Id="R110198665e6a44d6"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22e023d180334e0c" /><Relationship Type="http://schemas.openxmlformats.org/officeDocument/2006/relationships/notesSlide" Target="/ppt/notesSlides/notesSlide31.xml" Id="R65411fff63fe4d2e" /></Relationships>
</file>

<file path=ppt/slides/slide1.xml><?xml version="1.0" encoding="utf-8"?>
<p:sld xmlns:p="http://schemas.openxmlformats.org/presentationml/2006/main">
  <p:cSld>
    <p:bg>
      <p:bgPr>
        <a:solidFill xmlns:a="http://schemas.openxmlformats.org/drawingml/2006/main">
          <a:srgbClr val="102A43"/>
        </a:solidFill>
      </p:bgPr>
    </p:bg>
    <p:spTree>
      <p:nvGrpSpPr>
        <p:cNvPr id="1" name=""/>
        <p:cNvGrpSpPr/>
        <p:nvPr/>
      </p:nvGrpSpPr>
      <p:grpSpPr>
        <a:xfrm xmlns:a="http://schemas.openxmlformats.org/drawingml/2006/main"/>
      </p:grpSpPr>
      <p:sp>
        <p:nvSpPr>
          <p:cNvPr id="6" name="slide-number">
            <a:extLst xmlns:a="http://schemas.openxmlformats.org/drawingml/2006/main">
              <a:ext uri="{FF2B5EF4-FFF2-40B4-BE49-F238E27FC236}">
                <a16:creationId xmlns:a16="http://schemas.microsoft.com/office/drawing/2014/main" id="{21826243-37F0-4F71-9B7B-5EE6D4EF66D4}"/>
              </a:ext>
            </a:extLst>
          </p:cNvPr>
          <p:cNvSpPr>
            <a:spLocks xmlns:a="http://schemas.openxmlformats.org/drawingml/2006/main" noGrp="1"/>
          </p:cNvSpPr>
          <p:nvPr/>
        </p:nvSpPr>
        <p:spPr>
          <a:xfrm xmlns:a="http://schemas.openxmlformats.org/drawingml/2006/main">
            <a:off x="11182350" y="6391275"/>
            <a:ext cx="4000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275" b="0">
                <a:solidFill>
                  <a:srgbClr val="C5DADF"/>
                </a:solidFill>
                <a:latin typeface="DejaVu Sans"/>
                <a:ea typeface="DejaVu Sans"/>
                <a:cs typeface="DejaVu Sans"/>
              </a:defRPr>
            </a:defPPr>
            <a:lvl1pPr algn="r">
              <a:buNone/>
              <a:defRPr sz="1275" b="0">
                <a:solidFill>
                  <a:srgbClr val="C5DADF"/>
                </a:solidFill>
                <a:latin typeface="DejaVu Sans"/>
                <a:ea typeface="DejaVu Sans"/>
                <a:cs typeface="DejaVu Sans"/>
              </a:defRPr>
            </a:lvl1pPr>
            <a:lvl2pPr algn="r">
              <a:buNone/>
              <a:defRPr sz="1275" b="0">
                <a:solidFill>
                  <a:srgbClr val="C5DADF"/>
                </a:solidFill>
                <a:latin typeface="DejaVu Sans"/>
                <a:ea typeface="DejaVu Sans"/>
                <a:cs typeface="DejaVu Sans"/>
              </a:defRPr>
            </a:lvl2pPr>
            <a:lvl3pPr algn="r">
              <a:buNone/>
              <a:defRPr sz="1275" b="0">
                <a:solidFill>
                  <a:srgbClr val="C5DADF"/>
                </a:solidFill>
                <a:latin typeface="DejaVu Sans"/>
                <a:ea typeface="DejaVu Sans"/>
                <a:cs typeface="DejaVu Sans"/>
              </a:defRPr>
            </a:lvl3pPr>
            <a:lvl4pPr algn="r">
              <a:buNone/>
              <a:defRPr sz="1275" b="0">
                <a:solidFill>
                  <a:srgbClr val="C5DADF"/>
                </a:solidFill>
                <a:latin typeface="DejaVu Sans"/>
                <a:ea typeface="DejaVu Sans"/>
                <a:cs typeface="DejaVu Sans"/>
              </a:defRPr>
            </a:lvl4pPr>
            <a:lvl5pPr algn="r">
              <a:buNone/>
              <a:defRPr sz="1275" b="0">
                <a:solidFill>
                  <a:srgbClr val="C5DADF"/>
                </a:solidFill>
                <a:latin typeface="DejaVu Sans"/>
                <a:ea typeface="DejaVu Sans"/>
                <a:cs typeface="DejaVu Sans"/>
              </a:defRPr>
            </a:lvl5pPr>
            <a:lvl6pPr algn="r">
              <a:buNone/>
              <a:defRPr sz="1275" b="0">
                <a:solidFill>
                  <a:srgbClr val="C5DADF"/>
                </a:solidFill>
                <a:latin typeface="DejaVu Sans"/>
                <a:ea typeface="DejaVu Sans"/>
                <a:cs typeface="DejaVu Sans"/>
              </a:defRPr>
            </a:lvl6pPr>
            <a:lvl7pPr algn="r">
              <a:buNone/>
              <a:defRPr sz="1275" b="0">
                <a:solidFill>
                  <a:srgbClr val="C5DADF"/>
                </a:solidFill>
                <a:latin typeface="DejaVu Sans"/>
                <a:ea typeface="DejaVu Sans"/>
                <a:cs typeface="DejaVu Sans"/>
              </a:defRPr>
            </a:lvl7pPr>
            <a:lvl8pPr algn="r">
              <a:buNone/>
              <a:defRPr sz="1275" b="0">
                <a:solidFill>
                  <a:srgbClr val="C5DADF"/>
                </a:solidFill>
                <a:latin typeface="DejaVu Sans"/>
                <a:ea typeface="DejaVu Sans"/>
                <a:cs typeface="DejaVu Sans"/>
              </a:defRPr>
            </a:lvl8pPr>
            <a:lvl9pPr algn="r">
              <a:buNone/>
              <a:defRPr sz="1275" b="0">
                <a:solidFill>
                  <a:srgbClr val="C5DADF"/>
                </a:solidFill>
                <a:latin typeface="DejaVu Sans"/>
                <a:ea typeface="DejaVu Sans"/>
                <a:cs typeface="DejaVu Sans"/>
              </a:defRPr>
            </a:lvl9pPr>
          </a:lstStyle>
          <a:p xmlns:a="http://schemas.openxmlformats.org/drawingml/2006/main">
            <a:pPr algn="r">
              <a:lnSpc>
                <a:spcPct val="115000"/>
              </a:lnSpc>
              <a:buNone/>
              <a:defRPr sz="1275" b="0">
                <a:solidFill>
                  <a:srgbClr val="C5DADF"/>
                </a:solidFill>
                <a:latin typeface="DejaVu Sans"/>
                <a:ea typeface="DejaVu Sans"/>
                <a:cs typeface="DejaVu Sans"/>
              </a:defRPr>
            </a:pPr>
            <a:r>
              <a:rPr sz="1275" b="0">
                <a:solidFill>
                  <a:srgbClr val="C5DADF"/>
                </a:solidFill>
                <a:latin typeface="DejaVu Sans"/>
                <a:ea typeface="DejaVu Sans"/>
                <a:cs typeface="DejaVu Sans"/>
              </a:rPr>
              <a:t>1</a:t>
            </a:r>
          </a:p>
        </p:txBody>
      </p:sp>
      <p:sp>
        <p:nvSpPr>
          <p:cNvPr id="2" name="text-1">
            <a:extLst xmlns:a="http://schemas.openxmlformats.org/drawingml/2006/main">
              <a:ext uri="{FF2B5EF4-FFF2-40B4-BE49-F238E27FC236}">
                <a16:creationId xmlns:a16="http://schemas.microsoft.com/office/drawing/2014/main" id="{2A2FED40-80E7-4659-BB13-00BDD77A32EB}"/>
              </a:ext>
            </a:extLst>
          </p:cNvPr>
          <p:cNvSpPr>
            <a:spLocks xmlns:a="http://schemas.openxmlformats.org/drawingml/2006/main" noGrp="1"/>
          </p:cNvSpPr>
          <p:nvPr/>
        </p:nvSpPr>
        <p:spPr>
          <a:xfrm xmlns:a="http://schemas.openxmlformats.org/drawingml/2006/main">
            <a:off x="609600" y="1695450"/>
            <a:ext cx="1085850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5100" b="1">
                <a:solidFill>
                  <a:srgbClr val="FFFFFF"/>
                </a:solidFill>
                <a:latin typeface="DejaVu Sans"/>
                <a:ea typeface="DejaVu Sans"/>
                <a:cs typeface="DejaVu Sans"/>
              </a:defRPr>
            </a:defPPr>
            <a:lvl1pPr algn="l">
              <a:buNone/>
              <a:defRPr sz="5100" b="1">
                <a:solidFill>
                  <a:srgbClr val="FFFFFF"/>
                </a:solidFill>
                <a:latin typeface="DejaVu Sans"/>
                <a:ea typeface="DejaVu Sans"/>
                <a:cs typeface="DejaVu Sans"/>
              </a:defRPr>
            </a:lvl1pPr>
            <a:lvl2pPr algn="l">
              <a:buNone/>
              <a:defRPr sz="5100" b="1">
                <a:solidFill>
                  <a:srgbClr val="FFFFFF"/>
                </a:solidFill>
                <a:latin typeface="DejaVu Sans"/>
                <a:ea typeface="DejaVu Sans"/>
                <a:cs typeface="DejaVu Sans"/>
              </a:defRPr>
            </a:lvl2pPr>
            <a:lvl3pPr algn="l">
              <a:buNone/>
              <a:defRPr sz="5100" b="1">
                <a:solidFill>
                  <a:srgbClr val="FFFFFF"/>
                </a:solidFill>
                <a:latin typeface="DejaVu Sans"/>
                <a:ea typeface="DejaVu Sans"/>
                <a:cs typeface="DejaVu Sans"/>
              </a:defRPr>
            </a:lvl3pPr>
            <a:lvl4pPr algn="l">
              <a:buNone/>
              <a:defRPr sz="5100" b="1">
                <a:solidFill>
                  <a:srgbClr val="FFFFFF"/>
                </a:solidFill>
                <a:latin typeface="DejaVu Sans"/>
                <a:ea typeface="DejaVu Sans"/>
                <a:cs typeface="DejaVu Sans"/>
              </a:defRPr>
            </a:lvl4pPr>
            <a:lvl5pPr algn="l">
              <a:buNone/>
              <a:defRPr sz="5100" b="1">
                <a:solidFill>
                  <a:srgbClr val="FFFFFF"/>
                </a:solidFill>
                <a:latin typeface="DejaVu Sans"/>
                <a:ea typeface="DejaVu Sans"/>
                <a:cs typeface="DejaVu Sans"/>
              </a:defRPr>
            </a:lvl5pPr>
            <a:lvl6pPr algn="l">
              <a:buNone/>
              <a:defRPr sz="5100" b="1">
                <a:solidFill>
                  <a:srgbClr val="FFFFFF"/>
                </a:solidFill>
                <a:latin typeface="DejaVu Sans"/>
                <a:ea typeface="DejaVu Sans"/>
                <a:cs typeface="DejaVu Sans"/>
              </a:defRPr>
            </a:lvl6pPr>
            <a:lvl7pPr algn="l">
              <a:buNone/>
              <a:defRPr sz="5100" b="1">
                <a:solidFill>
                  <a:srgbClr val="FFFFFF"/>
                </a:solidFill>
                <a:latin typeface="DejaVu Sans"/>
                <a:ea typeface="DejaVu Sans"/>
                <a:cs typeface="DejaVu Sans"/>
              </a:defRPr>
            </a:lvl7pPr>
            <a:lvl8pPr algn="l">
              <a:buNone/>
              <a:defRPr sz="5100" b="1">
                <a:solidFill>
                  <a:srgbClr val="FFFFFF"/>
                </a:solidFill>
                <a:latin typeface="DejaVu Sans"/>
                <a:ea typeface="DejaVu Sans"/>
                <a:cs typeface="DejaVu Sans"/>
              </a:defRPr>
            </a:lvl8pPr>
            <a:lvl9pPr algn="l">
              <a:buNone/>
              <a:defRPr sz="5100" b="1">
                <a:solidFill>
                  <a:srgbClr val="FFFFFF"/>
                </a:solidFill>
                <a:latin typeface="DejaVu Sans"/>
                <a:ea typeface="DejaVu Sans"/>
                <a:cs typeface="DejaVu Sans"/>
              </a:defRPr>
            </a:lvl9pPr>
          </a:lstStyle>
          <a:p xmlns:a="http://schemas.openxmlformats.org/drawingml/2006/main">
            <a:pPr algn="l">
              <a:lnSpc>
                <a:spcPct val="115000"/>
              </a:lnSpc>
              <a:buNone/>
              <a:defRPr sz="5100" b="1">
                <a:solidFill>
                  <a:srgbClr val="FFFFFF"/>
                </a:solidFill>
                <a:latin typeface="DejaVu Sans"/>
                <a:ea typeface="DejaVu Sans"/>
                <a:cs typeface="DejaVu Sans"/>
              </a:defRPr>
            </a:pPr>
            <a:r>
              <a:rPr sz="5100" b="1">
                <a:solidFill>
                  <a:srgbClr val="FFFFFF"/>
                </a:solidFill>
                <a:latin typeface="DejaVu Sans"/>
                <a:ea typeface="DejaVu Sans"/>
                <a:cs typeface="DejaVu Sans"/>
              </a:rPr>
              <a:t>CMS Interop Consent</a:t>
            </a:r>
          </a:p>
        </p:txBody>
      </p:sp>
      <p:sp>
        <p:nvSpPr>
          <p:cNvPr id="3" name="text-2">
            <a:extLst xmlns:a="http://schemas.openxmlformats.org/drawingml/2006/main">
              <a:ext uri="{FF2B5EF4-FFF2-40B4-BE49-F238E27FC236}">
                <a16:creationId xmlns:a16="http://schemas.microsoft.com/office/drawing/2014/main" id="{4B2B86DC-AF7F-4AAA-B699-4780CF046E9A}"/>
              </a:ext>
            </a:extLst>
          </p:cNvPr>
          <p:cNvSpPr>
            <a:spLocks xmlns:a="http://schemas.openxmlformats.org/drawingml/2006/main" noGrp="1"/>
          </p:cNvSpPr>
          <p:nvPr/>
        </p:nvSpPr>
        <p:spPr>
          <a:xfrm xmlns:a="http://schemas.openxmlformats.org/drawingml/2006/main">
            <a:off x="647700" y="2971800"/>
            <a:ext cx="104775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700" b="0">
                <a:solidFill>
                  <a:srgbClr val="B7E0DF"/>
                </a:solidFill>
                <a:latin typeface="DejaVu Sans"/>
                <a:ea typeface="DejaVu Sans"/>
                <a:cs typeface="DejaVu Sans"/>
              </a:defRPr>
            </a:defPPr>
            <a:lvl1pPr algn="l">
              <a:buNone/>
              <a:defRPr sz="2700" b="0">
                <a:solidFill>
                  <a:srgbClr val="B7E0DF"/>
                </a:solidFill>
                <a:latin typeface="DejaVu Sans"/>
                <a:ea typeface="DejaVu Sans"/>
                <a:cs typeface="DejaVu Sans"/>
              </a:defRPr>
            </a:lvl1pPr>
            <a:lvl2pPr algn="l">
              <a:buNone/>
              <a:defRPr sz="2700" b="0">
                <a:solidFill>
                  <a:srgbClr val="B7E0DF"/>
                </a:solidFill>
                <a:latin typeface="DejaVu Sans"/>
                <a:ea typeface="DejaVu Sans"/>
                <a:cs typeface="DejaVu Sans"/>
              </a:defRPr>
            </a:lvl2pPr>
            <a:lvl3pPr algn="l">
              <a:buNone/>
              <a:defRPr sz="2700" b="0">
                <a:solidFill>
                  <a:srgbClr val="B7E0DF"/>
                </a:solidFill>
                <a:latin typeface="DejaVu Sans"/>
                <a:ea typeface="DejaVu Sans"/>
                <a:cs typeface="DejaVu Sans"/>
              </a:defRPr>
            </a:lvl3pPr>
            <a:lvl4pPr algn="l">
              <a:buNone/>
              <a:defRPr sz="2700" b="0">
                <a:solidFill>
                  <a:srgbClr val="B7E0DF"/>
                </a:solidFill>
                <a:latin typeface="DejaVu Sans"/>
                <a:ea typeface="DejaVu Sans"/>
                <a:cs typeface="DejaVu Sans"/>
              </a:defRPr>
            </a:lvl4pPr>
            <a:lvl5pPr algn="l">
              <a:buNone/>
              <a:defRPr sz="2700" b="0">
                <a:solidFill>
                  <a:srgbClr val="B7E0DF"/>
                </a:solidFill>
                <a:latin typeface="DejaVu Sans"/>
                <a:ea typeface="DejaVu Sans"/>
                <a:cs typeface="DejaVu Sans"/>
              </a:defRPr>
            </a:lvl5pPr>
            <a:lvl6pPr algn="l">
              <a:buNone/>
              <a:defRPr sz="2700" b="0">
                <a:solidFill>
                  <a:srgbClr val="B7E0DF"/>
                </a:solidFill>
                <a:latin typeface="DejaVu Sans"/>
                <a:ea typeface="DejaVu Sans"/>
                <a:cs typeface="DejaVu Sans"/>
              </a:defRPr>
            </a:lvl6pPr>
            <a:lvl7pPr algn="l">
              <a:buNone/>
              <a:defRPr sz="2700" b="0">
                <a:solidFill>
                  <a:srgbClr val="B7E0DF"/>
                </a:solidFill>
                <a:latin typeface="DejaVu Sans"/>
                <a:ea typeface="DejaVu Sans"/>
                <a:cs typeface="DejaVu Sans"/>
              </a:defRPr>
            </a:lvl7pPr>
            <a:lvl8pPr algn="l">
              <a:buNone/>
              <a:defRPr sz="2700" b="0">
                <a:solidFill>
                  <a:srgbClr val="B7E0DF"/>
                </a:solidFill>
                <a:latin typeface="DejaVu Sans"/>
                <a:ea typeface="DejaVu Sans"/>
                <a:cs typeface="DejaVu Sans"/>
              </a:defRPr>
            </a:lvl8pPr>
            <a:lvl9pPr algn="l">
              <a:buNone/>
              <a:defRPr sz="2700" b="0">
                <a:solidFill>
                  <a:srgbClr val="B7E0DF"/>
                </a:solidFill>
                <a:latin typeface="DejaVu Sans"/>
                <a:ea typeface="DejaVu Sans"/>
                <a:cs typeface="DejaVu Sans"/>
              </a:defRPr>
            </a:lvl9pPr>
          </a:lstStyle>
          <a:p xmlns:a="http://schemas.openxmlformats.org/drawingml/2006/main">
            <a:pPr algn="l">
              <a:lnSpc>
                <a:spcPct val="115000"/>
              </a:lnSpc>
              <a:buNone/>
              <a:defRPr sz="2700" b="0">
                <a:solidFill>
                  <a:srgbClr val="B7E0DF"/>
                </a:solidFill>
                <a:latin typeface="DejaVu Sans"/>
                <a:ea typeface="DejaVu Sans"/>
                <a:cs typeface="DejaVu Sans"/>
              </a:defRPr>
            </a:pPr>
            <a:r>
              <a:rPr sz="2700" b="0">
                <a:solidFill>
                  <a:srgbClr val="B7E0DF"/>
                </a:solidFill>
                <a:latin typeface="DejaVu Sans"/>
                <a:ea typeface="DejaVu Sans"/>
                <a:cs typeface="DejaVu Sans"/>
              </a:rPr>
              <a:t>File Adapter POC developer walkthrough</a:t>
            </a:r>
          </a:p>
        </p:txBody>
      </p:sp>
      <p:sp>
        <p:nvSpPr>
          <p:cNvPr id="4" name="text-3">
            <a:extLst xmlns:a="http://schemas.openxmlformats.org/drawingml/2006/main">
              <a:ext uri="{FF2B5EF4-FFF2-40B4-BE49-F238E27FC236}">
                <a16:creationId xmlns:a16="http://schemas.microsoft.com/office/drawing/2014/main" id="{5A5C9685-7FCD-4CBB-9BB0-5B1AD8DEF6A5}"/>
              </a:ext>
            </a:extLst>
          </p:cNvPr>
          <p:cNvSpPr>
            <a:spLocks xmlns:a="http://schemas.openxmlformats.org/drawingml/2006/main" noGrp="1"/>
          </p:cNvSpPr>
          <p:nvPr/>
        </p:nvSpPr>
        <p:spPr>
          <a:xfrm xmlns:a="http://schemas.openxmlformats.org/drawingml/2006/main">
            <a:off x="647700" y="4362450"/>
            <a:ext cx="9525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D7E2E9"/>
                </a:solidFill>
                <a:latin typeface="DejaVu Sans"/>
                <a:ea typeface="DejaVu Sans"/>
                <a:cs typeface="DejaVu Sans"/>
              </a:defRPr>
            </a:defPPr>
            <a:lvl1pPr algn="l">
              <a:buNone/>
              <a:defRPr sz="1950" b="0">
                <a:solidFill>
                  <a:srgbClr val="D7E2E9"/>
                </a:solidFill>
                <a:latin typeface="DejaVu Sans"/>
                <a:ea typeface="DejaVu Sans"/>
                <a:cs typeface="DejaVu Sans"/>
              </a:defRPr>
            </a:lvl1pPr>
            <a:lvl2pPr algn="l">
              <a:buNone/>
              <a:defRPr sz="1950" b="0">
                <a:solidFill>
                  <a:srgbClr val="D7E2E9"/>
                </a:solidFill>
                <a:latin typeface="DejaVu Sans"/>
                <a:ea typeface="DejaVu Sans"/>
                <a:cs typeface="DejaVu Sans"/>
              </a:defRPr>
            </a:lvl2pPr>
            <a:lvl3pPr algn="l">
              <a:buNone/>
              <a:defRPr sz="1950" b="0">
                <a:solidFill>
                  <a:srgbClr val="D7E2E9"/>
                </a:solidFill>
                <a:latin typeface="DejaVu Sans"/>
                <a:ea typeface="DejaVu Sans"/>
                <a:cs typeface="DejaVu Sans"/>
              </a:defRPr>
            </a:lvl3pPr>
            <a:lvl4pPr algn="l">
              <a:buNone/>
              <a:defRPr sz="1950" b="0">
                <a:solidFill>
                  <a:srgbClr val="D7E2E9"/>
                </a:solidFill>
                <a:latin typeface="DejaVu Sans"/>
                <a:ea typeface="DejaVu Sans"/>
                <a:cs typeface="DejaVu Sans"/>
              </a:defRPr>
            </a:lvl4pPr>
            <a:lvl5pPr algn="l">
              <a:buNone/>
              <a:defRPr sz="1950" b="0">
                <a:solidFill>
                  <a:srgbClr val="D7E2E9"/>
                </a:solidFill>
                <a:latin typeface="DejaVu Sans"/>
                <a:ea typeface="DejaVu Sans"/>
                <a:cs typeface="DejaVu Sans"/>
              </a:defRPr>
            </a:lvl5pPr>
            <a:lvl6pPr algn="l">
              <a:buNone/>
              <a:defRPr sz="1950" b="0">
                <a:solidFill>
                  <a:srgbClr val="D7E2E9"/>
                </a:solidFill>
                <a:latin typeface="DejaVu Sans"/>
                <a:ea typeface="DejaVu Sans"/>
                <a:cs typeface="DejaVu Sans"/>
              </a:defRPr>
            </a:lvl6pPr>
            <a:lvl7pPr algn="l">
              <a:buNone/>
              <a:defRPr sz="1950" b="0">
                <a:solidFill>
                  <a:srgbClr val="D7E2E9"/>
                </a:solidFill>
                <a:latin typeface="DejaVu Sans"/>
                <a:ea typeface="DejaVu Sans"/>
                <a:cs typeface="DejaVu Sans"/>
              </a:defRPr>
            </a:lvl7pPr>
            <a:lvl8pPr algn="l">
              <a:buNone/>
              <a:defRPr sz="1950" b="0">
                <a:solidFill>
                  <a:srgbClr val="D7E2E9"/>
                </a:solidFill>
                <a:latin typeface="DejaVu Sans"/>
                <a:ea typeface="DejaVu Sans"/>
                <a:cs typeface="DejaVu Sans"/>
              </a:defRPr>
            </a:lvl8pPr>
            <a:lvl9pPr algn="l">
              <a:buNone/>
              <a:defRPr sz="1950" b="0">
                <a:solidFill>
                  <a:srgbClr val="D7E2E9"/>
                </a:solidFill>
                <a:latin typeface="DejaVu Sans"/>
                <a:ea typeface="DejaVu Sans"/>
                <a:cs typeface="DejaVu Sans"/>
              </a:defRPr>
            </a:lvl9pPr>
          </a:lstStyle>
          <a:p xmlns:a="http://schemas.openxmlformats.org/drawingml/2006/main">
            <a:pPr algn="l">
              <a:lnSpc>
                <a:spcPct val="115000"/>
              </a:lnSpc>
              <a:buNone/>
              <a:defRPr sz="1950" b="0">
                <a:solidFill>
                  <a:srgbClr val="D7E2E9"/>
                </a:solidFill>
                <a:latin typeface="DejaVu Sans"/>
                <a:ea typeface="DejaVu Sans"/>
                <a:cs typeface="DejaVu Sans"/>
              </a:defRPr>
            </a:pPr>
            <a:r>
              <a:rPr sz="1950" b="0">
                <a:solidFill>
                  <a:srgbClr val="D7E2E9"/>
                </a:solidFill>
                <a:latin typeface="DejaVu Sans"/>
                <a:ea typeface="DejaVu Sans"/>
                <a:cs typeface="DejaVu Sans"/>
              </a:rPr>
              <a:t>Spring Boot and Gradle</a:t>
            </a:r>
          </a:p>
        </p:txBody>
      </p:sp>
      <p:sp>
        <p:nvSpPr>
          <p:cNvPr id="5" name="text-4">
            <a:extLst xmlns:a="http://schemas.openxmlformats.org/drawingml/2006/main">
              <a:ext uri="{FF2B5EF4-FFF2-40B4-BE49-F238E27FC236}">
                <a16:creationId xmlns:a16="http://schemas.microsoft.com/office/drawing/2014/main" id="{4EAE9F79-41A8-4625-A97A-3D760EDD65E4}"/>
              </a:ext>
            </a:extLst>
          </p:cNvPr>
          <p:cNvSpPr>
            <a:spLocks xmlns:a="http://schemas.openxmlformats.org/drawingml/2006/main" noGrp="1"/>
          </p:cNvSpPr>
          <p:nvPr/>
        </p:nvSpPr>
        <p:spPr>
          <a:xfrm xmlns:a="http://schemas.openxmlformats.org/drawingml/2006/main">
            <a:off x="647700" y="5562600"/>
            <a:ext cx="7620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50" b="0">
                <a:solidFill>
                  <a:srgbClr val="C0CCD5"/>
                </a:solidFill>
                <a:latin typeface="DejaVu Sans"/>
                <a:ea typeface="DejaVu Sans"/>
                <a:cs typeface="DejaVu Sans"/>
              </a:defRPr>
            </a:defPPr>
            <a:lvl1pPr algn="l">
              <a:buNone/>
              <a:defRPr sz="1650" b="0">
                <a:solidFill>
                  <a:srgbClr val="C0CCD5"/>
                </a:solidFill>
                <a:latin typeface="DejaVu Sans"/>
                <a:ea typeface="DejaVu Sans"/>
                <a:cs typeface="DejaVu Sans"/>
              </a:defRPr>
            </a:lvl1pPr>
            <a:lvl2pPr algn="l">
              <a:buNone/>
              <a:defRPr sz="1650" b="0">
                <a:solidFill>
                  <a:srgbClr val="C0CCD5"/>
                </a:solidFill>
                <a:latin typeface="DejaVu Sans"/>
                <a:ea typeface="DejaVu Sans"/>
                <a:cs typeface="DejaVu Sans"/>
              </a:defRPr>
            </a:lvl2pPr>
            <a:lvl3pPr algn="l">
              <a:buNone/>
              <a:defRPr sz="1650" b="0">
                <a:solidFill>
                  <a:srgbClr val="C0CCD5"/>
                </a:solidFill>
                <a:latin typeface="DejaVu Sans"/>
                <a:ea typeface="DejaVu Sans"/>
                <a:cs typeface="DejaVu Sans"/>
              </a:defRPr>
            </a:lvl3pPr>
            <a:lvl4pPr algn="l">
              <a:buNone/>
              <a:defRPr sz="1650" b="0">
                <a:solidFill>
                  <a:srgbClr val="C0CCD5"/>
                </a:solidFill>
                <a:latin typeface="DejaVu Sans"/>
                <a:ea typeface="DejaVu Sans"/>
                <a:cs typeface="DejaVu Sans"/>
              </a:defRPr>
            </a:lvl4pPr>
            <a:lvl5pPr algn="l">
              <a:buNone/>
              <a:defRPr sz="1650" b="0">
                <a:solidFill>
                  <a:srgbClr val="C0CCD5"/>
                </a:solidFill>
                <a:latin typeface="DejaVu Sans"/>
                <a:ea typeface="DejaVu Sans"/>
                <a:cs typeface="DejaVu Sans"/>
              </a:defRPr>
            </a:lvl5pPr>
            <a:lvl6pPr algn="l">
              <a:buNone/>
              <a:defRPr sz="1650" b="0">
                <a:solidFill>
                  <a:srgbClr val="C0CCD5"/>
                </a:solidFill>
                <a:latin typeface="DejaVu Sans"/>
                <a:ea typeface="DejaVu Sans"/>
                <a:cs typeface="DejaVu Sans"/>
              </a:defRPr>
            </a:lvl6pPr>
            <a:lvl7pPr algn="l">
              <a:buNone/>
              <a:defRPr sz="1650" b="0">
                <a:solidFill>
                  <a:srgbClr val="C0CCD5"/>
                </a:solidFill>
                <a:latin typeface="DejaVu Sans"/>
                <a:ea typeface="DejaVu Sans"/>
                <a:cs typeface="DejaVu Sans"/>
              </a:defRPr>
            </a:lvl7pPr>
            <a:lvl8pPr algn="l">
              <a:buNone/>
              <a:defRPr sz="1650" b="0">
                <a:solidFill>
                  <a:srgbClr val="C0CCD5"/>
                </a:solidFill>
                <a:latin typeface="DejaVu Sans"/>
                <a:ea typeface="DejaVu Sans"/>
                <a:cs typeface="DejaVu Sans"/>
              </a:defRPr>
            </a:lvl8pPr>
            <a:lvl9pPr algn="l">
              <a:buNone/>
              <a:defRPr sz="1650" b="0">
                <a:solidFill>
                  <a:srgbClr val="C0CCD5"/>
                </a:solidFill>
                <a:latin typeface="DejaVu Sans"/>
                <a:ea typeface="DejaVu Sans"/>
                <a:cs typeface="DejaVu Sans"/>
              </a:defRPr>
            </a:lvl9pPr>
          </a:lstStyle>
          <a:p xmlns:a="http://schemas.openxmlformats.org/drawingml/2006/main">
            <a:pPr algn="l">
              <a:lnSpc>
                <a:spcPct val="115000"/>
              </a:lnSpc>
              <a:buNone/>
              <a:defRPr sz="1650" b="0">
                <a:solidFill>
                  <a:srgbClr val="C0CCD5"/>
                </a:solidFill>
                <a:latin typeface="DejaVu Sans"/>
                <a:ea typeface="DejaVu Sans"/>
                <a:cs typeface="DejaVu Sans"/>
              </a:defRPr>
            </a:pPr>
            <a:r>
              <a:rPr sz="1650" b="0">
                <a:solidFill>
                  <a:srgbClr val="C0CCD5"/>
                </a:solidFill>
                <a:latin typeface="DejaVu Sans"/>
                <a:ea typeface="DejaVu Sans"/>
                <a:cs typeface="DejaVu Sans"/>
              </a:rPr>
              <a:t>27 October 2026</a:t>
            </a:r>
          </a:p>
        </p:txBody>
      </p:sp>
    </p:spTree>
    <p:extLst>
      <p:ext uri="{BB962C8B-B14F-4D97-AF65-F5344CB8AC3E}">
        <p14:creationId xmlns:p14="http://schemas.microsoft.com/office/powerpoint/2010/main" val="1858488269"/>
      </p:ext>
    </p:extLst>
  </p:cSld>
</p:sld>
</file>

<file path=ppt/slides/slide2.xml><?xml version="1.0" encoding="utf-8"?>
<p:sld xmlns:p="http://schemas.openxmlformats.org/presentationml/2006/main">
  <p:cSld>
    <p:bg>
      <p:bgPr>
        <a:solidFill xmlns:a="http://schemas.openxmlformats.org/drawingml/2006/main">
          <a:srgbClr val="F6F8FA"/>
        </a:solidFill>
      </p:bgPr>
    </p:bg>
    <p:spTree>
      <p:nvGrpSpPr>
        <p:cNvPr id="1" name=""/>
        <p:cNvGrpSpPr/>
        <p:nvPr/>
      </p:nvGrpSpPr>
      <p:grpSpPr>
        <a:xfrm xmlns:a="http://schemas.openxmlformats.org/drawingml/2006/main"/>
      </p:grpSpPr>
      <p:cxnSp>
        <p:nvCxnSpPr>
          <p:cNvPr id="14" name="">
            <a:extLst xmlns:a="http://schemas.openxmlformats.org/drawingml/2006/main">
              <a:ext uri="{FF2B5EF4-FFF2-40B4-BE49-F238E27FC236}">
                <a16:creationId xmlns:a16="http://schemas.microsoft.com/office/drawing/2014/main" id="{6AD2FC4A-B30D-4659-B756-85B325B3592F}"/>
              </a:ext>
            </a:extLst>
          </p:cNvPr>
          <p:cNvCxnSpPr>
            <a:stCxn xmlns:a="http://schemas.openxmlformats.org/drawingml/2006/main" id="8" idx="1"/>
            <a:endCxn xmlns:a="http://schemas.openxmlformats.org/drawingml/2006/main" id="9" idx="3"/>
          </p:cNvCxnSpPr>
          <p:nvPr/>
        </p:nvCxnSpPr>
        <p:spPr>
          <a:xfrm xmlns:a="http://schemas.openxmlformats.org/drawingml/2006/main" flipH="1">
            <a:off x="3467100" y="4391025"/>
            <a:ext cx="1200150" cy="0"/>
          </a:xfrm>
          <a:prstGeom xmlns:a="http://schemas.openxmlformats.org/drawingml/2006/main" prst="straightConnector1">
            <a:avLst/>
          </a:prstGeom>
          <a:ln xmlns:a="http://schemas.openxmlformats.org/drawingml/2006/main" w="19050">
            <a:solidFill>
              <a:srgbClr val="007F86"/>
            </a:solidFill>
            <a:prstDash val="solid"/>
            <a:tailEnd type="triangle" w="sm" len="sm"/>
          </a:ln>
        </p:spPr>
      </p:cxnSp>
      <p:cxnSp>
        <p:nvCxnSpPr>
          <p:cNvPr id="13" name="">
            <a:extLst xmlns:a="http://schemas.openxmlformats.org/drawingml/2006/main">
              <a:ext uri="{FF2B5EF4-FFF2-40B4-BE49-F238E27FC236}">
                <a16:creationId xmlns:a16="http://schemas.microsoft.com/office/drawing/2014/main" id="{517E8C41-5C69-4DFE-9175-97C292B819BF}"/>
              </a:ext>
            </a:extLst>
          </p:cNvPr>
          <p:cNvCxnSpPr>
            <a:stCxn xmlns:a="http://schemas.openxmlformats.org/drawingml/2006/main" id="7" idx="1"/>
            <a:endCxn xmlns:a="http://schemas.openxmlformats.org/drawingml/2006/main" id="8" idx="3"/>
          </p:cNvCxnSpPr>
          <p:nvPr/>
        </p:nvCxnSpPr>
        <p:spPr>
          <a:xfrm xmlns:a="http://schemas.openxmlformats.org/drawingml/2006/main" flipH="1">
            <a:off x="7524750" y="4391025"/>
            <a:ext cx="1200150" cy="0"/>
          </a:xfrm>
          <a:prstGeom xmlns:a="http://schemas.openxmlformats.org/drawingml/2006/main" prst="straightConnector1">
            <a:avLst/>
          </a:prstGeom>
          <a:ln xmlns:a="http://schemas.openxmlformats.org/drawingml/2006/main" w="19050">
            <a:solidFill>
              <a:srgbClr val="007F86"/>
            </a:solidFill>
            <a:prstDash val="solid"/>
            <a:tailEnd type="triangle" w="sm" len="sm"/>
          </a:ln>
        </p:spPr>
      </p:cxnSp>
      <p:cxnSp>
        <p:nvCxnSpPr>
          <p:cNvPr id="12" name="">
            <a:extLst xmlns:a="http://schemas.openxmlformats.org/drawingml/2006/main">
              <a:ext uri="{FF2B5EF4-FFF2-40B4-BE49-F238E27FC236}">
                <a16:creationId xmlns:a16="http://schemas.microsoft.com/office/drawing/2014/main" id="{D08DE37A-20DD-4DE8-B2B3-AEB31CE47344}"/>
              </a:ext>
            </a:extLst>
          </p:cNvPr>
          <p:cNvCxnSpPr>
            <a:stCxn xmlns:a="http://schemas.openxmlformats.org/drawingml/2006/main" id="6" idx="2"/>
            <a:endCxn xmlns:a="http://schemas.openxmlformats.org/drawingml/2006/main" id="7" idx="0"/>
          </p:cNvCxnSpPr>
          <p:nvPr/>
        </p:nvCxnSpPr>
        <p:spPr>
          <a:xfrm xmlns:a="http://schemas.openxmlformats.org/drawingml/2006/main">
            <a:off x="10153650" y="2876550"/>
            <a:ext cx="0" cy="1123950"/>
          </a:xfrm>
          <a:prstGeom xmlns:a="http://schemas.openxmlformats.org/drawingml/2006/main" prst="straightConnector1">
            <a:avLst/>
          </a:prstGeom>
          <a:ln xmlns:a="http://schemas.openxmlformats.org/drawingml/2006/main" w="19050">
            <a:solidFill>
              <a:srgbClr val="007F86"/>
            </a:solidFill>
            <a:prstDash val="solid"/>
            <a:tailEnd type="triangle" w="sm" len="sm"/>
          </a:ln>
        </p:spPr>
      </p:cxnSp>
      <p:cxnSp>
        <p:nvCxnSpPr>
          <p:cNvPr id="11" name="">
            <a:extLst xmlns:a="http://schemas.openxmlformats.org/drawingml/2006/main">
              <a:ext uri="{FF2B5EF4-FFF2-40B4-BE49-F238E27FC236}">
                <a16:creationId xmlns:a16="http://schemas.microsoft.com/office/drawing/2014/main" id="{72BD908D-EF08-40A4-B0EA-02F7C34DFA80}"/>
              </a:ext>
            </a:extLst>
          </p:cNvPr>
          <p:cNvCxnSpPr>
            <a:stCxn xmlns:a="http://schemas.openxmlformats.org/drawingml/2006/main" id="5" idx="3"/>
            <a:endCxn xmlns:a="http://schemas.openxmlformats.org/drawingml/2006/main" id="6" idx="1"/>
          </p:cNvCxnSpPr>
          <p:nvPr/>
        </p:nvCxnSpPr>
        <p:spPr>
          <a:xfrm xmlns:a="http://schemas.openxmlformats.org/drawingml/2006/main">
            <a:off x="7524750" y="2486025"/>
            <a:ext cx="1200150" cy="0"/>
          </a:xfrm>
          <a:prstGeom xmlns:a="http://schemas.openxmlformats.org/drawingml/2006/main" prst="straightConnector1">
            <a:avLst/>
          </a:prstGeom>
          <a:ln xmlns:a="http://schemas.openxmlformats.org/drawingml/2006/main" w="19050">
            <a:solidFill>
              <a:srgbClr val="007F86"/>
            </a:solidFill>
            <a:prstDash val="solid"/>
            <a:tailEnd type="triangle" w="sm" len="sm"/>
          </a:ln>
        </p:spPr>
      </p:cxnSp>
      <p:cxnSp>
        <p:nvCxnSpPr>
          <p:cNvPr id="10" name="">
            <a:extLst xmlns:a="http://schemas.openxmlformats.org/drawingml/2006/main">
              <a:ext uri="{FF2B5EF4-FFF2-40B4-BE49-F238E27FC236}">
                <a16:creationId xmlns:a16="http://schemas.microsoft.com/office/drawing/2014/main" id="{823B26AC-B6BF-4FCF-BF61-84A8D3767726}"/>
              </a:ext>
            </a:extLst>
          </p:cNvPr>
          <p:cNvCxnSpPr>
            <a:stCxn xmlns:a="http://schemas.openxmlformats.org/drawingml/2006/main" id="4" idx="3"/>
            <a:endCxn xmlns:a="http://schemas.openxmlformats.org/drawingml/2006/main" id="5" idx="1"/>
          </p:cNvCxnSpPr>
          <p:nvPr/>
        </p:nvCxnSpPr>
        <p:spPr>
          <a:xfrm xmlns:a="http://schemas.openxmlformats.org/drawingml/2006/main">
            <a:off x="3467100" y="2486025"/>
            <a:ext cx="1200150" cy="0"/>
          </a:xfrm>
          <a:prstGeom xmlns:a="http://schemas.openxmlformats.org/drawingml/2006/main" prst="straightConnector1">
            <a:avLst/>
          </a:prstGeom>
          <a:ln xmlns:a="http://schemas.openxmlformats.org/drawingml/2006/main" w="19050">
            <a:solidFill>
              <a:srgbClr val="007F86"/>
            </a:solidFill>
            <a:prstDash val="solid"/>
            <a:tailEnd type="triangle" w="sm" len="sm"/>
          </a:ln>
        </p:spPr>
      </p:cxnSp>
      <p:sp>
        <p:nvSpPr>
          <p:cNvPr id="16" name="slide-title">
            <a:extLst xmlns:a="http://schemas.openxmlformats.org/drawingml/2006/main">
              <a:ext uri="{FF2B5EF4-FFF2-40B4-BE49-F238E27FC236}">
                <a16:creationId xmlns:a16="http://schemas.microsoft.com/office/drawing/2014/main" id="{9F9EB63B-96A3-4618-9C95-F731E6FA3FE7}"/>
              </a:ext>
            </a:extLst>
          </p:cNvPr>
          <p:cNvSpPr>
            <a:spLocks xmlns:a="http://schemas.openxmlformats.org/drawingml/2006/main" noGrp="1"/>
          </p:cNvSpPr>
          <p:nvPr/>
        </p:nvSpPr>
        <p:spPr>
          <a:xfrm xmlns:a="http://schemas.openxmlformats.org/drawingml/2006/main">
            <a:off x="609600" y="438150"/>
            <a:ext cx="109728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300" b="1">
                <a:solidFill>
                  <a:srgbClr val="102A43"/>
                </a:solidFill>
                <a:latin typeface="DejaVu Sans"/>
                <a:ea typeface="DejaVu Sans"/>
                <a:cs typeface="DejaVu Sans"/>
              </a:defRPr>
            </a:defPPr>
            <a:lvl1pPr algn="l">
              <a:buNone/>
              <a:defRPr sz="3300" b="1">
                <a:solidFill>
                  <a:srgbClr val="102A43"/>
                </a:solidFill>
                <a:latin typeface="DejaVu Sans"/>
                <a:ea typeface="DejaVu Sans"/>
                <a:cs typeface="DejaVu Sans"/>
              </a:defRPr>
            </a:lvl1pPr>
            <a:lvl2pPr algn="l">
              <a:buNone/>
              <a:defRPr sz="3300" b="1">
                <a:solidFill>
                  <a:srgbClr val="102A43"/>
                </a:solidFill>
                <a:latin typeface="DejaVu Sans"/>
                <a:ea typeface="DejaVu Sans"/>
                <a:cs typeface="DejaVu Sans"/>
              </a:defRPr>
            </a:lvl2pPr>
            <a:lvl3pPr algn="l">
              <a:buNone/>
              <a:defRPr sz="3300" b="1">
                <a:solidFill>
                  <a:srgbClr val="102A43"/>
                </a:solidFill>
                <a:latin typeface="DejaVu Sans"/>
                <a:ea typeface="DejaVu Sans"/>
                <a:cs typeface="DejaVu Sans"/>
              </a:defRPr>
            </a:lvl3pPr>
            <a:lvl4pPr algn="l">
              <a:buNone/>
              <a:defRPr sz="3300" b="1">
                <a:solidFill>
                  <a:srgbClr val="102A43"/>
                </a:solidFill>
                <a:latin typeface="DejaVu Sans"/>
                <a:ea typeface="DejaVu Sans"/>
                <a:cs typeface="DejaVu Sans"/>
              </a:defRPr>
            </a:lvl4pPr>
            <a:lvl5pPr algn="l">
              <a:buNone/>
              <a:defRPr sz="3300" b="1">
                <a:solidFill>
                  <a:srgbClr val="102A43"/>
                </a:solidFill>
                <a:latin typeface="DejaVu Sans"/>
                <a:ea typeface="DejaVu Sans"/>
                <a:cs typeface="DejaVu Sans"/>
              </a:defRPr>
            </a:lvl5pPr>
            <a:lvl6pPr algn="l">
              <a:buNone/>
              <a:defRPr sz="3300" b="1">
                <a:solidFill>
                  <a:srgbClr val="102A43"/>
                </a:solidFill>
                <a:latin typeface="DejaVu Sans"/>
                <a:ea typeface="DejaVu Sans"/>
                <a:cs typeface="DejaVu Sans"/>
              </a:defRPr>
            </a:lvl6pPr>
            <a:lvl7pPr algn="l">
              <a:buNone/>
              <a:defRPr sz="3300" b="1">
                <a:solidFill>
                  <a:srgbClr val="102A43"/>
                </a:solidFill>
                <a:latin typeface="DejaVu Sans"/>
                <a:ea typeface="DejaVu Sans"/>
                <a:cs typeface="DejaVu Sans"/>
              </a:defRPr>
            </a:lvl7pPr>
            <a:lvl8pPr algn="l">
              <a:buNone/>
              <a:defRPr sz="3300" b="1">
                <a:solidFill>
                  <a:srgbClr val="102A43"/>
                </a:solidFill>
                <a:latin typeface="DejaVu Sans"/>
                <a:ea typeface="DejaVu Sans"/>
                <a:cs typeface="DejaVu Sans"/>
              </a:defRPr>
            </a:lvl8pPr>
            <a:lvl9pPr algn="l">
              <a:buNone/>
              <a:defRPr sz="3300" b="1">
                <a:solidFill>
                  <a:srgbClr val="102A43"/>
                </a:solidFill>
                <a:latin typeface="DejaVu Sans"/>
                <a:ea typeface="DejaVu Sans"/>
                <a:cs typeface="DejaVu Sans"/>
              </a:defRPr>
            </a:lvl9pPr>
          </a:lstStyle>
          <a:p xmlns:a="http://schemas.openxmlformats.org/drawingml/2006/main">
            <a:pPr algn="l">
              <a:lnSpc>
                <a:spcPct val="115000"/>
              </a:lnSpc>
              <a:buNone/>
              <a:defRPr sz="3300" b="1">
                <a:solidFill>
                  <a:srgbClr val="102A43"/>
                </a:solidFill>
                <a:latin typeface="DejaVu Sans"/>
                <a:ea typeface="DejaVu Sans"/>
                <a:cs typeface="DejaVu Sans"/>
              </a:defRPr>
            </a:pPr>
            <a:r>
              <a:rPr sz="3300" b="1">
                <a:solidFill>
                  <a:srgbClr val="102A43"/>
                </a:solidFill>
                <a:latin typeface="DejaVu Sans"/>
                <a:ea typeface="DejaVu Sans"/>
                <a:cs typeface="DejaVu Sans"/>
              </a:rPr>
              <a:t>Consent processing flow</a:t>
            </a:r>
          </a:p>
        </p:txBody>
      </p:sp>
      <p:sp>
        <p:nvSpPr>
          <p:cNvPr id="2" name="text-5">
            <a:extLst xmlns:a="http://schemas.openxmlformats.org/drawingml/2006/main">
              <a:ext uri="{FF2B5EF4-FFF2-40B4-BE49-F238E27FC236}">
                <a16:creationId xmlns:a16="http://schemas.microsoft.com/office/drawing/2014/main" id="{26478F44-C2B4-404C-9570-7897B7CBC0D7}"/>
              </a:ext>
            </a:extLst>
          </p:cNvPr>
          <p:cNvSpPr>
            <a:spLocks xmlns:a="http://schemas.openxmlformats.org/drawingml/2006/main" noGrp="1"/>
          </p:cNvSpPr>
          <p:nvPr/>
        </p:nvSpPr>
        <p:spPr>
          <a:xfrm xmlns:a="http://schemas.openxmlformats.org/drawingml/2006/main">
            <a:off x="609600" y="1371600"/>
            <a:ext cx="109728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526778"/>
                </a:solidFill>
                <a:latin typeface="DejaVu Sans"/>
                <a:ea typeface="DejaVu Sans"/>
                <a:cs typeface="DejaVu Sans"/>
              </a:defRPr>
            </a:defPPr>
            <a:lvl1pPr algn="l">
              <a:buNone/>
              <a:defRPr sz="1875" b="0">
                <a:solidFill>
                  <a:srgbClr val="526778"/>
                </a:solidFill>
                <a:latin typeface="DejaVu Sans"/>
                <a:ea typeface="DejaVu Sans"/>
                <a:cs typeface="DejaVu Sans"/>
              </a:defRPr>
            </a:lvl1pPr>
            <a:lvl2pPr algn="l">
              <a:buNone/>
              <a:defRPr sz="1875" b="0">
                <a:solidFill>
                  <a:srgbClr val="526778"/>
                </a:solidFill>
                <a:latin typeface="DejaVu Sans"/>
                <a:ea typeface="DejaVu Sans"/>
                <a:cs typeface="DejaVu Sans"/>
              </a:defRPr>
            </a:lvl2pPr>
            <a:lvl3pPr algn="l">
              <a:buNone/>
              <a:defRPr sz="1875" b="0">
                <a:solidFill>
                  <a:srgbClr val="526778"/>
                </a:solidFill>
                <a:latin typeface="DejaVu Sans"/>
                <a:ea typeface="DejaVu Sans"/>
                <a:cs typeface="DejaVu Sans"/>
              </a:defRPr>
            </a:lvl3pPr>
            <a:lvl4pPr algn="l">
              <a:buNone/>
              <a:defRPr sz="1875" b="0">
                <a:solidFill>
                  <a:srgbClr val="526778"/>
                </a:solidFill>
                <a:latin typeface="DejaVu Sans"/>
                <a:ea typeface="DejaVu Sans"/>
                <a:cs typeface="DejaVu Sans"/>
              </a:defRPr>
            </a:lvl4pPr>
            <a:lvl5pPr algn="l">
              <a:buNone/>
              <a:defRPr sz="1875" b="0">
                <a:solidFill>
                  <a:srgbClr val="526778"/>
                </a:solidFill>
                <a:latin typeface="DejaVu Sans"/>
                <a:ea typeface="DejaVu Sans"/>
                <a:cs typeface="DejaVu Sans"/>
              </a:defRPr>
            </a:lvl5pPr>
            <a:lvl6pPr algn="l">
              <a:buNone/>
              <a:defRPr sz="1875" b="0">
                <a:solidFill>
                  <a:srgbClr val="526778"/>
                </a:solidFill>
                <a:latin typeface="DejaVu Sans"/>
                <a:ea typeface="DejaVu Sans"/>
                <a:cs typeface="DejaVu Sans"/>
              </a:defRPr>
            </a:lvl6pPr>
            <a:lvl7pPr algn="l">
              <a:buNone/>
              <a:defRPr sz="1875" b="0">
                <a:solidFill>
                  <a:srgbClr val="526778"/>
                </a:solidFill>
                <a:latin typeface="DejaVu Sans"/>
                <a:ea typeface="DejaVu Sans"/>
                <a:cs typeface="DejaVu Sans"/>
              </a:defRPr>
            </a:lvl7pPr>
            <a:lvl8pPr algn="l">
              <a:buNone/>
              <a:defRPr sz="1875" b="0">
                <a:solidFill>
                  <a:srgbClr val="526778"/>
                </a:solidFill>
                <a:latin typeface="DejaVu Sans"/>
                <a:ea typeface="DejaVu Sans"/>
                <a:cs typeface="DejaVu Sans"/>
              </a:defRPr>
            </a:lvl8pPr>
            <a:lvl9pPr algn="l">
              <a:buNone/>
              <a:defRPr sz="1875" b="0">
                <a:solidFill>
                  <a:srgbClr val="526778"/>
                </a:solidFill>
                <a:latin typeface="DejaVu Sans"/>
                <a:ea typeface="DejaVu Sans"/>
                <a:cs typeface="DejaVu Sans"/>
              </a:defRPr>
            </a:lvl9pPr>
          </a:lstStyle>
          <a:p xmlns:a="http://schemas.openxmlformats.org/drawingml/2006/main">
            <a:pPr algn="l">
              <a:lnSpc>
                <a:spcPct val="115000"/>
              </a:lnSpc>
              <a:buNone/>
              <a:defRPr sz="1875" b="0">
                <a:solidFill>
                  <a:srgbClr val="526778"/>
                </a:solidFill>
                <a:latin typeface="DejaVu Sans"/>
                <a:ea typeface="DejaVu Sans"/>
                <a:cs typeface="DejaVu Sans"/>
              </a:defRPr>
            </a:pPr>
            <a:r>
              <a:rPr sz="1875" b="0">
                <a:solidFill>
                  <a:srgbClr val="526778"/>
                </a:solidFill>
                <a:latin typeface="DejaVu Sans"/>
                <a:ea typeface="DejaVu Sans"/>
                <a:cs typeface="DejaVu Sans"/>
              </a:rPr>
              <a:t>One member row produces one POST array containing one or both consent entries.</a:t>
            </a:r>
          </a:p>
        </p:txBody>
      </p:sp>
      <p:sp>
        <p:nvSpPr>
          <p:cNvPr id="3" name="slide-number">
            <a:extLst xmlns:a="http://schemas.openxmlformats.org/drawingml/2006/main">
              <a:ext uri="{FF2B5EF4-FFF2-40B4-BE49-F238E27FC236}">
                <a16:creationId xmlns:a16="http://schemas.microsoft.com/office/drawing/2014/main" id="{1A100E74-13BA-4DEB-93CD-C0270E15565D}"/>
              </a:ext>
            </a:extLst>
          </p:cNvPr>
          <p:cNvSpPr>
            <a:spLocks xmlns:a="http://schemas.openxmlformats.org/drawingml/2006/main" noGrp="1"/>
          </p:cNvSpPr>
          <p:nvPr/>
        </p:nvSpPr>
        <p:spPr>
          <a:xfrm xmlns:a="http://schemas.openxmlformats.org/drawingml/2006/main">
            <a:off x="11182350" y="6391275"/>
            <a:ext cx="4000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275" b="0">
                <a:solidFill>
                  <a:srgbClr val="526778"/>
                </a:solidFill>
                <a:latin typeface="DejaVu Sans"/>
                <a:ea typeface="DejaVu Sans"/>
                <a:cs typeface="DejaVu Sans"/>
              </a:defRPr>
            </a:defPPr>
            <a:lvl1pPr algn="r">
              <a:buNone/>
              <a:defRPr sz="1275" b="0">
                <a:solidFill>
                  <a:srgbClr val="526778"/>
                </a:solidFill>
                <a:latin typeface="DejaVu Sans"/>
                <a:ea typeface="DejaVu Sans"/>
                <a:cs typeface="DejaVu Sans"/>
              </a:defRPr>
            </a:lvl1pPr>
            <a:lvl2pPr algn="r">
              <a:buNone/>
              <a:defRPr sz="1275" b="0">
                <a:solidFill>
                  <a:srgbClr val="526778"/>
                </a:solidFill>
                <a:latin typeface="DejaVu Sans"/>
                <a:ea typeface="DejaVu Sans"/>
                <a:cs typeface="DejaVu Sans"/>
              </a:defRPr>
            </a:lvl2pPr>
            <a:lvl3pPr algn="r">
              <a:buNone/>
              <a:defRPr sz="1275" b="0">
                <a:solidFill>
                  <a:srgbClr val="526778"/>
                </a:solidFill>
                <a:latin typeface="DejaVu Sans"/>
                <a:ea typeface="DejaVu Sans"/>
                <a:cs typeface="DejaVu Sans"/>
              </a:defRPr>
            </a:lvl3pPr>
            <a:lvl4pPr algn="r">
              <a:buNone/>
              <a:defRPr sz="1275" b="0">
                <a:solidFill>
                  <a:srgbClr val="526778"/>
                </a:solidFill>
                <a:latin typeface="DejaVu Sans"/>
                <a:ea typeface="DejaVu Sans"/>
                <a:cs typeface="DejaVu Sans"/>
              </a:defRPr>
            </a:lvl4pPr>
            <a:lvl5pPr algn="r">
              <a:buNone/>
              <a:defRPr sz="1275" b="0">
                <a:solidFill>
                  <a:srgbClr val="526778"/>
                </a:solidFill>
                <a:latin typeface="DejaVu Sans"/>
                <a:ea typeface="DejaVu Sans"/>
                <a:cs typeface="DejaVu Sans"/>
              </a:defRPr>
            </a:lvl5pPr>
            <a:lvl6pPr algn="r">
              <a:buNone/>
              <a:defRPr sz="1275" b="0">
                <a:solidFill>
                  <a:srgbClr val="526778"/>
                </a:solidFill>
                <a:latin typeface="DejaVu Sans"/>
                <a:ea typeface="DejaVu Sans"/>
                <a:cs typeface="DejaVu Sans"/>
              </a:defRPr>
            </a:lvl6pPr>
            <a:lvl7pPr algn="r">
              <a:buNone/>
              <a:defRPr sz="1275" b="0">
                <a:solidFill>
                  <a:srgbClr val="526778"/>
                </a:solidFill>
                <a:latin typeface="DejaVu Sans"/>
                <a:ea typeface="DejaVu Sans"/>
                <a:cs typeface="DejaVu Sans"/>
              </a:defRPr>
            </a:lvl7pPr>
            <a:lvl8pPr algn="r">
              <a:buNone/>
              <a:defRPr sz="1275" b="0">
                <a:solidFill>
                  <a:srgbClr val="526778"/>
                </a:solidFill>
                <a:latin typeface="DejaVu Sans"/>
                <a:ea typeface="DejaVu Sans"/>
                <a:cs typeface="DejaVu Sans"/>
              </a:defRPr>
            </a:lvl8pPr>
            <a:lvl9pPr algn="r">
              <a:buNone/>
              <a:defRPr sz="1275" b="0">
                <a:solidFill>
                  <a:srgbClr val="526778"/>
                </a:solidFill>
                <a:latin typeface="DejaVu Sans"/>
                <a:ea typeface="DejaVu Sans"/>
                <a:cs typeface="DejaVu Sans"/>
              </a:defRPr>
            </a:lvl9pPr>
          </a:lstStyle>
          <a:p xmlns:a="http://schemas.openxmlformats.org/drawingml/2006/main">
            <a:pPr algn="r">
              <a:lnSpc>
                <a:spcPct val="115000"/>
              </a:lnSpc>
              <a:buNone/>
              <a:defRPr sz="1275" b="0">
                <a:solidFill>
                  <a:srgbClr val="526778"/>
                </a:solidFill>
                <a:latin typeface="DejaVu Sans"/>
                <a:ea typeface="DejaVu Sans"/>
                <a:cs typeface="DejaVu Sans"/>
              </a:defRPr>
            </a:pPr>
            <a:r>
              <a:rPr sz="1275" b="0">
                <a:solidFill>
                  <a:srgbClr val="526778"/>
                </a:solidFill>
                <a:latin typeface="DejaVu Sans"/>
                <a:ea typeface="DejaVu Sans"/>
                <a:cs typeface="DejaVu Sans"/>
              </a:rPr>
              <a:t>2</a:t>
            </a:r>
          </a:p>
        </p:txBody>
      </p:sp>
      <p:sp>
        <p:nvSpPr>
          <p:cNvPr id="4" name="node-6">
            <a:extLst xmlns:a="http://schemas.openxmlformats.org/drawingml/2006/main">
              <a:ext uri="{FF2B5EF4-FFF2-40B4-BE49-F238E27FC236}">
                <a16:creationId xmlns:a16="http://schemas.microsoft.com/office/drawing/2014/main" id="{4A3DA343-970D-49E5-954B-7440331FB073}"/>
              </a:ext>
            </a:extLst>
          </p:cNvPr>
          <p:cNvSpPr>
            <a:spLocks xmlns:a="http://schemas.openxmlformats.org/drawingml/2006/main" noGrp="1"/>
          </p:cNvSpPr>
          <p:nvPr/>
        </p:nvSpPr>
        <p:spPr>
          <a:xfrm xmlns:a="http://schemas.openxmlformats.org/drawingml/2006/main">
            <a:off x="609600" y="2095500"/>
            <a:ext cx="2857500" cy="781050"/>
          </a:xfrm>
          <a:prstGeom xmlns:a="http://schemas.openxmlformats.org/drawingml/2006/main" prst="rect">
            <a:avLst/>
          </a:prstGeom>
          <a:solidFill xmlns:a="http://schemas.openxmlformats.org/drawingml/2006/main">
            <a:srgbClr val="FFFFFF"/>
          </a:solidFill>
          <a:ln xmlns:a="http://schemas.openxmlformats.org/drawingml/2006/main" w="15240">
            <a:solidFill>
              <a:srgbClr val="849AA7"/>
            </a:solidFill>
            <a:prstDash val="solid"/>
          </a:ln>
        </p:spPr>
        <p:txBody>
          <a:bodyPr xmlns:a="http://schemas.openxmlformats.org/drawingml/2006/main" wrap="square" lIns="114300" tIns="114300" rIns="114300" bIns="114300" anchor="ctr">
            <a:noAutofit/>
          </a:bodyPr>
          <a:lstStyle xmlns:a="http://schemas.openxmlformats.org/drawingml/2006/main">
            <a:defPPr algn="ctr">
              <a:defRPr sz="1800" b="0">
                <a:solidFill>
                  <a:srgbClr val="102A43"/>
                </a:solidFill>
                <a:latin typeface="DejaVu Sans"/>
                <a:ea typeface="DejaVu Sans"/>
                <a:cs typeface="DejaVu Sans"/>
              </a:defRPr>
            </a:defPPr>
            <a:lvl1pPr algn="ctr">
              <a:buNone/>
              <a:defRPr sz="1800" b="0">
                <a:solidFill>
                  <a:srgbClr val="102A43"/>
                </a:solidFill>
                <a:latin typeface="DejaVu Sans"/>
                <a:ea typeface="DejaVu Sans"/>
                <a:cs typeface="DejaVu Sans"/>
              </a:defRPr>
            </a:lvl1pPr>
            <a:lvl2pPr algn="ctr">
              <a:buNone/>
              <a:defRPr sz="1800" b="0">
                <a:solidFill>
                  <a:srgbClr val="102A43"/>
                </a:solidFill>
                <a:latin typeface="DejaVu Sans"/>
                <a:ea typeface="DejaVu Sans"/>
                <a:cs typeface="DejaVu Sans"/>
              </a:defRPr>
            </a:lvl2pPr>
            <a:lvl3pPr algn="ctr">
              <a:buNone/>
              <a:defRPr sz="1800" b="0">
                <a:solidFill>
                  <a:srgbClr val="102A43"/>
                </a:solidFill>
                <a:latin typeface="DejaVu Sans"/>
                <a:ea typeface="DejaVu Sans"/>
                <a:cs typeface="DejaVu Sans"/>
              </a:defRPr>
            </a:lvl3pPr>
            <a:lvl4pPr algn="ctr">
              <a:buNone/>
              <a:defRPr sz="1800" b="0">
                <a:solidFill>
                  <a:srgbClr val="102A43"/>
                </a:solidFill>
                <a:latin typeface="DejaVu Sans"/>
                <a:ea typeface="DejaVu Sans"/>
                <a:cs typeface="DejaVu Sans"/>
              </a:defRPr>
            </a:lvl4pPr>
            <a:lvl5pPr algn="ctr">
              <a:buNone/>
              <a:defRPr sz="1800" b="0">
                <a:solidFill>
                  <a:srgbClr val="102A43"/>
                </a:solidFill>
                <a:latin typeface="DejaVu Sans"/>
                <a:ea typeface="DejaVu Sans"/>
                <a:cs typeface="DejaVu Sans"/>
              </a:defRPr>
            </a:lvl5pPr>
            <a:lvl6pPr algn="ctr">
              <a:buNone/>
              <a:defRPr sz="1800" b="0">
                <a:solidFill>
                  <a:srgbClr val="102A43"/>
                </a:solidFill>
                <a:latin typeface="DejaVu Sans"/>
                <a:ea typeface="DejaVu Sans"/>
                <a:cs typeface="DejaVu Sans"/>
              </a:defRPr>
            </a:lvl6pPr>
            <a:lvl7pPr algn="ctr">
              <a:buNone/>
              <a:defRPr sz="1800" b="0">
                <a:solidFill>
                  <a:srgbClr val="102A43"/>
                </a:solidFill>
                <a:latin typeface="DejaVu Sans"/>
                <a:ea typeface="DejaVu Sans"/>
                <a:cs typeface="DejaVu Sans"/>
              </a:defRPr>
            </a:lvl7pPr>
            <a:lvl8pPr algn="ctr">
              <a:buNone/>
              <a:defRPr sz="1800" b="0">
                <a:solidFill>
                  <a:srgbClr val="102A43"/>
                </a:solidFill>
                <a:latin typeface="DejaVu Sans"/>
                <a:ea typeface="DejaVu Sans"/>
                <a:cs typeface="DejaVu Sans"/>
              </a:defRPr>
            </a:lvl8pPr>
            <a:lvl9pPr algn="ctr">
              <a:buNone/>
              <a:defRPr sz="1800" b="0">
                <a:solidFill>
                  <a:srgbClr val="102A43"/>
                </a:solidFill>
                <a:latin typeface="DejaVu Sans"/>
                <a:ea typeface="DejaVu Sans"/>
                <a:cs typeface="DejaVu Sans"/>
              </a:defRPr>
            </a:lvl9pPr>
          </a:lstStyle>
          <a:p xmlns:a="http://schemas.openxmlformats.org/drawingml/2006/main">
            <a:pPr algn="ctr">
              <a:buNone/>
              <a:defRPr sz="1800" b="0">
                <a:solidFill>
                  <a:srgbClr val="102A43"/>
                </a:solidFill>
                <a:latin typeface="DejaVu Sans"/>
                <a:ea typeface="DejaVu Sans"/>
                <a:cs typeface="DejaVu Sans"/>
              </a:defRPr>
            </a:pPr>
            <a:r>
              <a:rPr sz="1800" b="0">
                <a:solidFill>
                  <a:srgbClr val="102A43"/>
                </a:solidFill>
                <a:latin typeface="DejaVu Sans"/>
                <a:ea typeface="DejaVu Sans"/>
                <a:cs typeface="DejaVu Sans"/>
              </a:rPr>
              <a:t>Parse and normalize</a:t>
            </a:r>
          </a:p>
        </p:txBody>
      </p:sp>
      <p:sp>
        <p:nvSpPr>
          <p:cNvPr id="5" name="node-7">
            <a:extLst xmlns:a="http://schemas.openxmlformats.org/drawingml/2006/main">
              <a:ext uri="{FF2B5EF4-FFF2-40B4-BE49-F238E27FC236}">
                <a16:creationId xmlns:a16="http://schemas.microsoft.com/office/drawing/2014/main" id="{B8064425-93E9-4902-A99D-637C17902C3C}"/>
              </a:ext>
            </a:extLst>
          </p:cNvPr>
          <p:cNvSpPr>
            <a:spLocks xmlns:a="http://schemas.openxmlformats.org/drawingml/2006/main" noGrp="1"/>
          </p:cNvSpPr>
          <p:nvPr/>
        </p:nvSpPr>
        <p:spPr>
          <a:xfrm xmlns:a="http://schemas.openxmlformats.org/drawingml/2006/main">
            <a:off x="4667250" y="2095500"/>
            <a:ext cx="2857500" cy="781050"/>
          </a:xfrm>
          <a:prstGeom xmlns:a="http://schemas.openxmlformats.org/drawingml/2006/main" prst="rect">
            <a:avLst/>
          </a:prstGeom>
          <a:solidFill xmlns:a="http://schemas.openxmlformats.org/drawingml/2006/main">
            <a:srgbClr val="FFFFFF"/>
          </a:solidFill>
          <a:ln xmlns:a="http://schemas.openxmlformats.org/drawingml/2006/main" w="15240">
            <a:solidFill>
              <a:srgbClr val="849AA7"/>
            </a:solidFill>
            <a:prstDash val="solid"/>
          </a:ln>
        </p:spPr>
        <p:txBody>
          <a:bodyPr xmlns:a="http://schemas.openxmlformats.org/drawingml/2006/main" wrap="square" lIns="114300" tIns="114300" rIns="114300" bIns="114300" anchor="ctr">
            <a:noAutofit/>
          </a:bodyPr>
          <a:lstStyle xmlns:a="http://schemas.openxmlformats.org/drawingml/2006/main">
            <a:defPPr algn="ctr">
              <a:defRPr sz="1800" b="0">
                <a:solidFill>
                  <a:srgbClr val="102A43"/>
                </a:solidFill>
                <a:latin typeface="DejaVu Sans"/>
                <a:ea typeface="DejaVu Sans"/>
                <a:cs typeface="DejaVu Sans"/>
              </a:defRPr>
            </a:defPPr>
            <a:lvl1pPr algn="ctr">
              <a:buNone/>
              <a:defRPr sz="1800" b="0">
                <a:solidFill>
                  <a:srgbClr val="102A43"/>
                </a:solidFill>
                <a:latin typeface="DejaVu Sans"/>
                <a:ea typeface="DejaVu Sans"/>
                <a:cs typeface="DejaVu Sans"/>
              </a:defRPr>
            </a:lvl1pPr>
            <a:lvl2pPr algn="ctr">
              <a:buNone/>
              <a:defRPr sz="1800" b="0">
                <a:solidFill>
                  <a:srgbClr val="102A43"/>
                </a:solidFill>
                <a:latin typeface="DejaVu Sans"/>
                <a:ea typeface="DejaVu Sans"/>
                <a:cs typeface="DejaVu Sans"/>
              </a:defRPr>
            </a:lvl2pPr>
            <a:lvl3pPr algn="ctr">
              <a:buNone/>
              <a:defRPr sz="1800" b="0">
                <a:solidFill>
                  <a:srgbClr val="102A43"/>
                </a:solidFill>
                <a:latin typeface="DejaVu Sans"/>
                <a:ea typeface="DejaVu Sans"/>
                <a:cs typeface="DejaVu Sans"/>
              </a:defRPr>
            </a:lvl3pPr>
            <a:lvl4pPr algn="ctr">
              <a:buNone/>
              <a:defRPr sz="1800" b="0">
                <a:solidFill>
                  <a:srgbClr val="102A43"/>
                </a:solidFill>
                <a:latin typeface="DejaVu Sans"/>
                <a:ea typeface="DejaVu Sans"/>
                <a:cs typeface="DejaVu Sans"/>
              </a:defRPr>
            </a:lvl4pPr>
            <a:lvl5pPr algn="ctr">
              <a:buNone/>
              <a:defRPr sz="1800" b="0">
                <a:solidFill>
                  <a:srgbClr val="102A43"/>
                </a:solidFill>
                <a:latin typeface="DejaVu Sans"/>
                <a:ea typeface="DejaVu Sans"/>
                <a:cs typeface="DejaVu Sans"/>
              </a:defRPr>
            </a:lvl5pPr>
            <a:lvl6pPr algn="ctr">
              <a:buNone/>
              <a:defRPr sz="1800" b="0">
                <a:solidFill>
                  <a:srgbClr val="102A43"/>
                </a:solidFill>
                <a:latin typeface="DejaVu Sans"/>
                <a:ea typeface="DejaVu Sans"/>
                <a:cs typeface="DejaVu Sans"/>
              </a:defRPr>
            </a:lvl6pPr>
            <a:lvl7pPr algn="ctr">
              <a:buNone/>
              <a:defRPr sz="1800" b="0">
                <a:solidFill>
                  <a:srgbClr val="102A43"/>
                </a:solidFill>
                <a:latin typeface="DejaVu Sans"/>
                <a:ea typeface="DejaVu Sans"/>
                <a:cs typeface="DejaVu Sans"/>
              </a:defRPr>
            </a:lvl7pPr>
            <a:lvl8pPr algn="ctr">
              <a:buNone/>
              <a:defRPr sz="1800" b="0">
                <a:solidFill>
                  <a:srgbClr val="102A43"/>
                </a:solidFill>
                <a:latin typeface="DejaVu Sans"/>
                <a:ea typeface="DejaVu Sans"/>
                <a:cs typeface="DejaVu Sans"/>
              </a:defRPr>
            </a:lvl8pPr>
            <a:lvl9pPr algn="ctr">
              <a:buNone/>
              <a:defRPr sz="1800" b="0">
                <a:solidFill>
                  <a:srgbClr val="102A43"/>
                </a:solidFill>
                <a:latin typeface="DejaVu Sans"/>
                <a:ea typeface="DejaVu Sans"/>
                <a:cs typeface="DejaVu Sans"/>
              </a:defRPr>
            </a:lvl9pPr>
          </a:lstStyle>
          <a:p xmlns:a="http://schemas.openxmlformats.org/drawingml/2006/main">
            <a:pPr algn="ctr">
              <a:buNone/>
              <a:defRPr sz="1800" b="0">
                <a:solidFill>
                  <a:srgbClr val="102A43"/>
                </a:solidFill>
                <a:latin typeface="DejaVu Sans"/>
                <a:ea typeface="DejaVu Sans"/>
                <a:cs typeface="DejaVu Sans"/>
              </a:defRPr>
            </a:pPr>
            <a:r>
              <a:rPr sz="1800" b="0">
                <a:solidFill>
                  <a:srgbClr val="102A43"/>
                </a:solidFill>
                <a:latin typeface="DejaVu Sans"/>
                <a:ea typeface="DejaVu Sans"/>
                <a:cs typeface="DejaVu Sans"/>
              </a:rPr>
              <a:t>Validate member intent</a:t>
            </a:r>
          </a:p>
        </p:txBody>
      </p:sp>
      <p:sp>
        <p:nvSpPr>
          <p:cNvPr id="6" name="node-8">
            <a:extLst xmlns:a="http://schemas.openxmlformats.org/drawingml/2006/main">
              <a:ext uri="{FF2B5EF4-FFF2-40B4-BE49-F238E27FC236}">
                <a16:creationId xmlns:a16="http://schemas.microsoft.com/office/drawing/2014/main" id="{205AB2F8-F318-434D-91FD-9D0C972ECD99}"/>
              </a:ext>
            </a:extLst>
          </p:cNvPr>
          <p:cNvSpPr>
            <a:spLocks xmlns:a="http://schemas.openxmlformats.org/drawingml/2006/main" noGrp="1"/>
          </p:cNvSpPr>
          <p:nvPr/>
        </p:nvSpPr>
        <p:spPr>
          <a:xfrm xmlns:a="http://schemas.openxmlformats.org/drawingml/2006/main">
            <a:off x="8724900" y="2095500"/>
            <a:ext cx="2857500" cy="781050"/>
          </a:xfrm>
          <a:prstGeom xmlns:a="http://schemas.openxmlformats.org/drawingml/2006/main" prst="rect">
            <a:avLst/>
          </a:prstGeom>
          <a:solidFill xmlns:a="http://schemas.openxmlformats.org/drawingml/2006/main">
            <a:srgbClr val="FFFFFF"/>
          </a:solidFill>
          <a:ln xmlns:a="http://schemas.openxmlformats.org/drawingml/2006/main" w="15240">
            <a:solidFill>
              <a:srgbClr val="849AA7"/>
            </a:solidFill>
            <a:prstDash val="solid"/>
          </a:ln>
        </p:spPr>
        <p:txBody>
          <a:bodyPr xmlns:a="http://schemas.openxmlformats.org/drawingml/2006/main" wrap="square" lIns="114300" tIns="114300" rIns="114300" bIns="114300" anchor="ctr">
            <a:noAutofit/>
          </a:bodyPr>
          <a:lstStyle xmlns:a="http://schemas.openxmlformats.org/drawingml/2006/main">
            <a:defPPr algn="ctr">
              <a:defRPr sz="1800" b="0">
                <a:solidFill>
                  <a:srgbClr val="102A43"/>
                </a:solidFill>
                <a:latin typeface="DejaVu Sans"/>
                <a:ea typeface="DejaVu Sans"/>
                <a:cs typeface="DejaVu Sans"/>
              </a:defRPr>
            </a:defPPr>
            <a:lvl1pPr algn="ctr">
              <a:buNone/>
              <a:defRPr sz="1800" b="0">
                <a:solidFill>
                  <a:srgbClr val="102A43"/>
                </a:solidFill>
                <a:latin typeface="DejaVu Sans"/>
                <a:ea typeface="DejaVu Sans"/>
                <a:cs typeface="DejaVu Sans"/>
              </a:defRPr>
            </a:lvl1pPr>
            <a:lvl2pPr algn="ctr">
              <a:buNone/>
              <a:defRPr sz="1800" b="0">
                <a:solidFill>
                  <a:srgbClr val="102A43"/>
                </a:solidFill>
                <a:latin typeface="DejaVu Sans"/>
                <a:ea typeface="DejaVu Sans"/>
                <a:cs typeface="DejaVu Sans"/>
              </a:defRPr>
            </a:lvl2pPr>
            <a:lvl3pPr algn="ctr">
              <a:buNone/>
              <a:defRPr sz="1800" b="0">
                <a:solidFill>
                  <a:srgbClr val="102A43"/>
                </a:solidFill>
                <a:latin typeface="DejaVu Sans"/>
                <a:ea typeface="DejaVu Sans"/>
                <a:cs typeface="DejaVu Sans"/>
              </a:defRPr>
            </a:lvl3pPr>
            <a:lvl4pPr algn="ctr">
              <a:buNone/>
              <a:defRPr sz="1800" b="0">
                <a:solidFill>
                  <a:srgbClr val="102A43"/>
                </a:solidFill>
                <a:latin typeface="DejaVu Sans"/>
                <a:ea typeface="DejaVu Sans"/>
                <a:cs typeface="DejaVu Sans"/>
              </a:defRPr>
            </a:lvl4pPr>
            <a:lvl5pPr algn="ctr">
              <a:buNone/>
              <a:defRPr sz="1800" b="0">
                <a:solidFill>
                  <a:srgbClr val="102A43"/>
                </a:solidFill>
                <a:latin typeface="DejaVu Sans"/>
                <a:ea typeface="DejaVu Sans"/>
                <a:cs typeface="DejaVu Sans"/>
              </a:defRPr>
            </a:lvl5pPr>
            <a:lvl6pPr algn="ctr">
              <a:buNone/>
              <a:defRPr sz="1800" b="0">
                <a:solidFill>
                  <a:srgbClr val="102A43"/>
                </a:solidFill>
                <a:latin typeface="DejaVu Sans"/>
                <a:ea typeface="DejaVu Sans"/>
                <a:cs typeface="DejaVu Sans"/>
              </a:defRPr>
            </a:lvl6pPr>
            <a:lvl7pPr algn="ctr">
              <a:buNone/>
              <a:defRPr sz="1800" b="0">
                <a:solidFill>
                  <a:srgbClr val="102A43"/>
                </a:solidFill>
                <a:latin typeface="DejaVu Sans"/>
                <a:ea typeface="DejaVu Sans"/>
                <a:cs typeface="DejaVu Sans"/>
              </a:defRPr>
            </a:lvl7pPr>
            <a:lvl8pPr algn="ctr">
              <a:buNone/>
              <a:defRPr sz="1800" b="0">
                <a:solidFill>
                  <a:srgbClr val="102A43"/>
                </a:solidFill>
                <a:latin typeface="DejaVu Sans"/>
                <a:ea typeface="DejaVu Sans"/>
                <a:cs typeface="DejaVu Sans"/>
              </a:defRPr>
            </a:lvl8pPr>
            <a:lvl9pPr algn="ctr">
              <a:buNone/>
              <a:defRPr sz="1800" b="0">
                <a:solidFill>
                  <a:srgbClr val="102A43"/>
                </a:solidFill>
                <a:latin typeface="DejaVu Sans"/>
                <a:ea typeface="DejaVu Sans"/>
                <a:cs typeface="DejaVu Sans"/>
              </a:defRPr>
            </a:lvl9pPr>
          </a:lstStyle>
          <a:p xmlns:a="http://schemas.openxmlformats.org/drawingml/2006/main">
            <a:pPr algn="ctr">
              <a:buNone/>
              <a:defRPr sz="1800" b="0">
                <a:solidFill>
                  <a:srgbClr val="102A43"/>
                </a:solidFill>
                <a:latin typeface="DejaVu Sans"/>
                <a:ea typeface="DejaVu Sans"/>
                <a:cs typeface="DejaVu Sans"/>
              </a:defRPr>
            </a:pPr>
            <a:r>
              <a:rPr sz="1800" b="0">
                <a:solidFill>
                  <a:srgbClr val="102A43"/>
                </a:solidFill>
                <a:latin typeface="DejaVu Sans"/>
                <a:ea typeface="DejaVu Sans"/>
                <a:cs typeface="DejaVu Sans"/>
              </a:rPr>
              <a:t>Resolve member and GUIDs</a:t>
            </a:r>
          </a:p>
        </p:txBody>
      </p:sp>
      <p:sp>
        <p:nvSpPr>
          <p:cNvPr id="7" name="node-9">
            <a:extLst xmlns:a="http://schemas.openxmlformats.org/drawingml/2006/main">
              <a:ext uri="{FF2B5EF4-FFF2-40B4-BE49-F238E27FC236}">
                <a16:creationId xmlns:a16="http://schemas.microsoft.com/office/drawing/2014/main" id="{CE1F07C9-3825-4AFB-86AA-9AE6FBCBCE64}"/>
              </a:ext>
            </a:extLst>
          </p:cNvPr>
          <p:cNvSpPr>
            <a:spLocks xmlns:a="http://schemas.openxmlformats.org/drawingml/2006/main" noGrp="1"/>
          </p:cNvSpPr>
          <p:nvPr/>
        </p:nvSpPr>
        <p:spPr>
          <a:xfrm xmlns:a="http://schemas.openxmlformats.org/drawingml/2006/main">
            <a:off x="8724900" y="4000500"/>
            <a:ext cx="2857500" cy="781050"/>
          </a:xfrm>
          <a:prstGeom xmlns:a="http://schemas.openxmlformats.org/drawingml/2006/main" prst="rect">
            <a:avLst/>
          </a:prstGeom>
          <a:solidFill xmlns:a="http://schemas.openxmlformats.org/drawingml/2006/main">
            <a:srgbClr val="E4F2F1"/>
          </a:solidFill>
          <a:ln xmlns:a="http://schemas.openxmlformats.org/drawingml/2006/main" w="15240">
            <a:solidFill>
              <a:srgbClr val="007F86"/>
            </a:solidFill>
            <a:prstDash val="solid"/>
          </a:ln>
        </p:spPr>
        <p:txBody>
          <a:bodyPr xmlns:a="http://schemas.openxmlformats.org/drawingml/2006/main" wrap="square" lIns="114300" tIns="114300" rIns="114300" bIns="114300" anchor="ctr">
            <a:noAutofit/>
          </a:bodyPr>
          <a:lstStyle xmlns:a="http://schemas.openxmlformats.org/drawingml/2006/main">
            <a:defPPr algn="ctr">
              <a:defRPr sz="1800" b="1">
                <a:solidFill>
                  <a:srgbClr val="102A43"/>
                </a:solidFill>
                <a:latin typeface="DejaVu Sans"/>
                <a:ea typeface="DejaVu Sans"/>
                <a:cs typeface="DejaVu Sans"/>
              </a:defRPr>
            </a:defPPr>
            <a:lvl1pPr algn="ctr">
              <a:buNone/>
              <a:defRPr sz="1800" b="1">
                <a:solidFill>
                  <a:srgbClr val="102A43"/>
                </a:solidFill>
                <a:latin typeface="DejaVu Sans"/>
                <a:ea typeface="DejaVu Sans"/>
                <a:cs typeface="DejaVu Sans"/>
              </a:defRPr>
            </a:lvl1pPr>
            <a:lvl2pPr algn="ctr">
              <a:buNone/>
              <a:defRPr sz="1800" b="1">
                <a:solidFill>
                  <a:srgbClr val="102A43"/>
                </a:solidFill>
                <a:latin typeface="DejaVu Sans"/>
                <a:ea typeface="DejaVu Sans"/>
                <a:cs typeface="DejaVu Sans"/>
              </a:defRPr>
            </a:lvl2pPr>
            <a:lvl3pPr algn="ctr">
              <a:buNone/>
              <a:defRPr sz="1800" b="1">
                <a:solidFill>
                  <a:srgbClr val="102A43"/>
                </a:solidFill>
                <a:latin typeface="DejaVu Sans"/>
                <a:ea typeface="DejaVu Sans"/>
                <a:cs typeface="DejaVu Sans"/>
              </a:defRPr>
            </a:lvl3pPr>
            <a:lvl4pPr algn="ctr">
              <a:buNone/>
              <a:defRPr sz="1800" b="1">
                <a:solidFill>
                  <a:srgbClr val="102A43"/>
                </a:solidFill>
                <a:latin typeface="DejaVu Sans"/>
                <a:ea typeface="DejaVu Sans"/>
                <a:cs typeface="DejaVu Sans"/>
              </a:defRPr>
            </a:lvl4pPr>
            <a:lvl5pPr algn="ctr">
              <a:buNone/>
              <a:defRPr sz="1800" b="1">
                <a:solidFill>
                  <a:srgbClr val="102A43"/>
                </a:solidFill>
                <a:latin typeface="DejaVu Sans"/>
                <a:ea typeface="DejaVu Sans"/>
                <a:cs typeface="DejaVu Sans"/>
              </a:defRPr>
            </a:lvl5pPr>
            <a:lvl6pPr algn="ctr">
              <a:buNone/>
              <a:defRPr sz="1800" b="1">
                <a:solidFill>
                  <a:srgbClr val="102A43"/>
                </a:solidFill>
                <a:latin typeface="DejaVu Sans"/>
                <a:ea typeface="DejaVu Sans"/>
                <a:cs typeface="DejaVu Sans"/>
              </a:defRPr>
            </a:lvl6pPr>
            <a:lvl7pPr algn="ctr">
              <a:buNone/>
              <a:defRPr sz="1800" b="1">
                <a:solidFill>
                  <a:srgbClr val="102A43"/>
                </a:solidFill>
                <a:latin typeface="DejaVu Sans"/>
                <a:ea typeface="DejaVu Sans"/>
                <a:cs typeface="DejaVu Sans"/>
              </a:defRPr>
            </a:lvl7pPr>
            <a:lvl8pPr algn="ctr">
              <a:buNone/>
              <a:defRPr sz="1800" b="1">
                <a:solidFill>
                  <a:srgbClr val="102A43"/>
                </a:solidFill>
                <a:latin typeface="DejaVu Sans"/>
                <a:ea typeface="DejaVu Sans"/>
                <a:cs typeface="DejaVu Sans"/>
              </a:defRPr>
            </a:lvl8pPr>
            <a:lvl9pPr algn="ctr">
              <a:buNone/>
              <a:defRPr sz="1800" b="1">
                <a:solidFill>
                  <a:srgbClr val="102A43"/>
                </a:solidFill>
                <a:latin typeface="DejaVu Sans"/>
                <a:ea typeface="DejaVu Sans"/>
                <a:cs typeface="DejaVu Sans"/>
              </a:defRPr>
            </a:lvl9pPr>
          </a:lstStyle>
          <a:p xmlns:a="http://schemas.openxmlformats.org/drawingml/2006/main">
            <a:pPr algn="ctr">
              <a:buNone/>
              <a:defRPr sz="1800" b="1">
                <a:solidFill>
                  <a:srgbClr val="102A43"/>
                </a:solidFill>
                <a:latin typeface="DejaVu Sans"/>
                <a:ea typeface="DejaVu Sans"/>
                <a:cs typeface="DejaVu Sans"/>
              </a:defRPr>
            </a:pPr>
            <a:r>
              <a:rPr sz="1800" b="1">
                <a:solidFill>
                  <a:srgbClr val="102A43"/>
                </a:solidFill>
                <a:latin typeface="DejaVu Sans"/>
                <a:ea typeface="DejaVu Sans"/>
                <a:cs typeface="DejaVu Sans"/>
              </a:rPr>
              <a:t>Freeze member plan</a:t>
            </a:r>
          </a:p>
        </p:txBody>
      </p:sp>
      <p:sp>
        <p:nvSpPr>
          <p:cNvPr id="8" name="node-10">
            <a:extLst xmlns:a="http://schemas.openxmlformats.org/drawingml/2006/main">
              <a:ext uri="{FF2B5EF4-FFF2-40B4-BE49-F238E27FC236}">
                <a16:creationId xmlns:a16="http://schemas.microsoft.com/office/drawing/2014/main" id="{10A52ADE-B0F8-46CF-8AD4-E2E9C154A9F6}"/>
              </a:ext>
            </a:extLst>
          </p:cNvPr>
          <p:cNvSpPr>
            <a:spLocks xmlns:a="http://schemas.openxmlformats.org/drawingml/2006/main" noGrp="1"/>
          </p:cNvSpPr>
          <p:nvPr/>
        </p:nvSpPr>
        <p:spPr>
          <a:xfrm xmlns:a="http://schemas.openxmlformats.org/drawingml/2006/main">
            <a:off x="4667250" y="4000500"/>
            <a:ext cx="2857500" cy="781050"/>
          </a:xfrm>
          <a:prstGeom xmlns:a="http://schemas.openxmlformats.org/drawingml/2006/main" prst="rect">
            <a:avLst/>
          </a:prstGeom>
          <a:solidFill xmlns:a="http://schemas.openxmlformats.org/drawingml/2006/main">
            <a:srgbClr val="E4F2F1"/>
          </a:solidFill>
          <a:ln xmlns:a="http://schemas.openxmlformats.org/drawingml/2006/main" w="15240">
            <a:solidFill>
              <a:srgbClr val="007F86"/>
            </a:solidFill>
            <a:prstDash val="solid"/>
          </a:ln>
        </p:spPr>
        <p:txBody>
          <a:bodyPr xmlns:a="http://schemas.openxmlformats.org/drawingml/2006/main" wrap="square" lIns="114300" tIns="114300" rIns="114300" bIns="114300" anchor="ctr">
            <a:noAutofit/>
          </a:bodyPr>
          <a:lstStyle xmlns:a="http://schemas.openxmlformats.org/drawingml/2006/main">
            <a:defPPr algn="ctr">
              <a:defRPr sz="1800" b="1">
                <a:solidFill>
                  <a:srgbClr val="102A43"/>
                </a:solidFill>
                <a:latin typeface="DejaVu Sans"/>
                <a:ea typeface="DejaVu Sans"/>
                <a:cs typeface="DejaVu Sans"/>
              </a:defRPr>
            </a:defPPr>
            <a:lvl1pPr algn="ctr">
              <a:buNone/>
              <a:defRPr sz="1800" b="1">
                <a:solidFill>
                  <a:srgbClr val="102A43"/>
                </a:solidFill>
                <a:latin typeface="DejaVu Sans"/>
                <a:ea typeface="DejaVu Sans"/>
                <a:cs typeface="DejaVu Sans"/>
              </a:defRPr>
            </a:lvl1pPr>
            <a:lvl2pPr algn="ctr">
              <a:buNone/>
              <a:defRPr sz="1800" b="1">
                <a:solidFill>
                  <a:srgbClr val="102A43"/>
                </a:solidFill>
                <a:latin typeface="DejaVu Sans"/>
                <a:ea typeface="DejaVu Sans"/>
                <a:cs typeface="DejaVu Sans"/>
              </a:defRPr>
            </a:lvl2pPr>
            <a:lvl3pPr algn="ctr">
              <a:buNone/>
              <a:defRPr sz="1800" b="1">
                <a:solidFill>
                  <a:srgbClr val="102A43"/>
                </a:solidFill>
                <a:latin typeface="DejaVu Sans"/>
                <a:ea typeface="DejaVu Sans"/>
                <a:cs typeface="DejaVu Sans"/>
              </a:defRPr>
            </a:lvl3pPr>
            <a:lvl4pPr algn="ctr">
              <a:buNone/>
              <a:defRPr sz="1800" b="1">
                <a:solidFill>
                  <a:srgbClr val="102A43"/>
                </a:solidFill>
                <a:latin typeface="DejaVu Sans"/>
                <a:ea typeface="DejaVu Sans"/>
                <a:cs typeface="DejaVu Sans"/>
              </a:defRPr>
            </a:lvl4pPr>
            <a:lvl5pPr algn="ctr">
              <a:buNone/>
              <a:defRPr sz="1800" b="1">
                <a:solidFill>
                  <a:srgbClr val="102A43"/>
                </a:solidFill>
                <a:latin typeface="DejaVu Sans"/>
                <a:ea typeface="DejaVu Sans"/>
                <a:cs typeface="DejaVu Sans"/>
              </a:defRPr>
            </a:lvl5pPr>
            <a:lvl6pPr algn="ctr">
              <a:buNone/>
              <a:defRPr sz="1800" b="1">
                <a:solidFill>
                  <a:srgbClr val="102A43"/>
                </a:solidFill>
                <a:latin typeface="DejaVu Sans"/>
                <a:ea typeface="DejaVu Sans"/>
                <a:cs typeface="DejaVu Sans"/>
              </a:defRPr>
            </a:lvl6pPr>
            <a:lvl7pPr algn="ctr">
              <a:buNone/>
              <a:defRPr sz="1800" b="1">
                <a:solidFill>
                  <a:srgbClr val="102A43"/>
                </a:solidFill>
                <a:latin typeface="DejaVu Sans"/>
                <a:ea typeface="DejaVu Sans"/>
                <a:cs typeface="DejaVu Sans"/>
              </a:defRPr>
            </a:lvl7pPr>
            <a:lvl8pPr algn="ctr">
              <a:buNone/>
              <a:defRPr sz="1800" b="1">
                <a:solidFill>
                  <a:srgbClr val="102A43"/>
                </a:solidFill>
                <a:latin typeface="DejaVu Sans"/>
                <a:ea typeface="DejaVu Sans"/>
                <a:cs typeface="DejaVu Sans"/>
              </a:defRPr>
            </a:lvl8pPr>
            <a:lvl9pPr algn="ctr">
              <a:buNone/>
              <a:defRPr sz="1800" b="1">
                <a:solidFill>
                  <a:srgbClr val="102A43"/>
                </a:solidFill>
                <a:latin typeface="DejaVu Sans"/>
                <a:ea typeface="DejaVu Sans"/>
                <a:cs typeface="DejaVu Sans"/>
              </a:defRPr>
            </a:lvl9pPr>
          </a:lstStyle>
          <a:p xmlns:a="http://schemas.openxmlformats.org/drawingml/2006/main">
            <a:pPr algn="ctr">
              <a:buNone/>
              <a:defRPr sz="1800" b="1">
                <a:solidFill>
                  <a:srgbClr val="102A43"/>
                </a:solidFill>
                <a:latin typeface="DejaVu Sans"/>
                <a:ea typeface="DejaVu Sans"/>
                <a:cs typeface="DejaVu Sans"/>
              </a:defRPr>
            </a:pPr>
            <a:r>
              <a:rPr sz="1800" b="1">
                <a:solidFill>
                  <a:srgbClr val="102A43"/>
                </a:solidFill>
                <a:latin typeface="DejaVu Sans"/>
                <a:ea typeface="DejaVu Sans"/>
                <a:cs typeface="DejaVu Sans"/>
              </a:rPr>
              <a:t>Stage all file requests</a:t>
            </a:r>
          </a:p>
        </p:txBody>
      </p:sp>
      <p:sp>
        <p:nvSpPr>
          <p:cNvPr id="9" name="node-11">
            <a:extLst xmlns:a="http://schemas.openxmlformats.org/drawingml/2006/main">
              <a:ext uri="{FF2B5EF4-FFF2-40B4-BE49-F238E27FC236}">
                <a16:creationId xmlns:a16="http://schemas.microsoft.com/office/drawing/2014/main" id="{937423E0-680D-4551-88F8-DB568F87327E}"/>
              </a:ext>
            </a:extLst>
          </p:cNvPr>
          <p:cNvSpPr>
            <a:spLocks xmlns:a="http://schemas.openxmlformats.org/drawingml/2006/main" noGrp="1"/>
          </p:cNvSpPr>
          <p:nvPr/>
        </p:nvSpPr>
        <p:spPr>
          <a:xfrm xmlns:a="http://schemas.openxmlformats.org/drawingml/2006/main">
            <a:off x="609600" y="4000500"/>
            <a:ext cx="2857500" cy="781050"/>
          </a:xfrm>
          <a:prstGeom xmlns:a="http://schemas.openxmlformats.org/drawingml/2006/main" prst="rect">
            <a:avLst/>
          </a:prstGeom>
          <a:solidFill xmlns:a="http://schemas.openxmlformats.org/drawingml/2006/main">
            <a:srgbClr val="FFFFFF"/>
          </a:solidFill>
          <a:ln xmlns:a="http://schemas.openxmlformats.org/drawingml/2006/main" w="15240">
            <a:solidFill>
              <a:srgbClr val="849AA7"/>
            </a:solidFill>
            <a:prstDash val="solid"/>
          </a:ln>
        </p:spPr>
        <p:txBody>
          <a:bodyPr xmlns:a="http://schemas.openxmlformats.org/drawingml/2006/main" wrap="square" lIns="114300" tIns="114300" rIns="114300" bIns="114300" anchor="ctr">
            <a:noAutofit/>
          </a:bodyPr>
          <a:lstStyle xmlns:a="http://schemas.openxmlformats.org/drawingml/2006/main">
            <a:defPPr algn="ctr">
              <a:defRPr sz="1800" b="0">
                <a:solidFill>
                  <a:srgbClr val="102A43"/>
                </a:solidFill>
                <a:latin typeface="DejaVu Sans"/>
                <a:ea typeface="DejaVu Sans"/>
                <a:cs typeface="DejaVu Sans"/>
              </a:defRPr>
            </a:defPPr>
            <a:lvl1pPr algn="ctr">
              <a:buNone/>
              <a:defRPr sz="1800" b="0">
                <a:solidFill>
                  <a:srgbClr val="102A43"/>
                </a:solidFill>
                <a:latin typeface="DejaVu Sans"/>
                <a:ea typeface="DejaVu Sans"/>
                <a:cs typeface="DejaVu Sans"/>
              </a:defRPr>
            </a:lvl1pPr>
            <a:lvl2pPr algn="ctr">
              <a:buNone/>
              <a:defRPr sz="1800" b="0">
                <a:solidFill>
                  <a:srgbClr val="102A43"/>
                </a:solidFill>
                <a:latin typeface="DejaVu Sans"/>
                <a:ea typeface="DejaVu Sans"/>
                <a:cs typeface="DejaVu Sans"/>
              </a:defRPr>
            </a:lvl2pPr>
            <a:lvl3pPr algn="ctr">
              <a:buNone/>
              <a:defRPr sz="1800" b="0">
                <a:solidFill>
                  <a:srgbClr val="102A43"/>
                </a:solidFill>
                <a:latin typeface="DejaVu Sans"/>
                <a:ea typeface="DejaVu Sans"/>
                <a:cs typeface="DejaVu Sans"/>
              </a:defRPr>
            </a:lvl3pPr>
            <a:lvl4pPr algn="ctr">
              <a:buNone/>
              <a:defRPr sz="1800" b="0">
                <a:solidFill>
                  <a:srgbClr val="102A43"/>
                </a:solidFill>
                <a:latin typeface="DejaVu Sans"/>
                <a:ea typeface="DejaVu Sans"/>
                <a:cs typeface="DejaVu Sans"/>
              </a:defRPr>
            </a:lvl4pPr>
            <a:lvl5pPr algn="ctr">
              <a:buNone/>
              <a:defRPr sz="1800" b="0">
                <a:solidFill>
                  <a:srgbClr val="102A43"/>
                </a:solidFill>
                <a:latin typeface="DejaVu Sans"/>
                <a:ea typeface="DejaVu Sans"/>
                <a:cs typeface="DejaVu Sans"/>
              </a:defRPr>
            </a:lvl5pPr>
            <a:lvl6pPr algn="ctr">
              <a:buNone/>
              <a:defRPr sz="1800" b="0">
                <a:solidFill>
                  <a:srgbClr val="102A43"/>
                </a:solidFill>
                <a:latin typeface="DejaVu Sans"/>
                <a:ea typeface="DejaVu Sans"/>
                <a:cs typeface="DejaVu Sans"/>
              </a:defRPr>
            </a:lvl6pPr>
            <a:lvl7pPr algn="ctr">
              <a:buNone/>
              <a:defRPr sz="1800" b="0">
                <a:solidFill>
                  <a:srgbClr val="102A43"/>
                </a:solidFill>
                <a:latin typeface="DejaVu Sans"/>
                <a:ea typeface="DejaVu Sans"/>
                <a:cs typeface="DejaVu Sans"/>
              </a:defRPr>
            </a:lvl7pPr>
            <a:lvl8pPr algn="ctr">
              <a:buNone/>
              <a:defRPr sz="1800" b="0">
                <a:solidFill>
                  <a:srgbClr val="102A43"/>
                </a:solidFill>
                <a:latin typeface="DejaVu Sans"/>
                <a:ea typeface="DejaVu Sans"/>
                <a:cs typeface="DejaVu Sans"/>
              </a:defRPr>
            </a:lvl8pPr>
            <a:lvl9pPr algn="ctr">
              <a:buNone/>
              <a:defRPr sz="1800" b="0">
                <a:solidFill>
                  <a:srgbClr val="102A43"/>
                </a:solidFill>
                <a:latin typeface="DejaVu Sans"/>
                <a:ea typeface="DejaVu Sans"/>
                <a:cs typeface="DejaVu Sans"/>
              </a:defRPr>
            </a:lvl9pPr>
          </a:lstStyle>
          <a:p xmlns:a="http://schemas.openxmlformats.org/drawingml/2006/main">
            <a:pPr algn="ctr">
              <a:buNone/>
              <a:defRPr sz="1800" b="0">
                <a:solidFill>
                  <a:srgbClr val="102A43"/>
                </a:solidFill>
                <a:latin typeface="DejaVu Sans"/>
                <a:ea typeface="DejaVu Sans"/>
                <a:cs typeface="DejaVu Sans"/>
              </a:defRPr>
            </a:pPr>
            <a:r>
              <a:rPr sz="1800" b="0">
                <a:solidFill>
                  <a:srgbClr val="102A43"/>
                </a:solidFill>
                <a:latin typeface="DejaVu Sans"/>
                <a:ea typeface="DejaVu Sans"/>
                <a:cs typeface="DejaVu Sans"/>
              </a:rPr>
              <a:t>Preview or POST</a:t>
            </a:r>
          </a:p>
        </p:txBody>
      </p:sp>
      <p:sp>
        <p:nvSpPr>
          <p:cNvPr id="15" name="text-12">
            <a:extLst xmlns:a="http://schemas.openxmlformats.org/drawingml/2006/main">
              <a:ext uri="{FF2B5EF4-FFF2-40B4-BE49-F238E27FC236}">
                <a16:creationId xmlns:a16="http://schemas.microsoft.com/office/drawing/2014/main" id="{26EC6010-E4FB-4E5E-AE46-D8E1D6D7E8AE}"/>
              </a:ext>
            </a:extLst>
          </p:cNvPr>
          <p:cNvSpPr>
            <a:spLocks xmlns:a="http://schemas.openxmlformats.org/drawingml/2006/main" noGrp="1"/>
          </p:cNvSpPr>
          <p:nvPr/>
        </p:nvSpPr>
        <p:spPr>
          <a:xfrm xmlns:a="http://schemas.openxmlformats.org/drawingml/2006/main">
            <a:off x="609600" y="5429250"/>
            <a:ext cx="109728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007F86"/>
                </a:solidFill>
                <a:latin typeface="DejaVu Sans"/>
                <a:ea typeface="DejaVu Sans"/>
                <a:cs typeface="DejaVu Sans"/>
              </a:defRPr>
            </a:defPPr>
            <a:lvl1pPr algn="l">
              <a:buNone/>
              <a:defRPr sz="2250" b="1">
                <a:solidFill>
                  <a:srgbClr val="007F86"/>
                </a:solidFill>
                <a:latin typeface="DejaVu Sans"/>
                <a:ea typeface="DejaVu Sans"/>
                <a:cs typeface="DejaVu Sans"/>
              </a:defRPr>
            </a:lvl1pPr>
            <a:lvl2pPr algn="l">
              <a:buNone/>
              <a:defRPr sz="2250" b="1">
                <a:solidFill>
                  <a:srgbClr val="007F86"/>
                </a:solidFill>
                <a:latin typeface="DejaVu Sans"/>
                <a:ea typeface="DejaVu Sans"/>
                <a:cs typeface="DejaVu Sans"/>
              </a:defRPr>
            </a:lvl2pPr>
            <a:lvl3pPr algn="l">
              <a:buNone/>
              <a:defRPr sz="2250" b="1">
                <a:solidFill>
                  <a:srgbClr val="007F86"/>
                </a:solidFill>
                <a:latin typeface="DejaVu Sans"/>
                <a:ea typeface="DejaVu Sans"/>
                <a:cs typeface="DejaVu Sans"/>
              </a:defRPr>
            </a:lvl3pPr>
            <a:lvl4pPr algn="l">
              <a:buNone/>
              <a:defRPr sz="2250" b="1">
                <a:solidFill>
                  <a:srgbClr val="007F86"/>
                </a:solidFill>
                <a:latin typeface="DejaVu Sans"/>
                <a:ea typeface="DejaVu Sans"/>
                <a:cs typeface="DejaVu Sans"/>
              </a:defRPr>
            </a:lvl4pPr>
            <a:lvl5pPr algn="l">
              <a:buNone/>
              <a:defRPr sz="2250" b="1">
                <a:solidFill>
                  <a:srgbClr val="007F86"/>
                </a:solidFill>
                <a:latin typeface="DejaVu Sans"/>
                <a:ea typeface="DejaVu Sans"/>
                <a:cs typeface="DejaVu Sans"/>
              </a:defRPr>
            </a:lvl5pPr>
            <a:lvl6pPr algn="l">
              <a:buNone/>
              <a:defRPr sz="2250" b="1">
                <a:solidFill>
                  <a:srgbClr val="007F86"/>
                </a:solidFill>
                <a:latin typeface="DejaVu Sans"/>
                <a:ea typeface="DejaVu Sans"/>
                <a:cs typeface="DejaVu Sans"/>
              </a:defRPr>
            </a:lvl6pPr>
            <a:lvl7pPr algn="l">
              <a:buNone/>
              <a:defRPr sz="2250" b="1">
                <a:solidFill>
                  <a:srgbClr val="007F86"/>
                </a:solidFill>
                <a:latin typeface="DejaVu Sans"/>
                <a:ea typeface="DejaVu Sans"/>
                <a:cs typeface="DejaVu Sans"/>
              </a:defRPr>
            </a:lvl7pPr>
            <a:lvl8pPr algn="l">
              <a:buNone/>
              <a:defRPr sz="2250" b="1">
                <a:solidFill>
                  <a:srgbClr val="007F86"/>
                </a:solidFill>
                <a:latin typeface="DejaVu Sans"/>
                <a:ea typeface="DejaVu Sans"/>
                <a:cs typeface="DejaVu Sans"/>
              </a:defRPr>
            </a:lvl8pPr>
            <a:lvl9pPr algn="l">
              <a:buNone/>
              <a:defRPr sz="2250" b="1">
                <a:solidFill>
                  <a:srgbClr val="007F86"/>
                </a:solidFill>
                <a:latin typeface="DejaVu Sans"/>
                <a:ea typeface="DejaVu Sans"/>
                <a:cs typeface="DejaVu Sans"/>
              </a:defRPr>
            </a:lvl9pPr>
          </a:lstStyle>
          <a:p xmlns:a="http://schemas.openxmlformats.org/drawingml/2006/main">
            <a:pPr algn="l">
              <a:lnSpc>
                <a:spcPct val="115000"/>
              </a:lnSpc>
              <a:buNone/>
              <a:defRPr sz="2250" b="1">
                <a:solidFill>
                  <a:srgbClr val="007F86"/>
                </a:solidFill>
                <a:latin typeface="DejaVu Sans"/>
                <a:ea typeface="DejaVu Sans"/>
                <a:cs typeface="DejaVu Sans"/>
              </a:defRPr>
            </a:pPr>
            <a:r>
              <a:rPr sz="2250" b="1">
                <a:solidFill>
                  <a:srgbClr val="007F86"/>
                </a:solidFill>
                <a:latin typeface="DejaVu Sans"/>
                <a:ea typeface="DejaVu Sans"/>
                <a:cs typeface="DejaVu Sans"/>
              </a:rPr>
              <a:t>One POST array: [PCDS entry, P2PDS entry]</a:t>
            </a:r>
          </a:p>
        </p:txBody>
      </p:sp>
    </p:spTree>
    <p:extLst>
      <p:ext uri="{BB962C8B-B14F-4D97-AF65-F5344CB8AC3E}">
        <p14:creationId xmlns:p14="http://schemas.microsoft.com/office/powerpoint/2010/main" val="25453490"/>
      </p:ext>
    </p:extLst>
  </p:cSld>
</p:sld>
</file>

<file path=ppt/slides/slide3.xml><?xml version="1.0" encoding="utf-8"?>
<p:sld xmlns:p="http://schemas.openxmlformats.org/presentationml/2006/main">
  <p:cSld>
    <p:bg>
      <p:bgPr>
        <a:solidFill xmlns:a="http://schemas.openxmlformats.org/drawingml/2006/main">
          <a:srgbClr val="F6F8FA"/>
        </a:solidFill>
      </p:bgPr>
    </p:bg>
    <p:spTree>
      <p:nvGrpSpPr>
        <p:cNvPr id="1" name=""/>
        <p:cNvGrpSpPr/>
        <p:nvPr/>
      </p:nvGrpSpPr>
      <p:grpSpPr>
        <a:xfrm xmlns:a="http://schemas.openxmlformats.org/drawingml/2006/main"/>
      </p:grpSpPr>
      <p:sp>
        <p:nvSpPr>
          <p:cNvPr id="5" name="slide-title">
            <a:extLst xmlns:a="http://schemas.openxmlformats.org/drawingml/2006/main">
              <a:ext uri="{FF2B5EF4-FFF2-40B4-BE49-F238E27FC236}">
                <a16:creationId xmlns:a16="http://schemas.microsoft.com/office/drawing/2014/main" id="{D153A5EA-A1FE-49AF-AF32-B5681A08CEEC}"/>
              </a:ext>
            </a:extLst>
          </p:cNvPr>
          <p:cNvSpPr>
            <a:spLocks xmlns:a="http://schemas.openxmlformats.org/drawingml/2006/main" noGrp="1"/>
          </p:cNvSpPr>
          <p:nvPr/>
        </p:nvSpPr>
        <p:spPr>
          <a:xfrm xmlns:a="http://schemas.openxmlformats.org/drawingml/2006/main">
            <a:off x="609600" y="438150"/>
            <a:ext cx="109728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300" b="1">
                <a:solidFill>
                  <a:srgbClr val="102A43"/>
                </a:solidFill>
                <a:latin typeface="DejaVu Sans"/>
                <a:ea typeface="DejaVu Sans"/>
                <a:cs typeface="DejaVu Sans"/>
              </a:defRPr>
            </a:defPPr>
            <a:lvl1pPr algn="l">
              <a:buNone/>
              <a:defRPr sz="3300" b="1">
                <a:solidFill>
                  <a:srgbClr val="102A43"/>
                </a:solidFill>
                <a:latin typeface="DejaVu Sans"/>
                <a:ea typeface="DejaVu Sans"/>
                <a:cs typeface="DejaVu Sans"/>
              </a:defRPr>
            </a:lvl1pPr>
            <a:lvl2pPr algn="l">
              <a:buNone/>
              <a:defRPr sz="3300" b="1">
                <a:solidFill>
                  <a:srgbClr val="102A43"/>
                </a:solidFill>
                <a:latin typeface="DejaVu Sans"/>
                <a:ea typeface="DejaVu Sans"/>
                <a:cs typeface="DejaVu Sans"/>
              </a:defRPr>
            </a:lvl2pPr>
            <a:lvl3pPr algn="l">
              <a:buNone/>
              <a:defRPr sz="3300" b="1">
                <a:solidFill>
                  <a:srgbClr val="102A43"/>
                </a:solidFill>
                <a:latin typeface="DejaVu Sans"/>
                <a:ea typeface="DejaVu Sans"/>
                <a:cs typeface="DejaVu Sans"/>
              </a:defRPr>
            </a:lvl3pPr>
            <a:lvl4pPr algn="l">
              <a:buNone/>
              <a:defRPr sz="3300" b="1">
                <a:solidFill>
                  <a:srgbClr val="102A43"/>
                </a:solidFill>
                <a:latin typeface="DejaVu Sans"/>
                <a:ea typeface="DejaVu Sans"/>
                <a:cs typeface="DejaVu Sans"/>
              </a:defRPr>
            </a:lvl4pPr>
            <a:lvl5pPr algn="l">
              <a:buNone/>
              <a:defRPr sz="3300" b="1">
                <a:solidFill>
                  <a:srgbClr val="102A43"/>
                </a:solidFill>
                <a:latin typeface="DejaVu Sans"/>
                <a:ea typeface="DejaVu Sans"/>
                <a:cs typeface="DejaVu Sans"/>
              </a:defRPr>
            </a:lvl5pPr>
            <a:lvl6pPr algn="l">
              <a:buNone/>
              <a:defRPr sz="3300" b="1">
                <a:solidFill>
                  <a:srgbClr val="102A43"/>
                </a:solidFill>
                <a:latin typeface="DejaVu Sans"/>
                <a:ea typeface="DejaVu Sans"/>
                <a:cs typeface="DejaVu Sans"/>
              </a:defRPr>
            </a:lvl6pPr>
            <a:lvl7pPr algn="l">
              <a:buNone/>
              <a:defRPr sz="3300" b="1">
                <a:solidFill>
                  <a:srgbClr val="102A43"/>
                </a:solidFill>
                <a:latin typeface="DejaVu Sans"/>
                <a:ea typeface="DejaVu Sans"/>
                <a:cs typeface="DejaVu Sans"/>
              </a:defRPr>
            </a:lvl7pPr>
            <a:lvl8pPr algn="l">
              <a:buNone/>
              <a:defRPr sz="3300" b="1">
                <a:solidFill>
                  <a:srgbClr val="102A43"/>
                </a:solidFill>
                <a:latin typeface="DejaVu Sans"/>
                <a:ea typeface="DejaVu Sans"/>
                <a:cs typeface="DejaVu Sans"/>
              </a:defRPr>
            </a:lvl8pPr>
            <a:lvl9pPr algn="l">
              <a:buNone/>
              <a:defRPr sz="3300" b="1">
                <a:solidFill>
                  <a:srgbClr val="102A43"/>
                </a:solidFill>
                <a:latin typeface="DejaVu Sans"/>
                <a:ea typeface="DejaVu Sans"/>
                <a:cs typeface="DejaVu Sans"/>
              </a:defRPr>
            </a:lvl9pPr>
          </a:lstStyle>
          <a:p xmlns:a="http://schemas.openxmlformats.org/drawingml/2006/main">
            <a:pPr algn="l">
              <a:lnSpc>
                <a:spcPct val="115000"/>
              </a:lnSpc>
              <a:buNone/>
              <a:defRPr sz="3300" b="1">
                <a:solidFill>
                  <a:srgbClr val="102A43"/>
                </a:solidFill>
                <a:latin typeface="DejaVu Sans"/>
                <a:ea typeface="DejaVu Sans"/>
                <a:cs typeface="DejaVu Sans"/>
              </a:defRPr>
            </a:pPr>
            <a:r>
              <a:rPr sz="3300" b="1">
                <a:solidFill>
                  <a:srgbClr val="102A43"/>
                </a:solidFill>
                <a:latin typeface="DejaVu Sans"/>
                <a:ea typeface="DejaVu Sans"/>
                <a:cs typeface="DejaVu Sans"/>
              </a:rPr>
              <a:t>Source fields and request targets</a:t>
            </a:r>
          </a:p>
        </p:txBody>
      </p:sp>
      <p:sp>
        <p:nvSpPr>
          <p:cNvPr id="2" name="text-13">
            <a:extLst xmlns:a="http://schemas.openxmlformats.org/drawingml/2006/main">
              <a:ext uri="{FF2B5EF4-FFF2-40B4-BE49-F238E27FC236}">
                <a16:creationId xmlns:a16="http://schemas.microsoft.com/office/drawing/2014/main" id="{70F7F017-2101-424E-A6E4-16C0752037B4}"/>
              </a:ext>
            </a:extLst>
          </p:cNvPr>
          <p:cNvSpPr>
            <a:spLocks xmlns:a="http://schemas.openxmlformats.org/drawingml/2006/main" noGrp="1"/>
          </p:cNvSpPr>
          <p:nvPr/>
        </p:nvSpPr>
        <p:spPr>
          <a:xfrm xmlns:a="http://schemas.openxmlformats.org/drawingml/2006/main">
            <a:off x="609600" y="1371600"/>
            <a:ext cx="109728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526778"/>
                </a:solidFill>
                <a:latin typeface="DejaVu Sans"/>
                <a:ea typeface="DejaVu Sans"/>
                <a:cs typeface="DejaVu Sans"/>
              </a:defRPr>
            </a:defPPr>
            <a:lvl1pPr algn="l">
              <a:buNone/>
              <a:defRPr sz="1875" b="0">
                <a:solidFill>
                  <a:srgbClr val="526778"/>
                </a:solidFill>
                <a:latin typeface="DejaVu Sans"/>
                <a:ea typeface="DejaVu Sans"/>
                <a:cs typeface="DejaVu Sans"/>
              </a:defRPr>
            </a:lvl1pPr>
            <a:lvl2pPr algn="l">
              <a:buNone/>
              <a:defRPr sz="1875" b="0">
                <a:solidFill>
                  <a:srgbClr val="526778"/>
                </a:solidFill>
                <a:latin typeface="DejaVu Sans"/>
                <a:ea typeface="DejaVu Sans"/>
                <a:cs typeface="DejaVu Sans"/>
              </a:defRPr>
            </a:lvl2pPr>
            <a:lvl3pPr algn="l">
              <a:buNone/>
              <a:defRPr sz="1875" b="0">
                <a:solidFill>
                  <a:srgbClr val="526778"/>
                </a:solidFill>
                <a:latin typeface="DejaVu Sans"/>
                <a:ea typeface="DejaVu Sans"/>
                <a:cs typeface="DejaVu Sans"/>
              </a:defRPr>
            </a:lvl3pPr>
            <a:lvl4pPr algn="l">
              <a:buNone/>
              <a:defRPr sz="1875" b="0">
                <a:solidFill>
                  <a:srgbClr val="526778"/>
                </a:solidFill>
                <a:latin typeface="DejaVu Sans"/>
                <a:ea typeface="DejaVu Sans"/>
                <a:cs typeface="DejaVu Sans"/>
              </a:defRPr>
            </a:lvl4pPr>
            <a:lvl5pPr algn="l">
              <a:buNone/>
              <a:defRPr sz="1875" b="0">
                <a:solidFill>
                  <a:srgbClr val="526778"/>
                </a:solidFill>
                <a:latin typeface="DejaVu Sans"/>
                <a:ea typeface="DejaVu Sans"/>
                <a:cs typeface="DejaVu Sans"/>
              </a:defRPr>
            </a:lvl5pPr>
            <a:lvl6pPr algn="l">
              <a:buNone/>
              <a:defRPr sz="1875" b="0">
                <a:solidFill>
                  <a:srgbClr val="526778"/>
                </a:solidFill>
                <a:latin typeface="DejaVu Sans"/>
                <a:ea typeface="DejaVu Sans"/>
                <a:cs typeface="DejaVu Sans"/>
              </a:defRPr>
            </a:lvl6pPr>
            <a:lvl7pPr algn="l">
              <a:buNone/>
              <a:defRPr sz="1875" b="0">
                <a:solidFill>
                  <a:srgbClr val="526778"/>
                </a:solidFill>
                <a:latin typeface="DejaVu Sans"/>
                <a:ea typeface="DejaVu Sans"/>
                <a:cs typeface="DejaVu Sans"/>
              </a:defRPr>
            </a:lvl7pPr>
            <a:lvl8pPr algn="l">
              <a:buNone/>
              <a:defRPr sz="1875" b="0">
                <a:solidFill>
                  <a:srgbClr val="526778"/>
                </a:solidFill>
                <a:latin typeface="DejaVu Sans"/>
                <a:ea typeface="DejaVu Sans"/>
                <a:cs typeface="DejaVu Sans"/>
              </a:defRPr>
            </a:lvl8pPr>
            <a:lvl9pPr algn="l">
              <a:buNone/>
              <a:defRPr sz="1875" b="0">
                <a:solidFill>
                  <a:srgbClr val="526778"/>
                </a:solidFill>
                <a:latin typeface="DejaVu Sans"/>
                <a:ea typeface="DejaVu Sans"/>
                <a:cs typeface="DejaVu Sans"/>
              </a:defRPr>
            </a:lvl9pPr>
          </a:lstStyle>
          <a:p xmlns:a="http://schemas.openxmlformats.org/drawingml/2006/main">
            <a:pPr algn="l">
              <a:lnSpc>
                <a:spcPct val="115000"/>
              </a:lnSpc>
              <a:buNone/>
              <a:defRPr sz="1875" b="0">
                <a:solidFill>
                  <a:srgbClr val="526778"/>
                </a:solidFill>
                <a:latin typeface="DejaVu Sans"/>
                <a:ea typeface="DejaVu Sans"/>
                <a:cs typeface="DejaVu Sans"/>
              </a:defRPr>
            </a:pPr>
            <a:r>
              <a:rPr sz="1875" b="0">
                <a:solidFill>
                  <a:srgbClr val="526778"/>
                </a:solidFill>
                <a:latin typeface="DejaVu Sans"/>
                <a:ea typeface="DejaVu Sans"/>
                <a:cs typeface="DejaVu Sans"/>
              </a:rPr>
              <a:t>Thirty input fields describe the member, consent intent and payer coverage.</a:t>
            </a:r>
          </a:p>
        </p:txBody>
      </p:sp>
      <p:sp>
        <p:nvSpPr>
          <p:cNvPr id="3" name="slide-number">
            <a:extLst xmlns:a="http://schemas.openxmlformats.org/drawingml/2006/main">
              <a:ext uri="{FF2B5EF4-FFF2-40B4-BE49-F238E27FC236}">
                <a16:creationId xmlns:a16="http://schemas.microsoft.com/office/drawing/2014/main" id="{117553A7-8724-4E1B-BB31-BD3C090C0AC5}"/>
              </a:ext>
            </a:extLst>
          </p:cNvPr>
          <p:cNvSpPr>
            <a:spLocks xmlns:a="http://schemas.openxmlformats.org/drawingml/2006/main" noGrp="1"/>
          </p:cNvSpPr>
          <p:nvPr/>
        </p:nvSpPr>
        <p:spPr>
          <a:xfrm xmlns:a="http://schemas.openxmlformats.org/drawingml/2006/main">
            <a:off x="11182350" y="6391275"/>
            <a:ext cx="4000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275" b="0">
                <a:solidFill>
                  <a:srgbClr val="526778"/>
                </a:solidFill>
                <a:latin typeface="DejaVu Sans"/>
                <a:ea typeface="DejaVu Sans"/>
                <a:cs typeface="DejaVu Sans"/>
              </a:defRPr>
            </a:defPPr>
            <a:lvl1pPr algn="r">
              <a:buNone/>
              <a:defRPr sz="1275" b="0">
                <a:solidFill>
                  <a:srgbClr val="526778"/>
                </a:solidFill>
                <a:latin typeface="DejaVu Sans"/>
                <a:ea typeface="DejaVu Sans"/>
                <a:cs typeface="DejaVu Sans"/>
              </a:defRPr>
            </a:lvl1pPr>
            <a:lvl2pPr algn="r">
              <a:buNone/>
              <a:defRPr sz="1275" b="0">
                <a:solidFill>
                  <a:srgbClr val="526778"/>
                </a:solidFill>
                <a:latin typeface="DejaVu Sans"/>
                <a:ea typeface="DejaVu Sans"/>
                <a:cs typeface="DejaVu Sans"/>
              </a:defRPr>
            </a:lvl2pPr>
            <a:lvl3pPr algn="r">
              <a:buNone/>
              <a:defRPr sz="1275" b="0">
                <a:solidFill>
                  <a:srgbClr val="526778"/>
                </a:solidFill>
                <a:latin typeface="DejaVu Sans"/>
                <a:ea typeface="DejaVu Sans"/>
                <a:cs typeface="DejaVu Sans"/>
              </a:defRPr>
            </a:lvl3pPr>
            <a:lvl4pPr algn="r">
              <a:buNone/>
              <a:defRPr sz="1275" b="0">
                <a:solidFill>
                  <a:srgbClr val="526778"/>
                </a:solidFill>
                <a:latin typeface="DejaVu Sans"/>
                <a:ea typeface="DejaVu Sans"/>
                <a:cs typeface="DejaVu Sans"/>
              </a:defRPr>
            </a:lvl4pPr>
            <a:lvl5pPr algn="r">
              <a:buNone/>
              <a:defRPr sz="1275" b="0">
                <a:solidFill>
                  <a:srgbClr val="526778"/>
                </a:solidFill>
                <a:latin typeface="DejaVu Sans"/>
                <a:ea typeface="DejaVu Sans"/>
                <a:cs typeface="DejaVu Sans"/>
              </a:defRPr>
            </a:lvl5pPr>
            <a:lvl6pPr algn="r">
              <a:buNone/>
              <a:defRPr sz="1275" b="0">
                <a:solidFill>
                  <a:srgbClr val="526778"/>
                </a:solidFill>
                <a:latin typeface="DejaVu Sans"/>
                <a:ea typeface="DejaVu Sans"/>
                <a:cs typeface="DejaVu Sans"/>
              </a:defRPr>
            </a:lvl6pPr>
            <a:lvl7pPr algn="r">
              <a:buNone/>
              <a:defRPr sz="1275" b="0">
                <a:solidFill>
                  <a:srgbClr val="526778"/>
                </a:solidFill>
                <a:latin typeface="DejaVu Sans"/>
                <a:ea typeface="DejaVu Sans"/>
                <a:cs typeface="DejaVu Sans"/>
              </a:defRPr>
            </a:lvl7pPr>
            <a:lvl8pPr algn="r">
              <a:buNone/>
              <a:defRPr sz="1275" b="0">
                <a:solidFill>
                  <a:srgbClr val="526778"/>
                </a:solidFill>
                <a:latin typeface="DejaVu Sans"/>
                <a:ea typeface="DejaVu Sans"/>
                <a:cs typeface="DejaVu Sans"/>
              </a:defRPr>
            </a:lvl8pPr>
            <a:lvl9pPr algn="r">
              <a:buNone/>
              <a:defRPr sz="1275" b="0">
                <a:solidFill>
                  <a:srgbClr val="526778"/>
                </a:solidFill>
                <a:latin typeface="DejaVu Sans"/>
                <a:ea typeface="DejaVu Sans"/>
                <a:cs typeface="DejaVu Sans"/>
              </a:defRPr>
            </a:lvl9pPr>
          </a:lstStyle>
          <a:p xmlns:a="http://schemas.openxmlformats.org/drawingml/2006/main">
            <a:pPr algn="r">
              <a:lnSpc>
                <a:spcPct val="115000"/>
              </a:lnSpc>
              <a:buNone/>
              <a:defRPr sz="1275" b="0">
                <a:solidFill>
                  <a:srgbClr val="526778"/>
                </a:solidFill>
                <a:latin typeface="DejaVu Sans"/>
                <a:ea typeface="DejaVu Sans"/>
                <a:cs typeface="DejaVu Sans"/>
              </a:defRPr>
            </a:pPr>
            <a:r>
              <a:rPr sz="1275" b="0">
                <a:solidFill>
                  <a:srgbClr val="526778"/>
                </a:solidFill>
                <a:latin typeface="DejaVu Sans"/>
                <a:ea typeface="DejaVu Sans"/>
                <a:cs typeface="DejaVu Sans"/>
              </a:rPr>
              <a:t>3</a:t>
            </a:r>
          </a:p>
        </p:txBody>
      </p:sp>
      <p:graphicFrame>
        <p:nvGraphicFramePr>
          <p:cNvPr id="4" name="">
            <a:extLst xmlns:a="http://schemas.openxmlformats.org/drawingml/2006/main">
              <a:ext uri="{FF2B5EF4-FFF2-40B4-BE49-F238E27FC236}">
                <a16:creationId xmlns:a16="http://schemas.microsoft.com/office/drawing/2014/main" id="{F8656BC2-3A62-44AB-8AAE-61D0C2468FD2}"/>
              </a:ext>
            </a:extLst>
          </p:cNvPr>
          <p:cNvGraphicFramePr/>
          <p:nvPr/>
        </p:nvGraphicFramePr>
        <p:xfrm>
          <a:off xmlns:a="http://schemas.openxmlformats.org/drawingml/2006/main" x="609600" y="2000250"/>
          <a:ext xmlns:a="http://schemas.openxmlformats.org/drawingml/2006/main" cx="10972800" cy="4171950"/>
        </p:xfrm>
        <a:graphic xmlns:a="http://schemas.openxmlformats.org/drawingml/2006/main">
          <a:graphicData uri="http://schemas.openxmlformats.org/drawingml/2006/table">
            <a:tbl>
              <a:tblPr/>
              <a:tblGrid>
                <a:gridCol w="3429000"/>
                <a:gridCol w="7543800"/>
              </a:tblGrid>
              <a:tr h="695325">
                <a:tc>
                  <a:txBody>
                    <a:bodyPr wrap="square" lIns="76200" tIns="76200" rIns="76200" bIns="76200">
                      <a:noAutofit/>
                    </a:bodyPr>
                    <a:lstStyle/>
                    <a:p>
                      <a:r>
                        <a:rPr sz="1800" b="1">
                          <a:solidFill>
                            <a:srgbClr val="FFFFFF"/>
                          </a:solidFill>
                          <a:latin typeface="DejaVu Sans"/>
                          <a:ea typeface="DejaVu Sans"/>
                          <a:cs typeface="DejaVu Sans"/>
                        </a:rPr>
                        <a:t>Input group</a:t>
                      </a:r>
                    </a:p>
                  </a:txBody>
                  <a:tcPr marL="91440" marR="91440" marT="45720" marB="45720" anchor="ctr">
                    <a:lnL w="7620">
                      <a:solidFill>
                        <a:srgbClr val="DAE3E9"/>
                      </a:solidFill>
                      <a:prstDash val="solid"/>
                    </a:lnL>
                    <a:lnR w="7620">
                      <a:solidFill>
                        <a:srgbClr val="DAE3E9"/>
                      </a:solidFill>
                      <a:prstDash val="solid"/>
                    </a:lnR>
                    <a:lnT w="7620">
                      <a:solidFill>
                        <a:srgbClr val="DAE3E9"/>
                      </a:solidFill>
                      <a:prstDash val="solid"/>
                    </a:lnT>
                    <a:lnB w="7620">
                      <a:solidFill>
                        <a:srgbClr val="DAE3E9"/>
                      </a:solidFill>
                      <a:prstDash val="solid"/>
                    </a:lnB>
                    <a:solidFill>
                      <a:srgbClr val="102A43"/>
                    </a:solidFill>
                  </a:tcPr>
                </a:tc>
                <a:tc>
                  <a:txBody>
                    <a:bodyPr wrap="square" lIns="76200" tIns="76200" rIns="76200" bIns="76200">
                      <a:noAutofit/>
                    </a:bodyPr>
                    <a:lstStyle/>
                    <a:p>
                      <a:r>
                        <a:rPr sz="1800" b="1">
                          <a:solidFill>
                            <a:srgbClr val="FFFFFF"/>
                          </a:solidFill>
                          <a:latin typeface="DejaVu Sans"/>
                          <a:ea typeface="DejaVu Sans"/>
                          <a:cs typeface="DejaVu Sans"/>
                        </a:rPr>
                        <a:t>How the application uses it</a:t>
                      </a:r>
                    </a:p>
                  </a:txBody>
                  <a:tcPr marL="91440" marR="91440" marT="45720" marB="45720" anchor="ctr">
                    <a:lnR w="7620">
                      <a:solidFill>
                        <a:srgbClr val="DAE3E9"/>
                      </a:solidFill>
                      <a:prstDash val="solid"/>
                    </a:lnR>
                    <a:lnT w="7620">
                      <a:solidFill>
                        <a:srgbClr val="DAE3E9"/>
                      </a:solidFill>
                      <a:prstDash val="solid"/>
                    </a:lnT>
                    <a:lnB w="7620">
                      <a:solidFill>
                        <a:srgbClr val="DAE3E9"/>
                      </a:solidFill>
                      <a:prstDash val="solid"/>
                    </a:lnB>
                    <a:solidFill>
                      <a:srgbClr val="102A43"/>
                    </a:solidFill>
                  </a:tcPr>
                </a:tc>
              </a:tr>
              <a:tr h="695325">
                <a:tc>
                  <a:txBody>
                    <a:bodyPr wrap="square" lIns="76200" tIns="76200" rIns="76200" bIns="76200">
                      <a:noAutofit/>
                    </a:bodyPr>
                    <a:lstStyle/>
                    <a:p>
                      <a:r>
                        <a:rPr sz="1800" b="0">
                          <a:solidFill>
                            <a:srgbClr val="102A43"/>
                          </a:solidFill>
                          <a:latin typeface="DejaVu Sans"/>
                          <a:ea typeface="DejaVu Sans"/>
                          <a:cs typeface="DejaVu Sans"/>
                        </a:rPr>
                        <a:t>Member identity</a:t>
                      </a:r>
                    </a:p>
                  </a:txBody>
                  <a:tcPr marL="91440" marR="91440" marT="45720" marB="45720" anchor="ctr">
                    <a:lnL w="7620">
                      <a:solidFill>
                        <a:srgbClr val="DAE3E9"/>
                      </a:solidFill>
                      <a:prstDash val="solid"/>
                    </a:lnL>
                    <a:lnR w="7620">
                      <a:solidFill>
                        <a:srgbClr val="DAE3E9"/>
                      </a:solidFill>
                      <a:prstDash val="solid"/>
                    </a:lnR>
                    <a:lnB w="7620">
                      <a:solidFill>
                        <a:srgbClr val="DAE3E9"/>
                      </a:solidFill>
                      <a:prstDash val="solid"/>
                    </a:lnB>
                    <a:solidFill>
                      <a:srgbClr val="FFFFFF"/>
                    </a:solidFill>
                  </a:tcPr>
                </a:tc>
                <a:tc>
                  <a:txBody>
                    <a:bodyPr wrap="square" lIns="76200" tIns="76200" rIns="76200" bIns="76200">
                      <a:noAutofit/>
                    </a:bodyPr>
                    <a:lstStyle/>
                    <a:p>
                      <a:r>
                        <a:rPr sz="1800" b="0">
                          <a:solidFill>
                            <a:srgbClr val="102A43"/>
                          </a:solidFill>
                          <a:latin typeface="DejaVu Sans"/>
                          <a:ea typeface="DejaVu Sans"/>
                          <a:cs typeface="DejaVu Sans"/>
                        </a:rPr>
                        <a:t>External contract, relationship, names, DOB, gender and group feed the lookup</a:t>
                      </a:r>
                    </a:p>
                  </a:txBody>
                  <a:tcPr marL="91440" marR="91440" marT="45720" marB="45720" anchor="ctr">
                    <a:lnR w="7620">
                      <a:solidFill>
                        <a:srgbClr val="DAE3E9"/>
                      </a:solidFill>
                      <a:prstDash val="solid"/>
                    </a:lnR>
                    <a:lnB w="7620">
                      <a:solidFill>
                        <a:srgbClr val="DAE3E9"/>
                      </a:solidFill>
                      <a:prstDash val="solid"/>
                    </a:lnB>
                    <a:solidFill>
                      <a:srgbClr val="FFFFFF"/>
                    </a:solidFill>
                  </a:tcPr>
                </a:tc>
              </a:tr>
              <a:tr h="695325">
                <a:tc>
                  <a:txBody>
                    <a:bodyPr wrap="square" lIns="76200" tIns="76200" rIns="76200" bIns="76200">
                      <a:noAutofit/>
                    </a:bodyPr>
                    <a:lstStyle/>
                    <a:p>
                      <a:r>
                        <a:rPr sz="1800" b="0">
                          <a:solidFill>
                            <a:srgbClr val="102A43"/>
                          </a:solidFill>
                          <a:latin typeface="DejaVu Sans"/>
                          <a:ea typeface="DejaVu Sans"/>
                          <a:cs typeface="DejaVu Sans"/>
                        </a:rPr>
                        <a:t>Provider preference and date</a:t>
                      </a:r>
                    </a:p>
                  </a:txBody>
                  <a:tcPr marL="91440" marR="91440" marT="45720" marB="45720" anchor="ctr">
                    <a:lnL w="7620">
                      <a:solidFill>
                        <a:srgbClr val="DAE3E9"/>
                      </a:solidFill>
                      <a:prstDash val="solid"/>
                    </a:lnL>
                    <a:lnR w="7620">
                      <a:solidFill>
                        <a:srgbClr val="DAE3E9"/>
                      </a:solidFill>
                      <a:prstDash val="solid"/>
                    </a:lnR>
                    <a:lnB w="7620">
                      <a:solidFill>
                        <a:srgbClr val="DAE3E9"/>
                      </a:solidFill>
                      <a:prstDash val="solid"/>
                    </a:lnB>
                    <a:solidFill>
                      <a:srgbClr val="EDF2F5"/>
                    </a:solidFill>
                  </a:tcPr>
                </a:tc>
                <a:tc>
                  <a:txBody>
                    <a:bodyPr wrap="square" lIns="76200" tIns="76200" rIns="76200" bIns="76200">
                      <a:noAutofit/>
                    </a:bodyPr>
                    <a:lstStyle/>
                    <a:p>
                      <a:r>
                        <a:rPr sz="1800" b="0">
                          <a:solidFill>
                            <a:srgbClr val="102A43"/>
                          </a:solidFill>
                          <a:latin typeface="DejaVu Sans"/>
                          <a:ea typeface="DejaVu Sans"/>
                          <a:cs typeface="DejaVu Sans"/>
                        </a:rPr>
                        <a:t>PCDS status and effectiveDate</a:t>
                      </a:r>
                    </a:p>
                  </a:txBody>
                  <a:tcPr marL="91440" marR="91440" marT="45720" marB="45720" anchor="ctr">
                    <a:lnR w="7620">
                      <a:solidFill>
                        <a:srgbClr val="DAE3E9"/>
                      </a:solidFill>
                      <a:prstDash val="solid"/>
                    </a:lnR>
                    <a:lnB w="7620">
                      <a:solidFill>
                        <a:srgbClr val="DAE3E9"/>
                      </a:solidFill>
                      <a:prstDash val="solid"/>
                    </a:lnB>
                    <a:solidFill>
                      <a:srgbClr val="EDF2F5"/>
                    </a:solidFill>
                  </a:tcPr>
                </a:tc>
              </a:tr>
              <a:tr h="695325">
                <a:tc>
                  <a:txBody>
                    <a:bodyPr wrap="square" lIns="76200" tIns="76200" rIns="76200" bIns="76200">
                      <a:noAutofit/>
                    </a:bodyPr>
                    <a:lstStyle/>
                    <a:p>
                      <a:r>
                        <a:rPr sz="1800" b="0">
                          <a:solidFill>
                            <a:srgbClr val="102A43"/>
                          </a:solidFill>
                          <a:latin typeface="DejaVu Sans"/>
                          <a:ea typeface="DejaVu Sans"/>
                          <a:cs typeface="DejaVu Sans"/>
                        </a:rPr>
                        <a:t>Payer preference and date</a:t>
                      </a:r>
                    </a:p>
                  </a:txBody>
                  <a:tcPr marL="91440" marR="91440" marT="45720" marB="45720" anchor="ctr">
                    <a:lnL w="7620">
                      <a:solidFill>
                        <a:srgbClr val="DAE3E9"/>
                      </a:solidFill>
                      <a:prstDash val="solid"/>
                    </a:lnL>
                    <a:lnR w="7620">
                      <a:solidFill>
                        <a:srgbClr val="DAE3E9"/>
                      </a:solidFill>
                      <a:prstDash val="solid"/>
                    </a:lnR>
                    <a:lnB w="7620">
                      <a:solidFill>
                        <a:srgbClr val="DAE3E9"/>
                      </a:solidFill>
                      <a:prstDash val="solid"/>
                    </a:lnB>
                    <a:solidFill>
                      <a:srgbClr val="FFFFFF"/>
                    </a:solidFill>
                  </a:tcPr>
                </a:tc>
                <a:tc>
                  <a:txBody>
                    <a:bodyPr wrap="square" lIns="76200" tIns="76200" rIns="76200" bIns="76200">
                      <a:noAutofit/>
                    </a:bodyPr>
                    <a:lstStyle/>
                    <a:p>
                      <a:r>
                        <a:rPr sz="1800" b="0">
                          <a:solidFill>
                            <a:srgbClr val="102A43"/>
                          </a:solidFill>
                          <a:latin typeface="DejaVu Sans"/>
                          <a:ea typeface="DejaVu Sans"/>
                          <a:cs typeface="DejaVu Sans"/>
                        </a:rPr>
                        <a:t>P2PDS status and effectiveDate</a:t>
                      </a:r>
                    </a:p>
                  </a:txBody>
                  <a:tcPr marL="91440" marR="91440" marT="45720" marB="45720" anchor="ctr">
                    <a:lnR w="7620">
                      <a:solidFill>
                        <a:srgbClr val="DAE3E9"/>
                      </a:solidFill>
                      <a:prstDash val="solid"/>
                    </a:lnR>
                    <a:lnB w="7620">
                      <a:solidFill>
                        <a:srgbClr val="DAE3E9"/>
                      </a:solidFill>
                      <a:prstDash val="solid"/>
                    </a:lnB>
                    <a:solidFill>
                      <a:srgbClr val="FFFFFF"/>
                    </a:solidFill>
                  </a:tcPr>
                </a:tc>
              </a:tr>
              <a:tr h="695325">
                <a:tc>
                  <a:txBody>
                    <a:bodyPr wrap="square" lIns="76200" tIns="76200" rIns="76200" bIns="76200">
                      <a:noAutofit/>
                    </a:bodyPr>
                    <a:lstStyle/>
                    <a:p>
                      <a:r>
                        <a:rPr sz="1800" b="0">
                          <a:solidFill>
                            <a:srgbClr val="102A43"/>
                          </a:solidFill>
                          <a:latin typeface="DejaVu Sans"/>
                          <a:ea typeface="DejaVu Sans"/>
                          <a:cs typeface="DejaVu Sans"/>
                        </a:rPr>
                        <a:t>Payer and subscriber identifiers</a:t>
                      </a:r>
                    </a:p>
                  </a:txBody>
                  <a:tcPr marL="91440" marR="91440" marT="45720" marB="45720" anchor="ctr">
                    <a:lnL w="7620">
                      <a:solidFill>
                        <a:srgbClr val="DAE3E9"/>
                      </a:solidFill>
                      <a:prstDash val="solid"/>
                    </a:lnL>
                    <a:lnR w="7620">
                      <a:solidFill>
                        <a:srgbClr val="DAE3E9"/>
                      </a:solidFill>
                      <a:prstDash val="solid"/>
                    </a:lnR>
                    <a:lnB w="7620">
                      <a:solidFill>
                        <a:srgbClr val="DAE3E9"/>
                      </a:solidFill>
                      <a:prstDash val="solid"/>
                    </a:lnB>
                    <a:solidFill>
                      <a:srgbClr val="EDF2F5"/>
                    </a:solidFill>
                  </a:tcPr>
                </a:tc>
                <a:tc>
                  <a:txBody>
                    <a:bodyPr wrap="square" lIns="76200" tIns="76200" rIns="76200" bIns="76200">
                      <a:noAutofit/>
                    </a:bodyPr>
                    <a:lstStyle/>
                    <a:p>
                      <a:r>
                        <a:rPr sz="1800" b="0">
                          <a:solidFill>
                            <a:srgbClr val="102A43"/>
                          </a:solidFill>
                          <a:latin typeface="DejaVu Sans"/>
                          <a:ea typeface="DejaVu Sans"/>
                          <a:cs typeface="DejaVu Sans"/>
                        </a:rPr>
                        <a:t>Coverage fields and payer-scoped consent lookup</a:t>
                      </a:r>
                    </a:p>
                  </a:txBody>
                  <a:tcPr marL="91440" marR="91440" marT="45720" marB="45720" anchor="ctr">
                    <a:lnR w="7620">
                      <a:solidFill>
                        <a:srgbClr val="DAE3E9"/>
                      </a:solidFill>
                      <a:prstDash val="solid"/>
                    </a:lnR>
                    <a:lnB w="7620">
                      <a:solidFill>
                        <a:srgbClr val="DAE3E9"/>
                      </a:solidFill>
                      <a:prstDash val="solid"/>
                    </a:lnB>
                    <a:solidFill>
                      <a:srgbClr val="EDF2F5"/>
                    </a:solidFill>
                  </a:tcPr>
                </a:tc>
              </a:tr>
              <a:tr h="695325">
                <a:tc>
                  <a:txBody>
                    <a:bodyPr wrap="square" lIns="76200" tIns="76200" rIns="76200" bIns="76200">
                      <a:noAutofit/>
                    </a:bodyPr>
                    <a:lstStyle/>
                    <a:p>
                      <a:r>
                        <a:rPr sz="1800" b="0">
                          <a:solidFill>
                            <a:srgbClr val="102A43"/>
                          </a:solidFill>
                          <a:latin typeface="DejaVu Sans"/>
                          <a:ea typeface="DejaVu Sans"/>
                          <a:cs typeface="DejaVu Sans"/>
                        </a:rPr>
                        <a:t>Payer address, plan and policy dates</a:t>
                      </a:r>
                    </a:p>
                  </a:txBody>
                  <a:tcPr marL="91440" marR="91440" marT="45720" marB="45720" anchor="ctr">
                    <a:lnL w="7620">
                      <a:solidFill>
                        <a:srgbClr val="DAE3E9"/>
                      </a:solidFill>
                      <a:prstDash val="solid"/>
                    </a:lnL>
                    <a:lnR w="7620">
                      <a:solidFill>
                        <a:srgbClr val="DAE3E9"/>
                      </a:solidFill>
                      <a:prstDash val="solid"/>
                    </a:lnR>
                    <a:lnB w="7620">
                      <a:solidFill>
                        <a:srgbClr val="DAE3E9"/>
                      </a:solidFill>
                      <a:prstDash val="solid"/>
                    </a:lnB>
                    <a:solidFill>
                      <a:srgbClr val="FFFFFF"/>
                    </a:solidFill>
                  </a:tcPr>
                </a:tc>
                <a:tc>
                  <a:txBody>
                    <a:bodyPr wrap="square" lIns="76200" tIns="76200" rIns="76200" bIns="76200">
                      <a:noAutofit/>
                    </a:bodyPr>
                    <a:lstStyle/>
                    <a:p>
                      <a:r>
                        <a:rPr sz="1800" b="0">
                          <a:solidFill>
                            <a:srgbClr val="102A43"/>
                          </a:solidFill>
                          <a:latin typeface="DejaVu Sans"/>
                          <a:ea typeface="DejaVu Sans"/>
                          <a:cs typeface="DejaVu Sans"/>
                        </a:rPr>
                        <a:t>Retained in source until output paths are agreed</a:t>
                      </a:r>
                    </a:p>
                  </a:txBody>
                  <a:tcPr marL="91440" marR="91440" marT="45720" marB="45720" anchor="ctr">
                    <a:lnR w="7620">
                      <a:solidFill>
                        <a:srgbClr val="DAE3E9"/>
                      </a:solidFill>
                      <a:prstDash val="solid"/>
                    </a:lnR>
                    <a:lnB w="7620">
                      <a:solidFill>
                        <a:srgbClr val="DAE3E9"/>
                      </a:solidFill>
                      <a:prstDash val="solid"/>
                    </a:lnB>
                    <a:solidFill>
                      <a:srgbClr val="FFFFFF"/>
                    </a:solidFill>
                  </a:tcPr>
                </a:tc>
              </a:tr>
            </a:tbl>
          </a:graphicData>
        </a:graphic>
      </p:graphicFrame>
    </p:spTree>
    <p:extLst>
      <p:ext uri="{BB962C8B-B14F-4D97-AF65-F5344CB8AC3E}">
        <p14:creationId xmlns:p14="http://schemas.microsoft.com/office/powerpoint/2010/main" val="1022193062"/>
      </p:ext>
    </p:extLst>
  </p:cSld>
</p:sld>
</file>

<file path=ppt/slides/slide4.xml><?xml version="1.0" encoding="utf-8"?>
<p:sld xmlns:p="http://schemas.openxmlformats.org/presentationml/2006/main">
  <p:cSld>
    <p:bg>
      <p:bgPr>
        <a:solidFill xmlns:a="http://schemas.openxmlformats.org/drawingml/2006/main">
          <a:srgbClr val="F6F8FA"/>
        </a:solidFill>
      </p:bgPr>
    </p:bg>
    <p:spTree>
      <p:nvGrpSpPr>
        <p:cNvPr id="1" name=""/>
        <p:cNvGrpSpPr/>
        <p:nvPr/>
      </p:nvGrpSpPr>
      <p:grpSpPr>
        <a:xfrm xmlns:a="http://schemas.openxmlformats.org/drawingml/2006/main"/>
      </p:grpSpPr>
      <p:sp>
        <p:nvSpPr>
          <p:cNvPr id="5" name="slide-title">
            <a:extLst xmlns:a="http://schemas.openxmlformats.org/drawingml/2006/main">
              <a:ext uri="{FF2B5EF4-FFF2-40B4-BE49-F238E27FC236}">
                <a16:creationId xmlns:a16="http://schemas.microsoft.com/office/drawing/2014/main" id="{6C7D73EC-FAB3-409B-97EB-8B9D6F3AC615}"/>
              </a:ext>
            </a:extLst>
          </p:cNvPr>
          <p:cNvSpPr>
            <a:spLocks xmlns:a="http://schemas.openxmlformats.org/drawingml/2006/main" noGrp="1"/>
          </p:cNvSpPr>
          <p:nvPr/>
        </p:nvSpPr>
        <p:spPr>
          <a:xfrm xmlns:a="http://schemas.openxmlformats.org/drawingml/2006/main">
            <a:off x="609600" y="438150"/>
            <a:ext cx="109728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300" b="1">
                <a:solidFill>
                  <a:srgbClr val="102A43"/>
                </a:solidFill>
                <a:latin typeface="DejaVu Sans"/>
                <a:ea typeface="DejaVu Sans"/>
                <a:cs typeface="DejaVu Sans"/>
              </a:defRPr>
            </a:defPPr>
            <a:lvl1pPr algn="l">
              <a:buNone/>
              <a:defRPr sz="3300" b="1">
                <a:solidFill>
                  <a:srgbClr val="102A43"/>
                </a:solidFill>
                <a:latin typeface="DejaVu Sans"/>
                <a:ea typeface="DejaVu Sans"/>
                <a:cs typeface="DejaVu Sans"/>
              </a:defRPr>
            </a:lvl1pPr>
            <a:lvl2pPr algn="l">
              <a:buNone/>
              <a:defRPr sz="3300" b="1">
                <a:solidFill>
                  <a:srgbClr val="102A43"/>
                </a:solidFill>
                <a:latin typeface="DejaVu Sans"/>
                <a:ea typeface="DejaVu Sans"/>
                <a:cs typeface="DejaVu Sans"/>
              </a:defRPr>
            </a:lvl2pPr>
            <a:lvl3pPr algn="l">
              <a:buNone/>
              <a:defRPr sz="3300" b="1">
                <a:solidFill>
                  <a:srgbClr val="102A43"/>
                </a:solidFill>
                <a:latin typeface="DejaVu Sans"/>
                <a:ea typeface="DejaVu Sans"/>
                <a:cs typeface="DejaVu Sans"/>
              </a:defRPr>
            </a:lvl3pPr>
            <a:lvl4pPr algn="l">
              <a:buNone/>
              <a:defRPr sz="3300" b="1">
                <a:solidFill>
                  <a:srgbClr val="102A43"/>
                </a:solidFill>
                <a:latin typeface="DejaVu Sans"/>
                <a:ea typeface="DejaVu Sans"/>
                <a:cs typeface="DejaVu Sans"/>
              </a:defRPr>
            </a:lvl4pPr>
            <a:lvl5pPr algn="l">
              <a:buNone/>
              <a:defRPr sz="3300" b="1">
                <a:solidFill>
                  <a:srgbClr val="102A43"/>
                </a:solidFill>
                <a:latin typeface="DejaVu Sans"/>
                <a:ea typeface="DejaVu Sans"/>
                <a:cs typeface="DejaVu Sans"/>
              </a:defRPr>
            </a:lvl5pPr>
            <a:lvl6pPr algn="l">
              <a:buNone/>
              <a:defRPr sz="3300" b="1">
                <a:solidFill>
                  <a:srgbClr val="102A43"/>
                </a:solidFill>
                <a:latin typeface="DejaVu Sans"/>
                <a:ea typeface="DejaVu Sans"/>
                <a:cs typeface="DejaVu Sans"/>
              </a:defRPr>
            </a:lvl6pPr>
            <a:lvl7pPr algn="l">
              <a:buNone/>
              <a:defRPr sz="3300" b="1">
                <a:solidFill>
                  <a:srgbClr val="102A43"/>
                </a:solidFill>
                <a:latin typeface="DejaVu Sans"/>
                <a:ea typeface="DejaVu Sans"/>
                <a:cs typeface="DejaVu Sans"/>
              </a:defRPr>
            </a:lvl7pPr>
            <a:lvl8pPr algn="l">
              <a:buNone/>
              <a:defRPr sz="3300" b="1">
                <a:solidFill>
                  <a:srgbClr val="102A43"/>
                </a:solidFill>
                <a:latin typeface="DejaVu Sans"/>
                <a:ea typeface="DejaVu Sans"/>
                <a:cs typeface="DejaVu Sans"/>
              </a:defRPr>
            </a:lvl8pPr>
            <a:lvl9pPr algn="l">
              <a:buNone/>
              <a:defRPr sz="3300" b="1">
                <a:solidFill>
                  <a:srgbClr val="102A43"/>
                </a:solidFill>
                <a:latin typeface="DejaVu Sans"/>
                <a:ea typeface="DejaVu Sans"/>
                <a:cs typeface="DejaVu Sans"/>
              </a:defRPr>
            </a:lvl9pPr>
          </a:lstStyle>
          <a:p xmlns:a="http://schemas.openxmlformats.org/drawingml/2006/main">
            <a:pPr algn="l">
              <a:lnSpc>
                <a:spcPct val="115000"/>
              </a:lnSpc>
              <a:buNone/>
              <a:defRPr sz="3300" b="1">
                <a:solidFill>
                  <a:srgbClr val="102A43"/>
                </a:solidFill>
                <a:latin typeface="DejaVu Sans"/>
                <a:ea typeface="DejaVu Sans"/>
                <a:cs typeface="DejaVu Sans"/>
              </a:defRPr>
            </a:pPr>
            <a:r>
              <a:rPr sz="3300" b="1">
                <a:solidFill>
                  <a:srgbClr val="102A43"/>
                </a:solidFill>
                <a:latin typeface="DejaVu Sans"/>
                <a:ea typeface="DejaVu Sans"/>
                <a:cs typeface="DejaVu Sans"/>
              </a:rPr>
              <a:t>One member array per populated row</a:t>
            </a:r>
          </a:p>
        </p:txBody>
      </p:sp>
      <p:sp>
        <p:nvSpPr>
          <p:cNvPr id="2" name="text-14">
            <a:extLst xmlns:a="http://schemas.openxmlformats.org/drawingml/2006/main">
              <a:ext uri="{FF2B5EF4-FFF2-40B4-BE49-F238E27FC236}">
                <a16:creationId xmlns:a16="http://schemas.microsoft.com/office/drawing/2014/main" id="{9BBB7B24-D888-4BA5-81C4-63A8C2EB1805}"/>
              </a:ext>
            </a:extLst>
          </p:cNvPr>
          <p:cNvSpPr>
            <a:spLocks xmlns:a="http://schemas.openxmlformats.org/drawingml/2006/main" noGrp="1"/>
          </p:cNvSpPr>
          <p:nvPr/>
        </p:nvSpPr>
        <p:spPr>
          <a:xfrm xmlns:a="http://schemas.openxmlformats.org/drawingml/2006/main">
            <a:off x="609600" y="1371600"/>
            <a:ext cx="109728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526778"/>
                </a:solidFill>
                <a:latin typeface="DejaVu Sans"/>
                <a:ea typeface="DejaVu Sans"/>
                <a:cs typeface="DejaVu Sans"/>
              </a:defRPr>
            </a:defPPr>
            <a:lvl1pPr algn="l">
              <a:buNone/>
              <a:defRPr sz="1875" b="0">
                <a:solidFill>
                  <a:srgbClr val="526778"/>
                </a:solidFill>
                <a:latin typeface="DejaVu Sans"/>
                <a:ea typeface="DejaVu Sans"/>
                <a:cs typeface="DejaVu Sans"/>
              </a:defRPr>
            </a:lvl1pPr>
            <a:lvl2pPr algn="l">
              <a:buNone/>
              <a:defRPr sz="1875" b="0">
                <a:solidFill>
                  <a:srgbClr val="526778"/>
                </a:solidFill>
                <a:latin typeface="DejaVu Sans"/>
                <a:ea typeface="DejaVu Sans"/>
                <a:cs typeface="DejaVu Sans"/>
              </a:defRPr>
            </a:lvl2pPr>
            <a:lvl3pPr algn="l">
              <a:buNone/>
              <a:defRPr sz="1875" b="0">
                <a:solidFill>
                  <a:srgbClr val="526778"/>
                </a:solidFill>
                <a:latin typeface="DejaVu Sans"/>
                <a:ea typeface="DejaVu Sans"/>
                <a:cs typeface="DejaVu Sans"/>
              </a:defRPr>
            </a:lvl3pPr>
            <a:lvl4pPr algn="l">
              <a:buNone/>
              <a:defRPr sz="1875" b="0">
                <a:solidFill>
                  <a:srgbClr val="526778"/>
                </a:solidFill>
                <a:latin typeface="DejaVu Sans"/>
                <a:ea typeface="DejaVu Sans"/>
                <a:cs typeface="DejaVu Sans"/>
              </a:defRPr>
            </a:lvl4pPr>
            <a:lvl5pPr algn="l">
              <a:buNone/>
              <a:defRPr sz="1875" b="0">
                <a:solidFill>
                  <a:srgbClr val="526778"/>
                </a:solidFill>
                <a:latin typeface="DejaVu Sans"/>
                <a:ea typeface="DejaVu Sans"/>
                <a:cs typeface="DejaVu Sans"/>
              </a:defRPr>
            </a:lvl5pPr>
            <a:lvl6pPr algn="l">
              <a:buNone/>
              <a:defRPr sz="1875" b="0">
                <a:solidFill>
                  <a:srgbClr val="526778"/>
                </a:solidFill>
                <a:latin typeface="DejaVu Sans"/>
                <a:ea typeface="DejaVu Sans"/>
                <a:cs typeface="DejaVu Sans"/>
              </a:defRPr>
            </a:lvl6pPr>
            <a:lvl7pPr algn="l">
              <a:buNone/>
              <a:defRPr sz="1875" b="0">
                <a:solidFill>
                  <a:srgbClr val="526778"/>
                </a:solidFill>
                <a:latin typeface="DejaVu Sans"/>
                <a:ea typeface="DejaVu Sans"/>
                <a:cs typeface="DejaVu Sans"/>
              </a:defRPr>
            </a:lvl7pPr>
            <a:lvl8pPr algn="l">
              <a:buNone/>
              <a:defRPr sz="1875" b="0">
                <a:solidFill>
                  <a:srgbClr val="526778"/>
                </a:solidFill>
                <a:latin typeface="DejaVu Sans"/>
                <a:ea typeface="DejaVu Sans"/>
                <a:cs typeface="DejaVu Sans"/>
              </a:defRPr>
            </a:lvl8pPr>
            <a:lvl9pPr algn="l">
              <a:buNone/>
              <a:defRPr sz="1875" b="0">
                <a:solidFill>
                  <a:srgbClr val="526778"/>
                </a:solidFill>
                <a:latin typeface="DejaVu Sans"/>
                <a:ea typeface="DejaVu Sans"/>
                <a:cs typeface="DejaVu Sans"/>
              </a:defRPr>
            </a:lvl9pPr>
          </a:lstStyle>
          <a:p xmlns:a="http://schemas.openxmlformats.org/drawingml/2006/main">
            <a:pPr algn="l">
              <a:lnSpc>
                <a:spcPct val="115000"/>
              </a:lnSpc>
              <a:buNone/>
              <a:defRPr sz="1875" b="0">
                <a:solidFill>
                  <a:srgbClr val="526778"/>
                </a:solidFill>
                <a:latin typeface="DejaVu Sans"/>
                <a:ea typeface="DejaVu Sans"/>
                <a:cs typeface="DejaVu Sans"/>
              </a:defRPr>
            </a:pPr>
            <a:r>
              <a:rPr sz="1875" b="0">
                <a:solidFill>
                  <a:srgbClr val="526778"/>
                </a:solidFill>
                <a:latin typeface="DejaVu Sans"/>
                <a:ea typeface="DejaVu Sans"/>
                <a:cs typeface="DejaVu Sans"/>
              </a:rPr>
              <a:t>Blank means no change for that target in this POC.</a:t>
            </a:r>
          </a:p>
        </p:txBody>
      </p:sp>
      <p:sp>
        <p:nvSpPr>
          <p:cNvPr id="3" name="slide-number">
            <a:extLst xmlns:a="http://schemas.openxmlformats.org/drawingml/2006/main">
              <a:ext uri="{FF2B5EF4-FFF2-40B4-BE49-F238E27FC236}">
                <a16:creationId xmlns:a16="http://schemas.microsoft.com/office/drawing/2014/main" id="{FAD11BF0-A732-4079-8D01-F5D60D37086A}"/>
              </a:ext>
            </a:extLst>
          </p:cNvPr>
          <p:cNvSpPr>
            <a:spLocks xmlns:a="http://schemas.openxmlformats.org/drawingml/2006/main" noGrp="1"/>
          </p:cNvSpPr>
          <p:nvPr/>
        </p:nvSpPr>
        <p:spPr>
          <a:xfrm xmlns:a="http://schemas.openxmlformats.org/drawingml/2006/main">
            <a:off x="11182350" y="6391275"/>
            <a:ext cx="4000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275" b="0">
                <a:solidFill>
                  <a:srgbClr val="526778"/>
                </a:solidFill>
                <a:latin typeface="DejaVu Sans"/>
                <a:ea typeface="DejaVu Sans"/>
                <a:cs typeface="DejaVu Sans"/>
              </a:defRPr>
            </a:defPPr>
            <a:lvl1pPr algn="r">
              <a:buNone/>
              <a:defRPr sz="1275" b="0">
                <a:solidFill>
                  <a:srgbClr val="526778"/>
                </a:solidFill>
                <a:latin typeface="DejaVu Sans"/>
                <a:ea typeface="DejaVu Sans"/>
                <a:cs typeface="DejaVu Sans"/>
              </a:defRPr>
            </a:lvl1pPr>
            <a:lvl2pPr algn="r">
              <a:buNone/>
              <a:defRPr sz="1275" b="0">
                <a:solidFill>
                  <a:srgbClr val="526778"/>
                </a:solidFill>
                <a:latin typeface="DejaVu Sans"/>
                <a:ea typeface="DejaVu Sans"/>
                <a:cs typeface="DejaVu Sans"/>
              </a:defRPr>
            </a:lvl2pPr>
            <a:lvl3pPr algn="r">
              <a:buNone/>
              <a:defRPr sz="1275" b="0">
                <a:solidFill>
                  <a:srgbClr val="526778"/>
                </a:solidFill>
                <a:latin typeface="DejaVu Sans"/>
                <a:ea typeface="DejaVu Sans"/>
                <a:cs typeface="DejaVu Sans"/>
              </a:defRPr>
            </a:lvl3pPr>
            <a:lvl4pPr algn="r">
              <a:buNone/>
              <a:defRPr sz="1275" b="0">
                <a:solidFill>
                  <a:srgbClr val="526778"/>
                </a:solidFill>
                <a:latin typeface="DejaVu Sans"/>
                <a:ea typeface="DejaVu Sans"/>
                <a:cs typeface="DejaVu Sans"/>
              </a:defRPr>
            </a:lvl4pPr>
            <a:lvl5pPr algn="r">
              <a:buNone/>
              <a:defRPr sz="1275" b="0">
                <a:solidFill>
                  <a:srgbClr val="526778"/>
                </a:solidFill>
                <a:latin typeface="DejaVu Sans"/>
                <a:ea typeface="DejaVu Sans"/>
                <a:cs typeface="DejaVu Sans"/>
              </a:defRPr>
            </a:lvl5pPr>
            <a:lvl6pPr algn="r">
              <a:buNone/>
              <a:defRPr sz="1275" b="0">
                <a:solidFill>
                  <a:srgbClr val="526778"/>
                </a:solidFill>
                <a:latin typeface="DejaVu Sans"/>
                <a:ea typeface="DejaVu Sans"/>
                <a:cs typeface="DejaVu Sans"/>
              </a:defRPr>
            </a:lvl6pPr>
            <a:lvl7pPr algn="r">
              <a:buNone/>
              <a:defRPr sz="1275" b="0">
                <a:solidFill>
                  <a:srgbClr val="526778"/>
                </a:solidFill>
                <a:latin typeface="DejaVu Sans"/>
                <a:ea typeface="DejaVu Sans"/>
                <a:cs typeface="DejaVu Sans"/>
              </a:defRPr>
            </a:lvl7pPr>
            <a:lvl8pPr algn="r">
              <a:buNone/>
              <a:defRPr sz="1275" b="0">
                <a:solidFill>
                  <a:srgbClr val="526778"/>
                </a:solidFill>
                <a:latin typeface="DejaVu Sans"/>
                <a:ea typeface="DejaVu Sans"/>
                <a:cs typeface="DejaVu Sans"/>
              </a:defRPr>
            </a:lvl8pPr>
            <a:lvl9pPr algn="r">
              <a:buNone/>
              <a:defRPr sz="1275" b="0">
                <a:solidFill>
                  <a:srgbClr val="526778"/>
                </a:solidFill>
                <a:latin typeface="DejaVu Sans"/>
                <a:ea typeface="DejaVu Sans"/>
                <a:cs typeface="DejaVu Sans"/>
              </a:defRPr>
            </a:lvl9pPr>
          </a:lstStyle>
          <a:p xmlns:a="http://schemas.openxmlformats.org/drawingml/2006/main">
            <a:pPr algn="r">
              <a:lnSpc>
                <a:spcPct val="115000"/>
              </a:lnSpc>
              <a:buNone/>
              <a:defRPr sz="1275" b="0">
                <a:solidFill>
                  <a:srgbClr val="526778"/>
                </a:solidFill>
                <a:latin typeface="DejaVu Sans"/>
                <a:ea typeface="DejaVu Sans"/>
                <a:cs typeface="DejaVu Sans"/>
              </a:defRPr>
            </a:pPr>
            <a:r>
              <a:rPr sz="1275" b="0">
                <a:solidFill>
                  <a:srgbClr val="526778"/>
                </a:solidFill>
                <a:latin typeface="DejaVu Sans"/>
                <a:ea typeface="DejaVu Sans"/>
                <a:cs typeface="DejaVu Sans"/>
              </a:rPr>
              <a:t>4</a:t>
            </a:r>
          </a:p>
        </p:txBody>
      </p:sp>
      <p:graphicFrame>
        <p:nvGraphicFramePr>
          <p:cNvPr id="4" name="">
            <a:extLst xmlns:a="http://schemas.openxmlformats.org/drawingml/2006/main">
              <a:ext uri="{FF2B5EF4-FFF2-40B4-BE49-F238E27FC236}">
                <a16:creationId xmlns:a16="http://schemas.microsoft.com/office/drawing/2014/main" id="{8AB5A377-0897-465F-93C6-51C412C929A2}"/>
              </a:ext>
            </a:extLst>
          </p:cNvPr>
          <p:cNvGraphicFramePr/>
          <p:nvPr/>
        </p:nvGraphicFramePr>
        <p:xfrm>
          <a:off xmlns:a="http://schemas.openxmlformats.org/drawingml/2006/main" x="609600" y="2000250"/>
          <a:ext xmlns:a="http://schemas.openxmlformats.org/drawingml/2006/main" cx="10972800" cy="4000500"/>
        </p:xfrm>
        <a:graphic xmlns:a="http://schemas.openxmlformats.org/drawingml/2006/main">
          <a:graphicData uri="http://schemas.openxmlformats.org/drawingml/2006/table">
            <a:tbl>
              <a:tblPr/>
              <a:tblGrid>
                <a:gridCol w="2476500"/>
                <a:gridCol w="2476500"/>
                <a:gridCol w="6019800"/>
              </a:tblGrid>
              <a:tr h="666750">
                <a:tc>
                  <a:txBody>
                    <a:bodyPr wrap="square" lIns="76200" tIns="76200" rIns="76200" bIns="76200">
                      <a:noAutofit/>
                    </a:bodyPr>
                    <a:lstStyle/>
                    <a:p>
                      <a:r>
                        <a:rPr sz="1800" b="1">
                          <a:solidFill>
                            <a:srgbClr val="FFFFFF"/>
                          </a:solidFill>
                          <a:latin typeface="DejaVu Sans"/>
                          <a:ea typeface="DejaVu Sans"/>
                          <a:cs typeface="DejaVu Sans"/>
                        </a:rPr>
                        <a:t>Provider</a:t>
                      </a:r>
                    </a:p>
                  </a:txBody>
                  <a:tcPr marL="91440" marR="91440" marT="45720" marB="45720" anchor="ctr">
                    <a:lnL w="7620">
                      <a:solidFill>
                        <a:srgbClr val="DAE3E9"/>
                      </a:solidFill>
                      <a:prstDash val="solid"/>
                    </a:lnL>
                    <a:lnR w="7620">
                      <a:solidFill>
                        <a:srgbClr val="DAE3E9"/>
                      </a:solidFill>
                      <a:prstDash val="solid"/>
                    </a:lnR>
                    <a:lnT w="7620">
                      <a:solidFill>
                        <a:srgbClr val="DAE3E9"/>
                      </a:solidFill>
                      <a:prstDash val="solid"/>
                    </a:lnT>
                    <a:lnB w="7620">
                      <a:solidFill>
                        <a:srgbClr val="DAE3E9"/>
                      </a:solidFill>
                      <a:prstDash val="solid"/>
                    </a:lnB>
                    <a:solidFill>
                      <a:srgbClr val="102A43"/>
                    </a:solidFill>
                  </a:tcPr>
                </a:tc>
                <a:tc>
                  <a:txBody>
                    <a:bodyPr wrap="square" lIns="76200" tIns="76200" rIns="76200" bIns="76200">
                      <a:noAutofit/>
                    </a:bodyPr>
                    <a:lstStyle/>
                    <a:p>
                      <a:r>
                        <a:rPr sz="1800" b="1">
                          <a:solidFill>
                            <a:srgbClr val="FFFFFF"/>
                          </a:solidFill>
                          <a:latin typeface="DejaVu Sans"/>
                          <a:ea typeface="DejaVu Sans"/>
                          <a:cs typeface="DejaVu Sans"/>
                        </a:rPr>
                        <a:t>Payer</a:t>
                      </a:r>
                    </a:p>
                  </a:txBody>
                  <a:tcPr marL="91440" marR="91440" marT="45720" marB="45720" anchor="ctr">
                    <a:lnR w="7620">
                      <a:solidFill>
                        <a:srgbClr val="DAE3E9"/>
                      </a:solidFill>
                      <a:prstDash val="solid"/>
                    </a:lnR>
                    <a:lnT w="7620">
                      <a:solidFill>
                        <a:srgbClr val="DAE3E9"/>
                      </a:solidFill>
                      <a:prstDash val="solid"/>
                    </a:lnT>
                    <a:lnB w="7620">
                      <a:solidFill>
                        <a:srgbClr val="DAE3E9"/>
                      </a:solidFill>
                      <a:prstDash val="solid"/>
                    </a:lnB>
                    <a:solidFill>
                      <a:srgbClr val="102A43"/>
                    </a:solidFill>
                  </a:tcPr>
                </a:tc>
                <a:tc>
                  <a:txBody>
                    <a:bodyPr wrap="square" lIns="76200" tIns="76200" rIns="76200" bIns="76200">
                      <a:noAutofit/>
                    </a:bodyPr>
                    <a:lstStyle/>
                    <a:p>
                      <a:r>
                        <a:rPr sz="1800" b="1">
                          <a:solidFill>
                            <a:srgbClr val="FFFFFF"/>
                          </a:solidFill>
                          <a:latin typeface="DejaVu Sans"/>
                          <a:ea typeface="DejaVu Sans"/>
                          <a:cs typeface="DejaVu Sans"/>
                        </a:rPr>
                        <a:t>Single POST body</a:t>
                      </a:r>
                    </a:p>
                  </a:txBody>
                  <a:tcPr marL="91440" marR="91440" marT="45720" marB="45720" anchor="ctr">
                    <a:lnR w="7620">
                      <a:solidFill>
                        <a:srgbClr val="DAE3E9"/>
                      </a:solidFill>
                      <a:prstDash val="solid"/>
                    </a:lnR>
                    <a:lnT w="7620">
                      <a:solidFill>
                        <a:srgbClr val="DAE3E9"/>
                      </a:solidFill>
                      <a:prstDash val="solid"/>
                    </a:lnT>
                    <a:lnB w="7620">
                      <a:solidFill>
                        <a:srgbClr val="DAE3E9"/>
                      </a:solidFill>
                      <a:prstDash val="solid"/>
                    </a:lnB>
                    <a:solidFill>
                      <a:srgbClr val="102A43"/>
                    </a:solidFill>
                  </a:tcPr>
                </a:tc>
              </a:tr>
              <a:tr h="666750">
                <a:tc>
                  <a:txBody>
                    <a:bodyPr wrap="square" lIns="76200" tIns="76200" rIns="76200" bIns="76200">
                      <a:noAutofit/>
                    </a:bodyPr>
                    <a:lstStyle/>
                    <a:p>
                      <a:r>
                        <a:rPr sz="1800" b="0">
                          <a:solidFill>
                            <a:srgbClr val="102A43"/>
                          </a:solidFill>
                          <a:latin typeface="DejaVu Sans"/>
                          <a:ea typeface="DejaVu Sans"/>
                          <a:cs typeface="DejaVu Sans"/>
                        </a:rPr>
                        <a:t>RVOKE</a:t>
                      </a:r>
                    </a:p>
                  </a:txBody>
                  <a:tcPr marL="91440" marR="91440" marT="45720" marB="45720" anchor="ctr">
                    <a:lnL w="7620">
                      <a:solidFill>
                        <a:srgbClr val="DAE3E9"/>
                      </a:solidFill>
                      <a:prstDash val="solid"/>
                    </a:lnL>
                    <a:lnR w="7620">
                      <a:solidFill>
                        <a:srgbClr val="DAE3E9"/>
                      </a:solidFill>
                      <a:prstDash val="solid"/>
                    </a:lnR>
                    <a:lnB w="7620">
                      <a:solidFill>
                        <a:srgbClr val="DAE3E9"/>
                      </a:solidFill>
                      <a:prstDash val="solid"/>
                    </a:lnB>
                    <a:solidFill>
                      <a:srgbClr val="FFFFFF"/>
                    </a:solidFill>
                  </a:tcPr>
                </a:tc>
                <a:tc>
                  <a:txBody>
                    <a:bodyPr wrap="square" lIns="76200" tIns="76200" rIns="76200" bIns="76200">
                      <a:noAutofit/>
                    </a:bodyPr>
                    <a:lstStyle/>
                    <a:p>
                      <a:r>
                        <a:rPr sz="1800" b="0">
                          <a:solidFill>
                            <a:srgbClr val="102A43"/>
                          </a:solidFill>
                          <a:latin typeface="DejaVu Sans"/>
                          <a:ea typeface="DejaVu Sans"/>
                          <a:cs typeface="DejaVu Sans"/>
                        </a:rPr>
                        <a:t>GRANT</a:t>
                      </a:r>
                    </a:p>
                  </a:txBody>
                  <a:tcPr marL="91440" marR="91440" marT="45720" marB="45720" anchor="ctr">
                    <a:lnR w="7620">
                      <a:solidFill>
                        <a:srgbClr val="DAE3E9"/>
                      </a:solidFill>
                      <a:prstDash val="solid"/>
                    </a:lnR>
                    <a:lnB w="7620">
                      <a:solidFill>
                        <a:srgbClr val="DAE3E9"/>
                      </a:solidFill>
                      <a:prstDash val="solid"/>
                    </a:lnB>
                    <a:solidFill>
                      <a:srgbClr val="FFFFFF"/>
                    </a:solidFill>
                  </a:tcPr>
                </a:tc>
                <a:tc>
                  <a:txBody>
                    <a:bodyPr wrap="square" lIns="76200" tIns="76200" rIns="76200" bIns="76200">
                      <a:noAutofit/>
                    </a:bodyPr>
                    <a:lstStyle/>
                    <a:p>
                      <a:r>
                        <a:rPr sz="1800" b="0">
                          <a:solidFill>
                            <a:srgbClr val="102A43"/>
                          </a:solidFill>
                          <a:latin typeface="DejaVu Sans"/>
                          <a:ea typeface="DejaVu Sans"/>
                          <a:cs typeface="DejaVu Sans"/>
                        </a:rPr>
                        <a:t>[PCDS, P2PDS]</a:t>
                      </a:r>
                    </a:p>
                  </a:txBody>
                  <a:tcPr marL="91440" marR="91440" marT="45720" marB="45720" anchor="ctr">
                    <a:lnR w="7620">
                      <a:solidFill>
                        <a:srgbClr val="DAE3E9"/>
                      </a:solidFill>
                      <a:prstDash val="solid"/>
                    </a:lnR>
                    <a:lnB w="7620">
                      <a:solidFill>
                        <a:srgbClr val="DAE3E9"/>
                      </a:solidFill>
                      <a:prstDash val="solid"/>
                    </a:lnB>
                    <a:solidFill>
                      <a:srgbClr val="FFFFFF"/>
                    </a:solidFill>
                  </a:tcPr>
                </a:tc>
              </a:tr>
              <a:tr h="666750">
                <a:tc>
                  <a:txBody>
                    <a:bodyPr wrap="square" lIns="76200" tIns="76200" rIns="76200" bIns="76200">
                      <a:noAutofit/>
                    </a:bodyPr>
                    <a:lstStyle/>
                    <a:p>
                      <a:r>
                        <a:rPr sz="1800" b="0">
                          <a:solidFill>
                            <a:srgbClr val="102A43"/>
                          </a:solidFill>
                          <a:latin typeface="DejaVu Sans"/>
                          <a:ea typeface="DejaVu Sans"/>
                          <a:cs typeface="DejaVu Sans"/>
                        </a:rPr>
                        <a:t>GRANT</a:t>
                      </a:r>
                    </a:p>
                  </a:txBody>
                  <a:tcPr marL="91440" marR="91440" marT="45720" marB="45720" anchor="ctr">
                    <a:lnL w="7620">
                      <a:solidFill>
                        <a:srgbClr val="DAE3E9"/>
                      </a:solidFill>
                      <a:prstDash val="solid"/>
                    </a:lnL>
                    <a:lnR w="7620">
                      <a:solidFill>
                        <a:srgbClr val="DAE3E9"/>
                      </a:solidFill>
                      <a:prstDash val="solid"/>
                    </a:lnR>
                    <a:lnB w="7620">
                      <a:solidFill>
                        <a:srgbClr val="DAE3E9"/>
                      </a:solidFill>
                      <a:prstDash val="solid"/>
                    </a:lnB>
                    <a:solidFill>
                      <a:srgbClr val="EDF2F5"/>
                    </a:solidFill>
                  </a:tcPr>
                </a:tc>
                <a:tc>
                  <a:txBody>
                    <a:bodyPr wrap="square" lIns="76200" tIns="76200" rIns="76200" bIns="76200">
                      <a:noAutofit/>
                    </a:bodyPr>
                    <a:lstStyle/>
                    <a:p>
                      <a:r>
                        <a:rPr sz="1800" b="0">
                          <a:solidFill>
                            <a:srgbClr val="102A43"/>
                          </a:solidFill>
                          <a:latin typeface="DejaVu Sans"/>
                          <a:ea typeface="DejaVu Sans"/>
                          <a:cs typeface="DejaVu Sans"/>
                        </a:rPr>
                        <a:t>blank</a:t>
                      </a:r>
                    </a:p>
                  </a:txBody>
                  <a:tcPr marL="91440" marR="91440" marT="45720" marB="45720" anchor="ctr">
                    <a:lnR w="7620">
                      <a:solidFill>
                        <a:srgbClr val="DAE3E9"/>
                      </a:solidFill>
                      <a:prstDash val="solid"/>
                    </a:lnR>
                    <a:lnB w="7620">
                      <a:solidFill>
                        <a:srgbClr val="DAE3E9"/>
                      </a:solidFill>
                      <a:prstDash val="solid"/>
                    </a:lnB>
                    <a:solidFill>
                      <a:srgbClr val="EDF2F5"/>
                    </a:solidFill>
                  </a:tcPr>
                </a:tc>
                <a:tc>
                  <a:txBody>
                    <a:bodyPr wrap="square" lIns="76200" tIns="76200" rIns="76200" bIns="76200">
                      <a:noAutofit/>
                    </a:bodyPr>
                    <a:lstStyle/>
                    <a:p>
                      <a:r>
                        <a:rPr sz="1800" b="0">
                          <a:solidFill>
                            <a:srgbClr val="102A43"/>
                          </a:solidFill>
                          <a:latin typeface="DejaVu Sans"/>
                          <a:ea typeface="DejaVu Sans"/>
                          <a:cs typeface="DejaVu Sans"/>
                        </a:rPr>
                        <a:t>[PCDS]</a:t>
                      </a:r>
                    </a:p>
                  </a:txBody>
                  <a:tcPr marL="91440" marR="91440" marT="45720" marB="45720" anchor="ctr">
                    <a:lnR w="7620">
                      <a:solidFill>
                        <a:srgbClr val="DAE3E9"/>
                      </a:solidFill>
                      <a:prstDash val="solid"/>
                    </a:lnR>
                    <a:lnB w="7620">
                      <a:solidFill>
                        <a:srgbClr val="DAE3E9"/>
                      </a:solidFill>
                      <a:prstDash val="solid"/>
                    </a:lnB>
                    <a:solidFill>
                      <a:srgbClr val="EDF2F5"/>
                    </a:solidFill>
                  </a:tcPr>
                </a:tc>
              </a:tr>
              <a:tr h="666750">
                <a:tc>
                  <a:txBody>
                    <a:bodyPr wrap="square" lIns="76200" tIns="76200" rIns="76200" bIns="76200">
                      <a:noAutofit/>
                    </a:bodyPr>
                    <a:lstStyle/>
                    <a:p>
                      <a:r>
                        <a:rPr sz="1800" b="0">
                          <a:solidFill>
                            <a:srgbClr val="102A43"/>
                          </a:solidFill>
                          <a:latin typeface="DejaVu Sans"/>
                          <a:ea typeface="DejaVu Sans"/>
                          <a:cs typeface="DejaVu Sans"/>
                        </a:rPr>
                        <a:t>blank</a:t>
                      </a:r>
                    </a:p>
                  </a:txBody>
                  <a:tcPr marL="91440" marR="91440" marT="45720" marB="45720" anchor="ctr">
                    <a:lnL w="7620">
                      <a:solidFill>
                        <a:srgbClr val="DAE3E9"/>
                      </a:solidFill>
                      <a:prstDash val="solid"/>
                    </a:lnL>
                    <a:lnR w="7620">
                      <a:solidFill>
                        <a:srgbClr val="DAE3E9"/>
                      </a:solidFill>
                      <a:prstDash val="solid"/>
                    </a:lnR>
                    <a:lnB w="7620">
                      <a:solidFill>
                        <a:srgbClr val="DAE3E9"/>
                      </a:solidFill>
                      <a:prstDash val="solid"/>
                    </a:lnB>
                    <a:solidFill>
                      <a:srgbClr val="FFFFFF"/>
                    </a:solidFill>
                  </a:tcPr>
                </a:tc>
                <a:tc>
                  <a:txBody>
                    <a:bodyPr wrap="square" lIns="76200" tIns="76200" rIns="76200" bIns="76200">
                      <a:noAutofit/>
                    </a:bodyPr>
                    <a:lstStyle/>
                    <a:p>
                      <a:r>
                        <a:rPr sz="1800" b="0">
                          <a:solidFill>
                            <a:srgbClr val="102A43"/>
                          </a:solidFill>
                          <a:latin typeface="DejaVu Sans"/>
                          <a:ea typeface="DejaVu Sans"/>
                          <a:cs typeface="DejaVu Sans"/>
                        </a:rPr>
                        <a:t>RVOKE</a:t>
                      </a:r>
                    </a:p>
                  </a:txBody>
                  <a:tcPr marL="91440" marR="91440" marT="45720" marB="45720" anchor="ctr">
                    <a:lnR w="7620">
                      <a:solidFill>
                        <a:srgbClr val="DAE3E9"/>
                      </a:solidFill>
                      <a:prstDash val="solid"/>
                    </a:lnR>
                    <a:lnB w="7620">
                      <a:solidFill>
                        <a:srgbClr val="DAE3E9"/>
                      </a:solidFill>
                      <a:prstDash val="solid"/>
                    </a:lnB>
                    <a:solidFill>
                      <a:srgbClr val="FFFFFF"/>
                    </a:solidFill>
                  </a:tcPr>
                </a:tc>
                <a:tc>
                  <a:txBody>
                    <a:bodyPr wrap="square" lIns="76200" tIns="76200" rIns="76200" bIns="76200">
                      <a:noAutofit/>
                    </a:bodyPr>
                    <a:lstStyle/>
                    <a:p>
                      <a:r>
                        <a:rPr sz="1800" b="0">
                          <a:solidFill>
                            <a:srgbClr val="102A43"/>
                          </a:solidFill>
                          <a:latin typeface="DejaVu Sans"/>
                          <a:ea typeface="DejaVu Sans"/>
                          <a:cs typeface="DejaVu Sans"/>
                        </a:rPr>
                        <a:t>[P2PDS]</a:t>
                      </a:r>
                    </a:p>
                  </a:txBody>
                  <a:tcPr marL="91440" marR="91440" marT="45720" marB="45720" anchor="ctr">
                    <a:lnR w="7620">
                      <a:solidFill>
                        <a:srgbClr val="DAE3E9"/>
                      </a:solidFill>
                      <a:prstDash val="solid"/>
                    </a:lnR>
                    <a:lnB w="7620">
                      <a:solidFill>
                        <a:srgbClr val="DAE3E9"/>
                      </a:solidFill>
                      <a:prstDash val="solid"/>
                    </a:lnB>
                    <a:solidFill>
                      <a:srgbClr val="FFFFFF"/>
                    </a:solidFill>
                  </a:tcPr>
                </a:tc>
              </a:tr>
              <a:tr h="666750">
                <a:tc>
                  <a:txBody>
                    <a:bodyPr wrap="square" lIns="76200" tIns="76200" rIns="76200" bIns="76200">
                      <a:noAutofit/>
                    </a:bodyPr>
                    <a:lstStyle/>
                    <a:p>
                      <a:r>
                        <a:rPr sz="1800" b="0">
                          <a:solidFill>
                            <a:srgbClr val="102A43"/>
                          </a:solidFill>
                          <a:latin typeface="DejaVu Sans"/>
                          <a:ea typeface="DejaVu Sans"/>
                          <a:cs typeface="DejaVu Sans"/>
                        </a:rPr>
                        <a:t>GRANT</a:t>
                      </a:r>
                    </a:p>
                  </a:txBody>
                  <a:tcPr marL="91440" marR="91440" marT="45720" marB="45720" anchor="ctr">
                    <a:lnL w="7620">
                      <a:solidFill>
                        <a:srgbClr val="DAE3E9"/>
                      </a:solidFill>
                      <a:prstDash val="solid"/>
                    </a:lnL>
                    <a:lnR w="7620">
                      <a:solidFill>
                        <a:srgbClr val="DAE3E9"/>
                      </a:solidFill>
                      <a:prstDash val="solid"/>
                    </a:lnR>
                    <a:lnB w="7620">
                      <a:solidFill>
                        <a:srgbClr val="DAE3E9"/>
                      </a:solidFill>
                      <a:prstDash val="solid"/>
                    </a:lnB>
                    <a:solidFill>
                      <a:srgbClr val="EDF2F5"/>
                    </a:solidFill>
                  </a:tcPr>
                </a:tc>
                <a:tc>
                  <a:txBody>
                    <a:bodyPr wrap="square" lIns="76200" tIns="76200" rIns="76200" bIns="76200">
                      <a:noAutofit/>
                    </a:bodyPr>
                    <a:lstStyle/>
                    <a:p>
                      <a:r>
                        <a:rPr sz="1800" b="0">
                          <a:solidFill>
                            <a:srgbClr val="102A43"/>
                          </a:solidFill>
                          <a:latin typeface="DejaVu Sans"/>
                          <a:ea typeface="DejaVu Sans"/>
                          <a:cs typeface="DejaVu Sans"/>
                        </a:rPr>
                        <a:t>GRANT</a:t>
                      </a:r>
                    </a:p>
                  </a:txBody>
                  <a:tcPr marL="91440" marR="91440" marT="45720" marB="45720" anchor="ctr">
                    <a:lnR w="7620">
                      <a:solidFill>
                        <a:srgbClr val="DAE3E9"/>
                      </a:solidFill>
                      <a:prstDash val="solid"/>
                    </a:lnR>
                    <a:lnB w="7620">
                      <a:solidFill>
                        <a:srgbClr val="DAE3E9"/>
                      </a:solidFill>
                      <a:prstDash val="solid"/>
                    </a:lnB>
                    <a:solidFill>
                      <a:srgbClr val="EDF2F5"/>
                    </a:solidFill>
                  </a:tcPr>
                </a:tc>
                <a:tc>
                  <a:txBody>
                    <a:bodyPr wrap="square" lIns="76200" tIns="76200" rIns="76200" bIns="76200">
                      <a:noAutofit/>
                    </a:bodyPr>
                    <a:lstStyle/>
                    <a:p>
                      <a:r>
                        <a:rPr sz="1800" b="0">
                          <a:solidFill>
                            <a:srgbClr val="102A43"/>
                          </a:solidFill>
                          <a:latin typeface="DejaVu Sans"/>
                          <a:ea typeface="DejaVu Sans"/>
                          <a:cs typeface="DejaVu Sans"/>
                        </a:rPr>
                        <a:t>[PCDS, P2PDS]</a:t>
                      </a:r>
                    </a:p>
                  </a:txBody>
                  <a:tcPr marL="91440" marR="91440" marT="45720" marB="45720" anchor="ctr">
                    <a:lnR w="7620">
                      <a:solidFill>
                        <a:srgbClr val="DAE3E9"/>
                      </a:solidFill>
                      <a:prstDash val="solid"/>
                    </a:lnR>
                    <a:lnB w="7620">
                      <a:solidFill>
                        <a:srgbClr val="DAE3E9"/>
                      </a:solidFill>
                      <a:prstDash val="solid"/>
                    </a:lnB>
                    <a:solidFill>
                      <a:srgbClr val="EDF2F5"/>
                    </a:solidFill>
                  </a:tcPr>
                </a:tc>
              </a:tr>
              <a:tr h="666750">
                <a:tc>
                  <a:txBody>
                    <a:bodyPr wrap="square" lIns="76200" tIns="76200" rIns="76200" bIns="76200">
                      <a:noAutofit/>
                    </a:bodyPr>
                    <a:lstStyle/>
                    <a:p>
                      <a:r>
                        <a:rPr sz="1800" b="0">
                          <a:solidFill>
                            <a:srgbClr val="102A43"/>
                          </a:solidFill>
                          <a:latin typeface="DejaVu Sans"/>
                          <a:ea typeface="DejaVu Sans"/>
                          <a:cs typeface="DejaVu Sans"/>
                        </a:rPr>
                        <a:t>blank</a:t>
                      </a:r>
                    </a:p>
                  </a:txBody>
                  <a:tcPr marL="91440" marR="91440" marT="45720" marB="45720" anchor="ctr">
                    <a:lnL w="7620">
                      <a:solidFill>
                        <a:srgbClr val="DAE3E9"/>
                      </a:solidFill>
                      <a:prstDash val="solid"/>
                    </a:lnL>
                    <a:lnR w="7620">
                      <a:solidFill>
                        <a:srgbClr val="DAE3E9"/>
                      </a:solidFill>
                      <a:prstDash val="solid"/>
                    </a:lnR>
                    <a:lnB w="7620">
                      <a:solidFill>
                        <a:srgbClr val="DAE3E9"/>
                      </a:solidFill>
                      <a:prstDash val="solid"/>
                    </a:lnB>
                    <a:solidFill>
                      <a:srgbClr val="FFFFFF"/>
                    </a:solidFill>
                  </a:tcPr>
                </a:tc>
                <a:tc>
                  <a:txBody>
                    <a:bodyPr wrap="square" lIns="76200" tIns="76200" rIns="76200" bIns="76200">
                      <a:noAutofit/>
                    </a:bodyPr>
                    <a:lstStyle/>
                    <a:p>
                      <a:r>
                        <a:rPr sz="1800" b="0">
                          <a:solidFill>
                            <a:srgbClr val="102A43"/>
                          </a:solidFill>
                          <a:latin typeface="DejaVu Sans"/>
                          <a:ea typeface="DejaVu Sans"/>
                          <a:cs typeface="DejaVu Sans"/>
                        </a:rPr>
                        <a:t>blank</a:t>
                      </a:r>
                    </a:p>
                  </a:txBody>
                  <a:tcPr marL="91440" marR="91440" marT="45720" marB="45720" anchor="ctr">
                    <a:lnR w="7620">
                      <a:solidFill>
                        <a:srgbClr val="DAE3E9"/>
                      </a:solidFill>
                      <a:prstDash val="solid"/>
                    </a:lnR>
                    <a:lnB w="7620">
                      <a:solidFill>
                        <a:srgbClr val="DAE3E9"/>
                      </a:solidFill>
                      <a:prstDash val="solid"/>
                    </a:lnB>
                    <a:solidFill>
                      <a:srgbClr val="FFFFFF"/>
                    </a:solidFill>
                  </a:tcPr>
                </a:tc>
                <a:tc>
                  <a:txBody>
                    <a:bodyPr wrap="square" lIns="76200" tIns="76200" rIns="76200" bIns="76200">
                      <a:noAutofit/>
                    </a:bodyPr>
                    <a:lstStyle/>
                    <a:p>
                      <a:r>
                        <a:rPr sz="1800" b="0">
                          <a:solidFill>
                            <a:srgbClr val="102A43"/>
                          </a:solidFill>
                          <a:latin typeface="DejaVu Sans"/>
                          <a:ea typeface="DejaVu Sans"/>
                          <a:cs typeface="DejaVu Sans"/>
                        </a:rPr>
                        <a:t>No lookup and no POST</a:t>
                      </a:r>
                    </a:p>
                  </a:txBody>
                  <a:tcPr marL="91440" marR="91440" marT="45720" marB="45720" anchor="ctr">
                    <a:lnR w="7620">
                      <a:solidFill>
                        <a:srgbClr val="DAE3E9"/>
                      </a:solidFill>
                      <a:prstDash val="solid"/>
                    </a:lnR>
                    <a:lnB w="7620">
                      <a:solidFill>
                        <a:srgbClr val="DAE3E9"/>
                      </a:solidFill>
                      <a:prstDash val="solid"/>
                    </a:lnB>
                    <a:solidFill>
                      <a:srgbClr val="FFFFFF"/>
                    </a:solidFill>
                  </a:tcPr>
                </a:tc>
              </a:tr>
            </a:tbl>
          </a:graphicData>
        </a:graphic>
      </p:graphicFrame>
    </p:spTree>
    <p:extLst>
      <p:ext uri="{BB962C8B-B14F-4D97-AF65-F5344CB8AC3E}">
        <p14:creationId xmlns:p14="http://schemas.microsoft.com/office/powerpoint/2010/main" val="1222375658"/>
      </p:ext>
    </p:extLst>
  </p:cSld>
</p:sld>
</file>

<file path=ppt/slides/slide5.xml><?xml version="1.0" encoding="utf-8"?>
<p:sld xmlns:p="http://schemas.openxmlformats.org/presentationml/2006/main">
  <p:cSld>
    <p:bg>
      <p:bgPr>
        <a:solidFill xmlns:a="http://schemas.openxmlformats.org/drawingml/2006/main">
          <a:srgbClr val="F6F8FA"/>
        </a:solidFill>
      </p:bgPr>
    </p:bg>
    <p:spTree>
      <p:nvGrpSpPr>
        <p:cNvPr id="1" name=""/>
        <p:cNvGrpSpPr/>
        <p:nvPr/>
      </p:nvGrpSpPr>
      <p:grpSpPr>
        <a:xfrm xmlns:a="http://schemas.openxmlformats.org/drawingml/2006/main"/>
      </p:grpSpPr>
      <p:sp>
        <p:nvSpPr>
          <p:cNvPr id="8" name="slide-title">
            <a:extLst xmlns:a="http://schemas.openxmlformats.org/drawingml/2006/main">
              <a:ext uri="{FF2B5EF4-FFF2-40B4-BE49-F238E27FC236}">
                <a16:creationId xmlns:a16="http://schemas.microsoft.com/office/drawing/2014/main" id="{5D298CF8-E247-4BD9-9CA1-4CF6C00156F1}"/>
              </a:ext>
            </a:extLst>
          </p:cNvPr>
          <p:cNvSpPr>
            <a:spLocks xmlns:a="http://schemas.openxmlformats.org/drawingml/2006/main" noGrp="1"/>
          </p:cNvSpPr>
          <p:nvPr/>
        </p:nvSpPr>
        <p:spPr>
          <a:xfrm xmlns:a="http://schemas.openxmlformats.org/drawingml/2006/main">
            <a:off x="609600" y="438150"/>
            <a:ext cx="109728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300" b="1">
                <a:solidFill>
                  <a:srgbClr val="102A43"/>
                </a:solidFill>
                <a:latin typeface="DejaVu Sans"/>
                <a:ea typeface="DejaVu Sans"/>
                <a:cs typeface="DejaVu Sans"/>
              </a:defRPr>
            </a:defPPr>
            <a:lvl1pPr algn="l">
              <a:buNone/>
              <a:defRPr sz="3300" b="1">
                <a:solidFill>
                  <a:srgbClr val="102A43"/>
                </a:solidFill>
                <a:latin typeface="DejaVu Sans"/>
                <a:ea typeface="DejaVu Sans"/>
                <a:cs typeface="DejaVu Sans"/>
              </a:defRPr>
            </a:lvl1pPr>
            <a:lvl2pPr algn="l">
              <a:buNone/>
              <a:defRPr sz="3300" b="1">
                <a:solidFill>
                  <a:srgbClr val="102A43"/>
                </a:solidFill>
                <a:latin typeface="DejaVu Sans"/>
                <a:ea typeface="DejaVu Sans"/>
                <a:cs typeface="DejaVu Sans"/>
              </a:defRPr>
            </a:lvl2pPr>
            <a:lvl3pPr algn="l">
              <a:buNone/>
              <a:defRPr sz="3300" b="1">
                <a:solidFill>
                  <a:srgbClr val="102A43"/>
                </a:solidFill>
                <a:latin typeface="DejaVu Sans"/>
                <a:ea typeface="DejaVu Sans"/>
                <a:cs typeface="DejaVu Sans"/>
              </a:defRPr>
            </a:lvl3pPr>
            <a:lvl4pPr algn="l">
              <a:buNone/>
              <a:defRPr sz="3300" b="1">
                <a:solidFill>
                  <a:srgbClr val="102A43"/>
                </a:solidFill>
                <a:latin typeface="DejaVu Sans"/>
                <a:ea typeface="DejaVu Sans"/>
                <a:cs typeface="DejaVu Sans"/>
              </a:defRPr>
            </a:lvl4pPr>
            <a:lvl5pPr algn="l">
              <a:buNone/>
              <a:defRPr sz="3300" b="1">
                <a:solidFill>
                  <a:srgbClr val="102A43"/>
                </a:solidFill>
                <a:latin typeface="DejaVu Sans"/>
                <a:ea typeface="DejaVu Sans"/>
                <a:cs typeface="DejaVu Sans"/>
              </a:defRPr>
            </a:lvl5pPr>
            <a:lvl6pPr algn="l">
              <a:buNone/>
              <a:defRPr sz="3300" b="1">
                <a:solidFill>
                  <a:srgbClr val="102A43"/>
                </a:solidFill>
                <a:latin typeface="DejaVu Sans"/>
                <a:ea typeface="DejaVu Sans"/>
                <a:cs typeface="DejaVu Sans"/>
              </a:defRPr>
            </a:lvl6pPr>
            <a:lvl7pPr algn="l">
              <a:buNone/>
              <a:defRPr sz="3300" b="1">
                <a:solidFill>
                  <a:srgbClr val="102A43"/>
                </a:solidFill>
                <a:latin typeface="DejaVu Sans"/>
                <a:ea typeface="DejaVu Sans"/>
                <a:cs typeface="DejaVu Sans"/>
              </a:defRPr>
            </a:lvl7pPr>
            <a:lvl8pPr algn="l">
              <a:buNone/>
              <a:defRPr sz="3300" b="1">
                <a:solidFill>
                  <a:srgbClr val="102A43"/>
                </a:solidFill>
                <a:latin typeface="DejaVu Sans"/>
                <a:ea typeface="DejaVu Sans"/>
                <a:cs typeface="DejaVu Sans"/>
              </a:defRPr>
            </a:lvl8pPr>
            <a:lvl9pPr algn="l">
              <a:buNone/>
              <a:defRPr sz="3300" b="1">
                <a:solidFill>
                  <a:srgbClr val="102A43"/>
                </a:solidFill>
                <a:latin typeface="DejaVu Sans"/>
                <a:ea typeface="DejaVu Sans"/>
                <a:cs typeface="DejaVu Sans"/>
              </a:defRPr>
            </a:lvl9pPr>
          </a:lstStyle>
          <a:p xmlns:a="http://schemas.openxmlformats.org/drawingml/2006/main">
            <a:pPr algn="l">
              <a:lnSpc>
                <a:spcPct val="115000"/>
              </a:lnSpc>
              <a:buNone/>
              <a:defRPr sz="3300" b="1">
                <a:solidFill>
                  <a:srgbClr val="102A43"/>
                </a:solidFill>
                <a:latin typeface="DejaVu Sans"/>
                <a:ea typeface="DejaVu Sans"/>
                <a:cs typeface="DejaVu Sans"/>
              </a:defRPr>
            </a:pPr>
            <a:r>
              <a:rPr sz="3300" b="1">
                <a:solidFill>
                  <a:srgbClr val="102A43"/>
                </a:solidFill>
                <a:latin typeface="DejaVu Sans"/>
                <a:ea typeface="DejaVu Sans"/>
                <a:cs typeface="DejaVu Sans"/>
              </a:rPr>
              <a:t>Adapter contract</a:t>
            </a:r>
          </a:p>
        </p:txBody>
      </p:sp>
      <p:sp>
        <p:nvSpPr>
          <p:cNvPr id="2" name="text-31">
            <a:extLst xmlns:a="http://schemas.openxmlformats.org/drawingml/2006/main">
              <a:ext uri="{FF2B5EF4-FFF2-40B4-BE49-F238E27FC236}">
                <a16:creationId xmlns:a16="http://schemas.microsoft.com/office/drawing/2014/main" id="{B618DB00-25A6-4625-86F0-5E67D8F2D070}"/>
              </a:ext>
            </a:extLst>
          </p:cNvPr>
          <p:cNvSpPr>
            <a:spLocks xmlns:a="http://schemas.openxmlformats.org/drawingml/2006/main" noGrp="1"/>
          </p:cNvSpPr>
          <p:nvPr/>
        </p:nvSpPr>
        <p:spPr>
          <a:xfrm xmlns:a="http://schemas.openxmlformats.org/drawingml/2006/main">
            <a:off x="609600" y="1371600"/>
            <a:ext cx="109728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526778"/>
                </a:solidFill>
                <a:latin typeface="DejaVu Sans"/>
                <a:ea typeface="DejaVu Sans"/>
                <a:cs typeface="DejaVu Sans"/>
              </a:defRPr>
            </a:defPPr>
            <a:lvl1pPr algn="l">
              <a:buNone/>
              <a:defRPr sz="1875" b="0">
                <a:solidFill>
                  <a:srgbClr val="526778"/>
                </a:solidFill>
                <a:latin typeface="DejaVu Sans"/>
                <a:ea typeface="DejaVu Sans"/>
                <a:cs typeface="DejaVu Sans"/>
              </a:defRPr>
            </a:lvl1pPr>
            <a:lvl2pPr algn="l">
              <a:buNone/>
              <a:defRPr sz="1875" b="0">
                <a:solidFill>
                  <a:srgbClr val="526778"/>
                </a:solidFill>
                <a:latin typeface="DejaVu Sans"/>
                <a:ea typeface="DejaVu Sans"/>
                <a:cs typeface="DejaVu Sans"/>
              </a:defRPr>
            </a:lvl2pPr>
            <a:lvl3pPr algn="l">
              <a:buNone/>
              <a:defRPr sz="1875" b="0">
                <a:solidFill>
                  <a:srgbClr val="526778"/>
                </a:solidFill>
                <a:latin typeface="DejaVu Sans"/>
                <a:ea typeface="DejaVu Sans"/>
                <a:cs typeface="DejaVu Sans"/>
              </a:defRPr>
            </a:lvl3pPr>
            <a:lvl4pPr algn="l">
              <a:buNone/>
              <a:defRPr sz="1875" b="0">
                <a:solidFill>
                  <a:srgbClr val="526778"/>
                </a:solidFill>
                <a:latin typeface="DejaVu Sans"/>
                <a:ea typeface="DejaVu Sans"/>
                <a:cs typeface="DejaVu Sans"/>
              </a:defRPr>
            </a:lvl4pPr>
            <a:lvl5pPr algn="l">
              <a:buNone/>
              <a:defRPr sz="1875" b="0">
                <a:solidFill>
                  <a:srgbClr val="526778"/>
                </a:solidFill>
                <a:latin typeface="DejaVu Sans"/>
                <a:ea typeface="DejaVu Sans"/>
                <a:cs typeface="DejaVu Sans"/>
              </a:defRPr>
            </a:lvl5pPr>
            <a:lvl6pPr algn="l">
              <a:buNone/>
              <a:defRPr sz="1875" b="0">
                <a:solidFill>
                  <a:srgbClr val="526778"/>
                </a:solidFill>
                <a:latin typeface="DejaVu Sans"/>
                <a:ea typeface="DejaVu Sans"/>
                <a:cs typeface="DejaVu Sans"/>
              </a:defRPr>
            </a:lvl6pPr>
            <a:lvl7pPr algn="l">
              <a:buNone/>
              <a:defRPr sz="1875" b="0">
                <a:solidFill>
                  <a:srgbClr val="526778"/>
                </a:solidFill>
                <a:latin typeface="DejaVu Sans"/>
                <a:ea typeface="DejaVu Sans"/>
                <a:cs typeface="DejaVu Sans"/>
              </a:defRPr>
            </a:lvl7pPr>
            <a:lvl8pPr algn="l">
              <a:buNone/>
              <a:defRPr sz="1875" b="0">
                <a:solidFill>
                  <a:srgbClr val="526778"/>
                </a:solidFill>
                <a:latin typeface="DejaVu Sans"/>
                <a:ea typeface="DejaVu Sans"/>
                <a:cs typeface="DejaVu Sans"/>
              </a:defRPr>
            </a:lvl8pPr>
            <a:lvl9pPr algn="l">
              <a:buNone/>
              <a:defRPr sz="1875" b="0">
                <a:solidFill>
                  <a:srgbClr val="526778"/>
                </a:solidFill>
                <a:latin typeface="DejaVu Sans"/>
                <a:ea typeface="DejaVu Sans"/>
                <a:cs typeface="DejaVu Sans"/>
              </a:defRPr>
            </a:lvl9pPr>
          </a:lstStyle>
          <a:p xmlns:a="http://schemas.openxmlformats.org/drawingml/2006/main">
            <a:pPr algn="l">
              <a:lnSpc>
                <a:spcPct val="115000"/>
              </a:lnSpc>
              <a:buNone/>
              <a:defRPr sz="1875" b="0">
                <a:solidFill>
                  <a:srgbClr val="526778"/>
                </a:solidFill>
                <a:latin typeface="DejaVu Sans"/>
                <a:ea typeface="DejaVu Sans"/>
                <a:cs typeface="DejaVu Sans"/>
              </a:defRPr>
            </a:pPr>
            <a:r>
              <a:rPr sz="1875" b="0">
                <a:solidFill>
                  <a:srgbClr val="526778"/>
                </a:solidFill>
                <a:latin typeface="DejaVu Sans"/>
                <a:ea typeface="DejaVu Sans"/>
                <a:cs typeface="DejaVu Sans"/>
              </a:rPr>
              <a:t>Spring discovers parser beans through one interface.</a:t>
            </a:r>
          </a:p>
        </p:txBody>
      </p:sp>
      <p:sp>
        <p:nvSpPr>
          <p:cNvPr id="3" name="slide-number">
            <a:extLst xmlns:a="http://schemas.openxmlformats.org/drawingml/2006/main">
              <a:ext uri="{FF2B5EF4-FFF2-40B4-BE49-F238E27FC236}">
                <a16:creationId xmlns:a16="http://schemas.microsoft.com/office/drawing/2014/main" id="{46A5C296-3A19-49B4-85FC-DBE77F29AD46}"/>
              </a:ext>
            </a:extLst>
          </p:cNvPr>
          <p:cNvSpPr>
            <a:spLocks xmlns:a="http://schemas.openxmlformats.org/drawingml/2006/main" noGrp="1"/>
          </p:cNvSpPr>
          <p:nvPr/>
        </p:nvSpPr>
        <p:spPr>
          <a:xfrm xmlns:a="http://schemas.openxmlformats.org/drawingml/2006/main">
            <a:off x="11182350" y="6391275"/>
            <a:ext cx="4000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275" b="0">
                <a:solidFill>
                  <a:srgbClr val="526778"/>
                </a:solidFill>
                <a:latin typeface="DejaVu Sans"/>
                <a:ea typeface="DejaVu Sans"/>
                <a:cs typeface="DejaVu Sans"/>
              </a:defRPr>
            </a:defPPr>
            <a:lvl1pPr algn="r">
              <a:buNone/>
              <a:defRPr sz="1275" b="0">
                <a:solidFill>
                  <a:srgbClr val="526778"/>
                </a:solidFill>
                <a:latin typeface="DejaVu Sans"/>
                <a:ea typeface="DejaVu Sans"/>
                <a:cs typeface="DejaVu Sans"/>
              </a:defRPr>
            </a:lvl1pPr>
            <a:lvl2pPr algn="r">
              <a:buNone/>
              <a:defRPr sz="1275" b="0">
                <a:solidFill>
                  <a:srgbClr val="526778"/>
                </a:solidFill>
                <a:latin typeface="DejaVu Sans"/>
                <a:ea typeface="DejaVu Sans"/>
                <a:cs typeface="DejaVu Sans"/>
              </a:defRPr>
            </a:lvl2pPr>
            <a:lvl3pPr algn="r">
              <a:buNone/>
              <a:defRPr sz="1275" b="0">
                <a:solidFill>
                  <a:srgbClr val="526778"/>
                </a:solidFill>
                <a:latin typeface="DejaVu Sans"/>
                <a:ea typeface="DejaVu Sans"/>
                <a:cs typeface="DejaVu Sans"/>
              </a:defRPr>
            </a:lvl3pPr>
            <a:lvl4pPr algn="r">
              <a:buNone/>
              <a:defRPr sz="1275" b="0">
                <a:solidFill>
                  <a:srgbClr val="526778"/>
                </a:solidFill>
                <a:latin typeface="DejaVu Sans"/>
                <a:ea typeface="DejaVu Sans"/>
                <a:cs typeface="DejaVu Sans"/>
              </a:defRPr>
            </a:lvl4pPr>
            <a:lvl5pPr algn="r">
              <a:buNone/>
              <a:defRPr sz="1275" b="0">
                <a:solidFill>
                  <a:srgbClr val="526778"/>
                </a:solidFill>
                <a:latin typeface="DejaVu Sans"/>
                <a:ea typeface="DejaVu Sans"/>
                <a:cs typeface="DejaVu Sans"/>
              </a:defRPr>
            </a:lvl5pPr>
            <a:lvl6pPr algn="r">
              <a:buNone/>
              <a:defRPr sz="1275" b="0">
                <a:solidFill>
                  <a:srgbClr val="526778"/>
                </a:solidFill>
                <a:latin typeface="DejaVu Sans"/>
                <a:ea typeface="DejaVu Sans"/>
                <a:cs typeface="DejaVu Sans"/>
              </a:defRPr>
            </a:lvl6pPr>
            <a:lvl7pPr algn="r">
              <a:buNone/>
              <a:defRPr sz="1275" b="0">
                <a:solidFill>
                  <a:srgbClr val="526778"/>
                </a:solidFill>
                <a:latin typeface="DejaVu Sans"/>
                <a:ea typeface="DejaVu Sans"/>
                <a:cs typeface="DejaVu Sans"/>
              </a:defRPr>
            </a:lvl7pPr>
            <a:lvl8pPr algn="r">
              <a:buNone/>
              <a:defRPr sz="1275" b="0">
                <a:solidFill>
                  <a:srgbClr val="526778"/>
                </a:solidFill>
                <a:latin typeface="DejaVu Sans"/>
                <a:ea typeface="DejaVu Sans"/>
                <a:cs typeface="DejaVu Sans"/>
              </a:defRPr>
            </a:lvl8pPr>
            <a:lvl9pPr algn="r">
              <a:buNone/>
              <a:defRPr sz="1275" b="0">
                <a:solidFill>
                  <a:srgbClr val="526778"/>
                </a:solidFill>
                <a:latin typeface="DejaVu Sans"/>
                <a:ea typeface="DejaVu Sans"/>
                <a:cs typeface="DejaVu Sans"/>
              </a:defRPr>
            </a:lvl9pPr>
          </a:lstStyle>
          <a:p xmlns:a="http://schemas.openxmlformats.org/drawingml/2006/main">
            <a:pPr algn="r">
              <a:lnSpc>
                <a:spcPct val="115000"/>
              </a:lnSpc>
              <a:buNone/>
              <a:defRPr sz="1275" b="0">
                <a:solidFill>
                  <a:srgbClr val="526778"/>
                </a:solidFill>
                <a:latin typeface="DejaVu Sans"/>
                <a:ea typeface="DejaVu Sans"/>
                <a:cs typeface="DejaVu Sans"/>
              </a:defRPr>
            </a:pPr>
            <a:r>
              <a:rPr sz="1275" b="0">
                <a:solidFill>
                  <a:srgbClr val="526778"/>
                </a:solidFill>
                <a:latin typeface="DejaVu Sans"/>
                <a:ea typeface="DejaVu Sans"/>
                <a:cs typeface="DejaVu Sans"/>
              </a:rPr>
              <a:t>5</a:t>
            </a:r>
          </a:p>
        </p:txBody>
      </p:sp>
      <p:sp>
        <p:nvSpPr>
          <p:cNvPr id="4" name="text-32">
            <a:extLst xmlns:a="http://schemas.openxmlformats.org/drawingml/2006/main">
              <a:ext uri="{FF2B5EF4-FFF2-40B4-BE49-F238E27FC236}">
                <a16:creationId xmlns:a16="http://schemas.microsoft.com/office/drawing/2014/main" id="{9CF352EC-94FB-47DD-9270-B9528D91E4FB}"/>
              </a:ext>
            </a:extLst>
          </p:cNvPr>
          <p:cNvSpPr>
            <a:spLocks xmlns:a="http://schemas.openxmlformats.org/drawingml/2006/main" noGrp="1"/>
          </p:cNvSpPr>
          <p:nvPr/>
        </p:nvSpPr>
        <p:spPr>
          <a:xfrm xmlns:a="http://schemas.openxmlformats.org/drawingml/2006/main">
            <a:off x="609600" y="2028825"/>
            <a:ext cx="6896100" cy="409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725" b="0">
                <a:solidFill>
                  <a:srgbClr val="102A43"/>
                </a:solidFill>
                <a:latin typeface="DejaVu Sans Mono"/>
                <a:ea typeface="DejaVu Sans Mono"/>
                <a:cs typeface="DejaVu Sans Mono"/>
              </a:defRPr>
            </a:defPPr>
            <a:lvl1pPr algn="l">
              <a:buNone/>
              <a:defRPr sz="1725" b="0">
                <a:solidFill>
                  <a:srgbClr val="102A43"/>
                </a:solidFill>
                <a:latin typeface="DejaVu Sans Mono"/>
                <a:ea typeface="DejaVu Sans Mono"/>
                <a:cs typeface="DejaVu Sans Mono"/>
              </a:defRPr>
            </a:lvl1pPr>
            <a:lvl2pPr algn="l">
              <a:buNone/>
              <a:defRPr sz="1725" b="0">
                <a:solidFill>
                  <a:srgbClr val="102A43"/>
                </a:solidFill>
                <a:latin typeface="DejaVu Sans Mono"/>
                <a:ea typeface="DejaVu Sans Mono"/>
                <a:cs typeface="DejaVu Sans Mono"/>
              </a:defRPr>
            </a:lvl2pPr>
            <a:lvl3pPr algn="l">
              <a:buNone/>
              <a:defRPr sz="1725" b="0">
                <a:solidFill>
                  <a:srgbClr val="102A43"/>
                </a:solidFill>
                <a:latin typeface="DejaVu Sans Mono"/>
                <a:ea typeface="DejaVu Sans Mono"/>
                <a:cs typeface="DejaVu Sans Mono"/>
              </a:defRPr>
            </a:lvl3pPr>
            <a:lvl4pPr algn="l">
              <a:buNone/>
              <a:defRPr sz="1725" b="0">
                <a:solidFill>
                  <a:srgbClr val="102A43"/>
                </a:solidFill>
                <a:latin typeface="DejaVu Sans Mono"/>
                <a:ea typeface="DejaVu Sans Mono"/>
                <a:cs typeface="DejaVu Sans Mono"/>
              </a:defRPr>
            </a:lvl4pPr>
            <a:lvl5pPr algn="l">
              <a:buNone/>
              <a:defRPr sz="1725" b="0">
                <a:solidFill>
                  <a:srgbClr val="102A43"/>
                </a:solidFill>
                <a:latin typeface="DejaVu Sans Mono"/>
                <a:ea typeface="DejaVu Sans Mono"/>
                <a:cs typeface="DejaVu Sans Mono"/>
              </a:defRPr>
            </a:lvl5pPr>
            <a:lvl6pPr algn="l">
              <a:buNone/>
              <a:defRPr sz="1725" b="0">
                <a:solidFill>
                  <a:srgbClr val="102A43"/>
                </a:solidFill>
                <a:latin typeface="DejaVu Sans Mono"/>
                <a:ea typeface="DejaVu Sans Mono"/>
                <a:cs typeface="DejaVu Sans Mono"/>
              </a:defRPr>
            </a:lvl6pPr>
            <a:lvl7pPr algn="l">
              <a:buNone/>
              <a:defRPr sz="1725" b="0">
                <a:solidFill>
                  <a:srgbClr val="102A43"/>
                </a:solidFill>
                <a:latin typeface="DejaVu Sans Mono"/>
                <a:ea typeface="DejaVu Sans Mono"/>
                <a:cs typeface="DejaVu Sans Mono"/>
              </a:defRPr>
            </a:lvl7pPr>
            <a:lvl8pPr algn="l">
              <a:buNone/>
              <a:defRPr sz="1725" b="0">
                <a:solidFill>
                  <a:srgbClr val="102A43"/>
                </a:solidFill>
                <a:latin typeface="DejaVu Sans Mono"/>
                <a:ea typeface="DejaVu Sans Mono"/>
                <a:cs typeface="DejaVu Sans Mono"/>
              </a:defRPr>
            </a:lvl8pPr>
            <a:lvl9pPr algn="l">
              <a:buNone/>
              <a:defRPr sz="1725" b="0">
                <a:solidFill>
                  <a:srgbClr val="102A43"/>
                </a:solidFill>
                <a:latin typeface="DejaVu Sans Mono"/>
                <a:ea typeface="DejaVu Sans Mono"/>
                <a:cs typeface="DejaVu Sans Mono"/>
              </a:defRPr>
            </a:lvl9pPr>
          </a:lstStyle>
          <a:p xmlns:a="http://schemas.openxmlformats.org/drawingml/2006/main">
            <a:pPr algn="l">
              <a:lnSpc>
                <a:spcPct val="115000"/>
              </a:lnSpc>
              <a:buNone/>
              <a:defRPr sz="1725" b="0">
                <a:solidFill>
                  <a:srgbClr val="102A43"/>
                </a:solidFill>
                <a:latin typeface="DejaVu Sans Mono"/>
                <a:ea typeface="DejaVu Sans Mono"/>
                <a:cs typeface="DejaVu Sans Mono"/>
              </a:defRPr>
            </a:pPr>
            <a:r>
              <a:rPr sz="1725" b="0">
                <a:solidFill>
                  <a:srgbClr val="102A43"/>
                </a:solidFill>
                <a:latin typeface="DejaVu Sans Mono"/>
                <a:ea typeface="DejaVu Sans Mono"/>
                <a:cs typeface="DejaVu Sans Mono"/>
              </a:rPr>
              <a:t>public interface FileFormatAdapter {</a:t>
            </a:r>
          </a:p>
          <a:p xmlns:a="http://schemas.openxmlformats.org/drawingml/2006/main">
            <a:pPr algn="l">
              <a:lnSpc>
                <a:spcPct val="115000"/>
              </a:lnSpc>
              <a:buNone/>
              <a:defRPr sz="1725" b="0">
                <a:solidFill>
                  <a:srgbClr val="102A43"/>
                </a:solidFill>
                <a:latin typeface="DejaVu Sans Mono"/>
                <a:ea typeface="DejaVu Sans Mono"/>
                <a:cs typeface="DejaVu Sans Mono"/>
              </a:defRPr>
            </a:pPr>
            <a:r>
              <a:rPr sz="1725" b="0">
                <a:solidFill>
                  <a:srgbClr val="102A43"/>
                </a:solidFill>
                <a:latin typeface="DejaVu Sans Mono"/>
                <a:ea typeface="DejaVu Sans Mono"/>
                <a:cs typeface="DejaVu Sans Mono"/>
              </a:rPr>
              <a:t>    Profile.Format format();</a:t>
            </a:r>
          </a:p>
          <a:p xmlns:a="http://schemas.openxmlformats.org/drawingml/2006/main">
            <a:r>
              <a:t/>
            </a:r>
          </a:p>
          <a:p xmlns:a="http://schemas.openxmlformats.org/drawingml/2006/main">
            <a:pPr algn="l">
              <a:lnSpc>
                <a:spcPct val="115000"/>
              </a:lnSpc>
              <a:buNone/>
              <a:defRPr sz="1725" b="0">
                <a:solidFill>
                  <a:srgbClr val="102A43"/>
                </a:solidFill>
                <a:latin typeface="DejaVu Sans Mono"/>
                <a:ea typeface="DejaVu Sans Mono"/>
                <a:cs typeface="DejaVu Sans Mono"/>
              </a:defRPr>
            </a:pPr>
            <a:r>
              <a:rPr sz="1725" b="0">
                <a:solidFill>
                  <a:srgbClr val="102A43"/>
                </a:solidFill>
                <a:latin typeface="DejaVu Sans Mono"/>
                <a:ea typeface="DejaVu Sans Mono"/>
                <a:cs typeface="DejaVu Sans Mono"/>
              </a:rPr>
              <a:t>    void read(</a:t>
            </a:r>
          </a:p>
          <a:p xmlns:a="http://schemas.openxmlformats.org/drawingml/2006/main">
            <a:pPr algn="l">
              <a:lnSpc>
                <a:spcPct val="115000"/>
              </a:lnSpc>
              <a:buNone/>
              <a:defRPr sz="1725" b="0">
                <a:solidFill>
                  <a:srgbClr val="102A43"/>
                </a:solidFill>
                <a:latin typeface="DejaVu Sans Mono"/>
                <a:ea typeface="DejaVu Sans Mono"/>
                <a:cs typeface="DejaVu Sans Mono"/>
              </a:defRPr>
            </a:pPr>
            <a:r>
              <a:rPr sz="1725" b="0">
                <a:solidFill>
                  <a:srgbClr val="102A43"/>
                </a:solidFill>
                <a:latin typeface="DejaVu Sans Mono"/>
                <a:ea typeface="DejaVu Sans Mono"/>
                <a:cs typeface="DejaVu Sans Mono"/>
              </a:rPr>
              <a:t>        Path file,</a:t>
            </a:r>
          </a:p>
          <a:p xmlns:a="http://schemas.openxmlformats.org/drawingml/2006/main">
            <a:pPr algn="l">
              <a:lnSpc>
                <a:spcPct val="115000"/>
              </a:lnSpc>
              <a:buNone/>
              <a:defRPr sz="1725" b="0">
                <a:solidFill>
                  <a:srgbClr val="102A43"/>
                </a:solidFill>
                <a:latin typeface="DejaVu Sans Mono"/>
                <a:ea typeface="DejaVu Sans Mono"/>
                <a:cs typeface="DejaVu Sans Mono"/>
              </a:defRPr>
            </a:pPr>
            <a:r>
              <a:rPr sz="1725" b="0">
                <a:solidFill>
                  <a:srgbClr val="102A43"/>
                </a:solidFill>
                <a:latin typeface="DejaVu Sans Mono"/>
                <a:ea typeface="DejaVu Sans Mono"/>
                <a:cs typeface="DejaVu Sans Mono"/>
              </a:rPr>
              <a:t>        Profile.Layout layout,</a:t>
            </a:r>
          </a:p>
          <a:p xmlns:a="http://schemas.openxmlformats.org/drawingml/2006/main">
            <a:pPr algn="l">
              <a:lnSpc>
                <a:spcPct val="115000"/>
              </a:lnSpc>
              <a:buNone/>
              <a:defRPr sz="1725" b="0">
                <a:solidFill>
                  <a:srgbClr val="102A43"/>
                </a:solidFill>
                <a:latin typeface="DejaVu Sans Mono"/>
                <a:ea typeface="DejaVu Sans Mono"/>
                <a:cs typeface="DejaVu Sans Mono"/>
              </a:defRPr>
            </a:pPr>
            <a:r>
              <a:rPr sz="1725" b="0">
                <a:solidFill>
                  <a:srgbClr val="102A43"/>
                </a:solidFill>
                <a:latin typeface="DejaVu Sans Mono"/>
                <a:ea typeface="DejaVu Sans Mono"/>
                <a:cs typeface="DejaVu Sans Mono"/>
              </a:rPr>
              <a:t>        Consumer&lt;SourceRecord&gt; consumer</a:t>
            </a:r>
          </a:p>
          <a:p xmlns:a="http://schemas.openxmlformats.org/drawingml/2006/main">
            <a:pPr algn="l">
              <a:lnSpc>
                <a:spcPct val="115000"/>
              </a:lnSpc>
              <a:buNone/>
              <a:defRPr sz="1725" b="0">
                <a:solidFill>
                  <a:srgbClr val="102A43"/>
                </a:solidFill>
                <a:latin typeface="DejaVu Sans Mono"/>
                <a:ea typeface="DejaVu Sans Mono"/>
                <a:cs typeface="DejaVu Sans Mono"/>
              </a:defRPr>
            </a:pPr>
            <a:r>
              <a:rPr sz="1725" b="0">
                <a:solidFill>
                  <a:srgbClr val="102A43"/>
                </a:solidFill>
                <a:latin typeface="DejaVu Sans Mono"/>
                <a:ea typeface="DejaVu Sans Mono"/>
                <a:cs typeface="DejaVu Sans Mono"/>
              </a:rPr>
              <a:t>    ) throws IOException;</a:t>
            </a:r>
          </a:p>
          <a:p xmlns:a="http://schemas.openxmlformats.org/drawingml/2006/main">
            <a:pPr algn="l">
              <a:lnSpc>
                <a:spcPct val="115000"/>
              </a:lnSpc>
              <a:buNone/>
              <a:defRPr sz="1725" b="0">
                <a:solidFill>
                  <a:srgbClr val="102A43"/>
                </a:solidFill>
                <a:latin typeface="DejaVu Sans Mono"/>
                <a:ea typeface="DejaVu Sans Mono"/>
                <a:cs typeface="DejaVu Sans Mono"/>
              </a:defRPr>
            </a:pPr>
            <a:r>
              <a:rPr sz="1725" b="0">
                <a:solidFill>
                  <a:srgbClr val="102A43"/>
                </a:solidFill>
                <a:latin typeface="DejaVu Sans Mono"/>
                <a:ea typeface="DejaVu Sans Mono"/>
                <a:cs typeface="DejaVu Sans Mono"/>
              </a:rPr>
              <a:t>}</a:t>
            </a:r>
          </a:p>
        </p:txBody>
      </p:sp>
      <p:sp>
        <p:nvSpPr>
          <p:cNvPr id="5" name="text-33">
            <a:extLst xmlns:a="http://schemas.openxmlformats.org/drawingml/2006/main">
              <a:ext uri="{FF2B5EF4-FFF2-40B4-BE49-F238E27FC236}">
                <a16:creationId xmlns:a16="http://schemas.microsoft.com/office/drawing/2014/main" id="{5AFE41E2-51B9-41F9-AF39-6670D56F33DE}"/>
              </a:ext>
            </a:extLst>
          </p:cNvPr>
          <p:cNvSpPr>
            <a:spLocks xmlns:a="http://schemas.openxmlformats.org/drawingml/2006/main" noGrp="1"/>
          </p:cNvSpPr>
          <p:nvPr/>
        </p:nvSpPr>
        <p:spPr>
          <a:xfrm xmlns:a="http://schemas.openxmlformats.org/drawingml/2006/main">
            <a:off x="8039100" y="2057400"/>
            <a:ext cx="35242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102A43"/>
                </a:solidFill>
                <a:latin typeface="DejaVu Sans"/>
                <a:ea typeface="DejaVu Sans"/>
                <a:cs typeface="DejaVu Sans"/>
              </a:defRPr>
            </a:defPPr>
            <a:lvl1pPr algn="l">
              <a:buNone/>
              <a:defRPr sz="1875" b="0">
                <a:solidFill>
                  <a:srgbClr val="102A43"/>
                </a:solidFill>
                <a:latin typeface="DejaVu Sans"/>
                <a:ea typeface="DejaVu Sans"/>
                <a:cs typeface="DejaVu Sans"/>
              </a:defRPr>
            </a:lvl1pPr>
            <a:lvl2pPr algn="l">
              <a:buNone/>
              <a:defRPr sz="1875" b="0">
                <a:solidFill>
                  <a:srgbClr val="102A43"/>
                </a:solidFill>
                <a:latin typeface="DejaVu Sans"/>
                <a:ea typeface="DejaVu Sans"/>
                <a:cs typeface="DejaVu Sans"/>
              </a:defRPr>
            </a:lvl2pPr>
            <a:lvl3pPr algn="l">
              <a:buNone/>
              <a:defRPr sz="1875" b="0">
                <a:solidFill>
                  <a:srgbClr val="102A43"/>
                </a:solidFill>
                <a:latin typeface="DejaVu Sans"/>
                <a:ea typeface="DejaVu Sans"/>
                <a:cs typeface="DejaVu Sans"/>
              </a:defRPr>
            </a:lvl3pPr>
            <a:lvl4pPr algn="l">
              <a:buNone/>
              <a:defRPr sz="1875" b="0">
                <a:solidFill>
                  <a:srgbClr val="102A43"/>
                </a:solidFill>
                <a:latin typeface="DejaVu Sans"/>
                <a:ea typeface="DejaVu Sans"/>
                <a:cs typeface="DejaVu Sans"/>
              </a:defRPr>
            </a:lvl4pPr>
            <a:lvl5pPr algn="l">
              <a:buNone/>
              <a:defRPr sz="1875" b="0">
                <a:solidFill>
                  <a:srgbClr val="102A43"/>
                </a:solidFill>
                <a:latin typeface="DejaVu Sans"/>
                <a:ea typeface="DejaVu Sans"/>
                <a:cs typeface="DejaVu Sans"/>
              </a:defRPr>
            </a:lvl5pPr>
            <a:lvl6pPr algn="l">
              <a:buNone/>
              <a:defRPr sz="1875" b="0">
                <a:solidFill>
                  <a:srgbClr val="102A43"/>
                </a:solidFill>
                <a:latin typeface="DejaVu Sans"/>
                <a:ea typeface="DejaVu Sans"/>
                <a:cs typeface="DejaVu Sans"/>
              </a:defRPr>
            </a:lvl6pPr>
            <a:lvl7pPr algn="l">
              <a:buNone/>
              <a:defRPr sz="1875" b="0">
                <a:solidFill>
                  <a:srgbClr val="102A43"/>
                </a:solidFill>
                <a:latin typeface="DejaVu Sans"/>
                <a:ea typeface="DejaVu Sans"/>
                <a:cs typeface="DejaVu Sans"/>
              </a:defRPr>
            </a:lvl7pPr>
            <a:lvl8pPr algn="l">
              <a:buNone/>
              <a:defRPr sz="1875" b="0">
                <a:solidFill>
                  <a:srgbClr val="102A43"/>
                </a:solidFill>
                <a:latin typeface="DejaVu Sans"/>
                <a:ea typeface="DejaVu Sans"/>
                <a:cs typeface="DejaVu Sans"/>
              </a:defRPr>
            </a:lvl8pPr>
            <a:lvl9pPr algn="l">
              <a:buNone/>
              <a:defRPr sz="1875" b="0">
                <a:solidFill>
                  <a:srgbClr val="102A43"/>
                </a:solidFill>
                <a:latin typeface="DejaVu Sans"/>
                <a:ea typeface="DejaVu Sans"/>
                <a:cs typeface="DejaVu Sans"/>
              </a:defRPr>
            </a:lvl9pPr>
          </a:lstStyle>
          <a:p xmlns:a="http://schemas.openxmlformats.org/drawingml/2006/main">
            <a:pPr algn="l">
              <a:lnSpc>
                <a:spcPct val="115000"/>
              </a:lnSpc>
              <a:buNone/>
              <a:defRPr sz="1875" b="0">
                <a:solidFill>
                  <a:srgbClr val="102A43"/>
                </a:solidFill>
                <a:latin typeface="DejaVu Sans"/>
                <a:ea typeface="DejaVu Sans"/>
                <a:cs typeface="DejaVu Sans"/>
              </a:defRPr>
            </a:pPr>
            <a:r>
              <a:rPr sz="1875" b="0">
                <a:solidFill>
                  <a:srgbClr val="102A43"/>
                </a:solidFill>
                <a:latin typeface="DejaVu Sans"/>
                <a:ea typeface="DejaVu Sans"/>
                <a:cs typeface="DejaVu Sans"/>
              </a:rPr>
              <a:t>Own and close parser resources</a:t>
            </a:r>
          </a:p>
        </p:txBody>
      </p:sp>
      <p:sp>
        <p:nvSpPr>
          <p:cNvPr id="6" name="text-34">
            <a:extLst xmlns:a="http://schemas.openxmlformats.org/drawingml/2006/main">
              <a:ext uri="{FF2B5EF4-FFF2-40B4-BE49-F238E27FC236}">
                <a16:creationId xmlns:a16="http://schemas.microsoft.com/office/drawing/2014/main" id="{8E438BD6-9EE6-49DA-A5EB-7C9FA6CA8757}"/>
              </a:ext>
            </a:extLst>
          </p:cNvPr>
          <p:cNvSpPr>
            <a:spLocks xmlns:a="http://schemas.openxmlformats.org/drawingml/2006/main" noGrp="1"/>
          </p:cNvSpPr>
          <p:nvPr/>
        </p:nvSpPr>
        <p:spPr>
          <a:xfrm xmlns:a="http://schemas.openxmlformats.org/drawingml/2006/main">
            <a:off x="8039100" y="3181350"/>
            <a:ext cx="35242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102A43"/>
                </a:solidFill>
                <a:latin typeface="DejaVu Sans"/>
                <a:ea typeface="DejaVu Sans"/>
                <a:cs typeface="DejaVu Sans"/>
              </a:defRPr>
            </a:defPPr>
            <a:lvl1pPr algn="l">
              <a:buNone/>
              <a:defRPr sz="1875" b="0">
                <a:solidFill>
                  <a:srgbClr val="102A43"/>
                </a:solidFill>
                <a:latin typeface="DejaVu Sans"/>
                <a:ea typeface="DejaVu Sans"/>
                <a:cs typeface="DejaVu Sans"/>
              </a:defRPr>
            </a:lvl1pPr>
            <a:lvl2pPr algn="l">
              <a:buNone/>
              <a:defRPr sz="1875" b="0">
                <a:solidFill>
                  <a:srgbClr val="102A43"/>
                </a:solidFill>
                <a:latin typeface="DejaVu Sans"/>
                <a:ea typeface="DejaVu Sans"/>
                <a:cs typeface="DejaVu Sans"/>
              </a:defRPr>
            </a:lvl2pPr>
            <a:lvl3pPr algn="l">
              <a:buNone/>
              <a:defRPr sz="1875" b="0">
                <a:solidFill>
                  <a:srgbClr val="102A43"/>
                </a:solidFill>
                <a:latin typeface="DejaVu Sans"/>
                <a:ea typeface="DejaVu Sans"/>
                <a:cs typeface="DejaVu Sans"/>
              </a:defRPr>
            </a:lvl3pPr>
            <a:lvl4pPr algn="l">
              <a:buNone/>
              <a:defRPr sz="1875" b="0">
                <a:solidFill>
                  <a:srgbClr val="102A43"/>
                </a:solidFill>
                <a:latin typeface="DejaVu Sans"/>
                <a:ea typeface="DejaVu Sans"/>
                <a:cs typeface="DejaVu Sans"/>
              </a:defRPr>
            </a:lvl4pPr>
            <a:lvl5pPr algn="l">
              <a:buNone/>
              <a:defRPr sz="1875" b="0">
                <a:solidFill>
                  <a:srgbClr val="102A43"/>
                </a:solidFill>
                <a:latin typeface="DejaVu Sans"/>
                <a:ea typeface="DejaVu Sans"/>
                <a:cs typeface="DejaVu Sans"/>
              </a:defRPr>
            </a:lvl5pPr>
            <a:lvl6pPr algn="l">
              <a:buNone/>
              <a:defRPr sz="1875" b="0">
                <a:solidFill>
                  <a:srgbClr val="102A43"/>
                </a:solidFill>
                <a:latin typeface="DejaVu Sans"/>
                <a:ea typeface="DejaVu Sans"/>
                <a:cs typeface="DejaVu Sans"/>
              </a:defRPr>
            </a:lvl6pPr>
            <a:lvl7pPr algn="l">
              <a:buNone/>
              <a:defRPr sz="1875" b="0">
                <a:solidFill>
                  <a:srgbClr val="102A43"/>
                </a:solidFill>
                <a:latin typeface="DejaVu Sans"/>
                <a:ea typeface="DejaVu Sans"/>
                <a:cs typeface="DejaVu Sans"/>
              </a:defRPr>
            </a:lvl7pPr>
            <a:lvl8pPr algn="l">
              <a:buNone/>
              <a:defRPr sz="1875" b="0">
                <a:solidFill>
                  <a:srgbClr val="102A43"/>
                </a:solidFill>
                <a:latin typeface="DejaVu Sans"/>
                <a:ea typeface="DejaVu Sans"/>
                <a:cs typeface="DejaVu Sans"/>
              </a:defRPr>
            </a:lvl8pPr>
            <a:lvl9pPr algn="l">
              <a:buNone/>
              <a:defRPr sz="1875" b="0">
                <a:solidFill>
                  <a:srgbClr val="102A43"/>
                </a:solidFill>
                <a:latin typeface="DejaVu Sans"/>
                <a:ea typeface="DejaVu Sans"/>
                <a:cs typeface="DejaVu Sans"/>
              </a:defRPr>
            </a:lvl9pPr>
          </a:lstStyle>
          <a:p xmlns:a="http://schemas.openxmlformats.org/drawingml/2006/main">
            <a:pPr algn="l">
              <a:lnSpc>
                <a:spcPct val="115000"/>
              </a:lnSpc>
              <a:buNone/>
              <a:defRPr sz="1875" b="0">
                <a:solidFill>
                  <a:srgbClr val="102A43"/>
                </a:solidFill>
                <a:latin typeface="DejaVu Sans"/>
                <a:ea typeface="DejaVu Sans"/>
                <a:cs typeface="DejaVu Sans"/>
              </a:defRPr>
            </a:pPr>
            <a:r>
              <a:rPr sz="1875" b="0">
                <a:solidFill>
                  <a:srgbClr val="102A43"/>
                </a:solidFill>
                <a:latin typeface="DejaVu Sans"/>
                <a:ea typeface="DejaVu Sans"/>
                <a:cs typeface="DejaVu Sans"/>
              </a:rPr>
              <a:t>Emit stable logical record numbers</a:t>
            </a:r>
          </a:p>
        </p:txBody>
      </p:sp>
      <p:sp>
        <p:nvSpPr>
          <p:cNvPr id="7" name="text-35">
            <a:extLst xmlns:a="http://schemas.openxmlformats.org/drawingml/2006/main">
              <a:ext uri="{FF2B5EF4-FFF2-40B4-BE49-F238E27FC236}">
                <a16:creationId xmlns:a16="http://schemas.microsoft.com/office/drawing/2014/main" id="{B0D04E21-817E-43C3-B0CD-F2AB3858289B}"/>
              </a:ext>
            </a:extLst>
          </p:cNvPr>
          <p:cNvSpPr>
            <a:spLocks xmlns:a="http://schemas.openxmlformats.org/drawingml/2006/main" noGrp="1"/>
          </p:cNvSpPr>
          <p:nvPr/>
        </p:nvSpPr>
        <p:spPr>
          <a:xfrm xmlns:a="http://schemas.openxmlformats.org/drawingml/2006/main">
            <a:off x="8039100" y="4305300"/>
            <a:ext cx="35242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102A43"/>
                </a:solidFill>
                <a:latin typeface="DejaVu Sans"/>
                <a:ea typeface="DejaVu Sans"/>
                <a:cs typeface="DejaVu Sans"/>
              </a:defRPr>
            </a:defPPr>
            <a:lvl1pPr algn="l">
              <a:buNone/>
              <a:defRPr sz="1875" b="0">
                <a:solidFill>
                  <a:srgbClr val="102A43"/>
                </a:solidFill>
                <a:latin typeface="DejaVu Sans"/>
                <a:ea typeface="DejaVu Sans"/>
                <a:cs typeface="DejaVu Sans"/>
              </a:defRPr>
            </a:lvl1pPr>
            <a:lvl2pPr algn="l">
              <a:buNone/>
              <a:defRPr sz="1875" b="0">
                <a:solidFill>
                  <a:srgbClr val="102A43"/>
                </a:solidFill>
                <a:latin typeface="DejaVu Sans"/>
                <a:ea typeface="DejaVu Sans"/>
                <a:cs typeface="DejaVu Sans"/>
              </a:defRPr>
            </a:lvl2pPr>
            <a:lvl3pPr algn="l">
              <a:buNone/>
              <a:defRPr sz="1875" b="0">
                <a:solidFill>
                  <a:srgbClr val="102A43"/>
                </a:solidFill>
                <a:latin typeface="DejaVu Sans"/>
                <a:ea typeface="DejaVu Sans"/>
                <a:cs typeface="DejaVu Sans"/>
              </a:defRPr>
            </a:lvl3pPr>
            <a:lvl4pPr algn="l">
              <a:buNone/>
              <a:defRPr sz="1875" b="0">
                <a:solidFill>
                  <a:srgbClr val="102A43"/>
                </a:solidFill>
                <a:latin typeface="DejaVu Sans"/>
                <a:ea typeface="DejaVu Sans"/>
                <a:cs typeface="DejaVu Sans"/>
              </a:defRPr>
            </a:lvl4pPr>
            <a:lvl5pPr algn="l">
              <a:buNone/>
              <a:defRPr sz="1875" b="0">
                <a:solidFill>
                  <a:srgbClr val="102A43"/>
                </a:solidFill>
                <a:latin typeface="DejaVu Sans"/>
                <a:ea typeface="DejaVu Sans"/>
                <a:cs typeface="DejaVu Sans"/>
              </a:defRPr>
            </a:lvl5pPr>
            <a:lvl6pPr algn="l">
              <a:buNone/>
              <a:defRPr sz="1875" b="0">
                <a:solidFill>
                  <a:srgbClr val="102A43"/>
                </a:solidFill>
                <a:latin typeface="DejaVu Sans"/>
                <a:ea typeface="DejaVu Sans"/>
                <a:cs typeface="DejaVu Sans"/>
              </a:defRPr>
            </a:lvl6pPr>
            <a:lvl7pPr algn="l">
              <a:buNone/>
              <a:defRPr sz="1875" b="0">
                <a:solidFill>
                  <a:srgbClr val="102A43"/>
                </a:solidFill>
                <a:latin typeface="DejaVu Sans"/>
                <a:ea typeface="DejaVu Sans"/>
                <a:cs typeface="DejaVu Sans"/>
              </a:defRPr>
            </a:lvl7pPr>
            <a:lvl8pPr algn="l">
              <a:buNone/>
              <a:defRPr sz="1875" b="0">
                <a:solidFill>
                  <a:srgbClr val="102A43"/>
                </a:solidFill>
                <a:latin typeface="DejaVu Sans"/>
                <a:ea typeface="DejaVu Sans"/>
                <a:cs typeface="DejaVu Sans"/>
              </a:defRPr>
            </a:lvl8pPr>
            <a:lvl9pPr algn="l">
              <a:buNone/>
              <a:defRPr sz="1875" b="0">
                <a:solidFill>
                  <a:srgbClr val="102A43"/>
                </a:solidFill>
                <a:latin typeface="DejaVu Sans"/>
                <a:ea typeface="DejaVu Sans"/>
                <a:cs typeface="DejaVu Sans"/>
              </a:defRPr>
            </a:lvl9pPr>
          </a:lstStyle>
          <a:p xmlns:a="http://schemas.openxmlformats.org/drawingml/2006/main">
            <a:pPr algn="l">
              <a:lnSpc>
                <a:spcPct val="115000"/>
              </a:lnSpc>
              <a:buNone/>
              <a:defRPr sz="1875" b="0">
                <a:solidFill>
                  <a:srgbClr val="102A43"/>
                </a:solidFill>
                <a:latin typeface="DejaVu Sans"/>
                <a:ea typeface="DejaVu Sans"/>
                <a:cs typeface="DejaVu Sans"/>
              </a:defRPr>
            </a:pPr>
            <a:r>
              <a:rPr sz="1875" b="0">
                <a:solidFill>
                  <a:srgbClr val="102A43"/>
                </a:solidFill>
                <a:latin typeface="DejaVu Sans"/>
                <a:ea typeface="DejaVu Sans"/>
                <a:cs typeface="DejaVu Sans"/>
              </a:rPr>
              <a:t>Keep business mapping outside the parser</a:t>
            </a:r>
          </a:p>
        </p:txBody>
      </p:sp>
    </p:spTree>
    <p:extLst>
      <p:ext uri="{BB962C8B-B14F-4D97-AF65-F5344CB8AC3E}">
        <p14:creationId xmlns:p14="http://schemas.microsoft.com/office/powerpoint/2010/main" val="1711100506"/>
      </p:ext>
    </p:extLst>
  </p:cSld>
</p:sld>
</file>

<file path=ppt/slides/slide6.xml><?xml version="1.0" encoding="utf-8"?>
<p:sld xmlns:p="http://schemas.openxmlformats.org/presentationml/2006/main">
  <p:cSld>
    <p:bg>
      <p:bgPr>
        <a:solidFill xmlns:a="http://schemas.openxmlformats.org/drawingml/2006/main">
          <a:srgbClr val="F6F8FA"/>
        </a:solidFill>
      </p:bgPr>
    </p:bg>
    <p:spTree>
      <p:nvGrpSpPr>
        <p:cNvPr id="1" name=""/>
        <p:cNvGrpSpPr/>
        <p:nvPr/>
      </p:nvGrpSpPr>
      <p:grpSpPr>
        <a:xfrm xmlns:a="http://schemas.openxmlformats.org/drawingml/2006/main"/>
      </p:grpSpPr>
      <p:sp>
        <p:nvSpPr>
          <p:cNvPr id="5" name="slide-title">
            <a:extLst xmlns:a="http://schemas.openxmlformats.org/drawingml/2006/main">
              <a:ext uri="{FF2B5EF4-FFF2-40B4-BE49-F238E27FC236}">
                <a16:creationId xmlns:a16="http://schemas.microsoft.com/office/drawing/2014/main" id="{136C3AE8-EB12-4107-990B-714CB2413E70}"/>
              </a:ext>
            </a:extLst>
          </p:cNvPr>
          <p:cNvSpPr>
            <a:spLocks xmlns:a="http://schemas.openxmlformats.org/drawingml/2006/main" noGrp="1"/>
          </p:cNvSpPr>
          <p:nvPr/>
        </p:nvSpPr>
        <p:spPr>
          <a:xfrm xmlns:a="http://schemas.openxmlformats.org/drawingml/2006/main">
            <a:off x="609600" y="438150"/>
            <a:ext cx="109728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300" b="1">
                <a:solidFill>
                  <a:srgbClr val="102A43"/>
                </a:solidFill>
                <a:latin typeface="DejaVu Sans"/>
                <a:ea typeface="DejaVu Sans"/>
                <a:cs typeface="DejaVu Sans"/>
              </a:defRPr>
            </a:defPPr>
            <a:lvl1pPr algn="l">
              <a:buNone/>
              <a:defRPr sz="3300" b="1">
                <a:solidFill>
                  <a:srgbClr val="102A43"/>
                </a:solidFill>
                <a:latin typeface="DejaVu Sans"/>
                <a:ea typeface="DejaVu Sans"/>
                <a:cs typeface="DejaVu Sans"/>
              </a:defRPr>
            </a:lvl1pPr>
            <a:lvl2pPr algn="l">
              <a:buNone/>
              <a:defRPr sz="3300" b="1">
                <a:solidFill>
                  <a:srgbClr val="102A43"/>
                </a:solidFill>
                <a:latin typeface="DejaVu Sans"/>
                <a:ea typeface="DejaVu Sans"/>
                <a:cs typeface="DejaVu Sans"/>
              </a:defRPr>
            </a:lvl2pPr>
            <a:lvl3pPr algn="l">
              <a:buNone/>
              <a:defRPr sz="3300" b="1">
                <a:solidFill>
                  <a:srgbClr val="102A43"/>
                </a:solidFill>
                <a:latin typeface="DejaVu Sans"/>
                <a:ea typeface="DejaVu Sans"/>
                <a:cs typeface="DejaVu Sans"/>
              </a:defRPr>
            </a:lvl3pPr>
            <a:lvl4pPr algn="l">
              <a:buNone/>
              <a:defRPr sz="3300" b="1">
                <a:solidFill>
                  <a:srgbClr val="102A43"/>
                </a:solidFill>
                <a:latin typeface="DejaVu Sans"/>
                <a:ea typeface="DejaVu Sans"/>
                <a:cs typeface="DejaVu Sans"/>
              </a:defRPr>
            </a:lvl4pPr>
            <a:lvl5pPr algn="l">
              <a:buNone/>
              <a:defRPr sz="3300" b="1">
                <a:solidFill>
                  <a:srgbClr val="102A43"/>
                </a:solidFill>
                <a:latin typeface="DejaVu Sans"/>
                <a:ea typeface="DejaVu Sans"/>
                <a:cs typeface="DejaVu Sans"/>
              </a:defRPr>
            </a:lvl5pPr>
            <a:lvl6pPr algn="l">
              <a:buNone/>
              <a:defRPr sz="3300" b="1">
                <a:solidFill>
                  <a:srgbClr val="102A43"/>
                </a:solidFill>
                <a:latin typeface="DejaVu Sans"/>
                <a:ea typeface="DejaVu Sans"/>
                <a:cs typeface="DejaVu Sans"/>
              </a:defRPr>
            </a:lvl6pPr>
            <a:lvl7pPr algn="l">
              <a:buNone/>
              <a:defRPr sz="3300" b="1">
                <a:solidFill>
                  <a:srgbClr val="102A43"/>
                </a:solidFill>
                <a:latin typeface="DejaVu Sans"/>
                <a:ea typeface="DejaVu Sans"/>
                <a:cs typeface="DejaVu Sans"/>
              </a:defRPr>
            </a:lvl7pPr>
            <a:lvl8pPr algn="l">
              <a:buNone/>
              <a:defRPr sz="3300" b="1">
                <a:solidFill>
                  <a:srgbClr val="102A43"/>
                </a:solidFill>
                <a:latin typeface="DejaVu Sans"/>
                <a:ea typeface="DejaVu Sans"/>
                <a:cs typeface="DejaVu Sans"/>
              </a:defRPr>
            </a:lvl8pPr>
            <a:lvl9pPr algn="l">
              <a:buNone/>
              <a:defRPr sz="3300" b="1">
                <a:solidFill>
                  <a:srgbClr val="102A43"/>
                </a:solidFill>
                <a:latin typeface="DejaVu Sans"/>
                <a:ea typeface="DejaVu Sans"/>
                <a:cs typeface="DejaVu Sans"/>
              </a:defRPr>
            </a:lvl9pPr>
          </a:lstStyle>
          <a:p xmlns:a="http://schemas.openxmlformats.org/drawingml/2006/main">
            <a:pPr algn="l">
              <a:lnSpc>
                <a:spcPct val="115000"/>
              </a:lnSpc>
              <a:buNone/>
              <a:defRPr sz="3300" b="1">
                <a:solidFill>
                  <a:srgbClr val="102A43"/>
                </a:solidFill>
                <a:latin typeface="DejaVu Sans"/>
                <a:ea typeface="DejaVu Sans"/>
                <a:cs typeface="DejaVu Sans"/>
              </a:defRPr>
            </a:pPr>
            <a:r>
              <a:rPr sz="3300" b="1">
                <a:solidFill>
                  <a:srgbClr val="102A43"/>
                </a:solidFill>
                <a:latin typeface="DejaVu Sans"/>
                <a:ea typeface="DejaVu Sans"/>
                <a:cs typeface="DejaVu Sans"/>
              </a:rPr>
              <a:t>Supported file formats</a:t>
            </a:r>
          </a:p>
        </p:txBody>
      </p:sp>
      <p:sp>
        <p:nvSpPr>
          <p:cNvPr id="2" name="text-36">
            <a:extLst xmlns:a="http://schemas.openxmlformats.org/drawingml/2006/main">
              <a:ext uri="{FF2B5EF4-FFF2-40B4-BE49-F238E27FC236}">
                <a16:creationId xmlns:a16="http://schemas.microsoft.com/office/drawing/2014/main" id="{1FFB7708-8768-4ED1-AE58-F533CE7194E0}"/>
              </a:ext>
            </a:extLst>
          </p:cNvPr>
          <p:cNvSpPr>
            <a:spLocks xmlns:a="http://schemas.openxmlformats.org/drawingml/2006/main" noGrp="1"/>
          </p:cNvSpPr>
          <p:nvPr/>
        </p:nvSpPr>
        <p:spPr>
          <a:xfrm xmlns:a="http://schemas.openxmlformats.org/drawingml/2006/main">
            <a:off x="609600" y="1371600"/>
            <a:ext cx="109728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526778"/>
                </a:solidFill>
                <a:latin typeface="DejaVu Sans"/>
                <a:ea typeface="DejaVu Sans"/>
                <a:cs typeface="DejaVu Sans"/>
              </a:defRPr>
            </a:defPPr>
            <a:lvl1pPr algn="l">
              <a:buNone/>
              <a:defRPr sz="1875" b="0">
                <a:solidFill>
                  <a:srgbClr val="526778"/>
                </a:solidFill>
                <a:latin typeface="DejaVu Sans"/>
                <a:ea typeface="DejaVu Sans"/>
                <a:cs typeface="DejaVu Sans"/>
              </a:defRPr>
            </a:lvl1pPr>
            <a:lvl2pPr algn="l">
              <a:buNone/>
              <a:defRPr sz="1875" b="0">
                <a:solidFill>
                  <a:srgbClr val="526778"/>
                </a:solidFill>
                <a:latin typeface="DejaVu Sans"/>
                <a:ea typeface="DejaVu Sans"/>
                <a:cs typeface="DejaVu Sans"/>
              </a:defRPr>
            </a:lvl2pPr>
            <a:lvl3pPr algn="l">
              <a:buNone/>
              <a:defRPr sz="1875" b="0">
                <a:solidFill>
                  <a:srgbClr val="526778"/>
                </a:solidFill>
                <a:latin typeface="DejaVu Sans"/>
                <a:ea typeface="DejaVu Sans"/>
                <a:cs typeface="DejaVu Sans"/>
              </a:defRPr>
            </a:lvl3pPr>
            <a:lvl4pPr algn="l">
              <a:buNone/>
              <a:defRPr sz="1875" b="0">
                <a:solidFill>
                  <a:srgbClr val="526778"/>
                </a:solidFill>
                <a:latin typeface="DejaVu Sans"/>
                <a:ea typeface="DejaVu Sans"/>
                <a:cs typeface="DejaVu Sans"/>
              </a:defRPr>
            </a:lvl4pPr>
            <a:lvl5pPr algn="l">
              <a:buNone/>
              <a:defRPr sz="1875" b="0">
                <a:solidFill>
                  <a:srgbClr val="526778"/>
                </a:solidFill>
                <a:latin typeface="DejaVu Sans"/>
                <a:ea typeface="DejaVu Sans"/>
                <a:cs typeface="DejaVu Sans"/>
              </a:defRPr>
            </a:lvl5pPr>
            <a:lvl6pPr algn="l">
              <a:buNone/>
              <a:defRPr sz="1875" b="0">
                <a:solidFill>
                  <a:srgbClr val="526778"/>
                </a:solidFill>
                <a:latin typeface="DejaVu Sans"/>
                <a:ea typeface="DejaVu Sans"/>
                <a:cs typeface="DejaVu Sans"/>
              </a:defRPr>
            </a:lvl6pPr>
            <a:lvl7pPr algn="l">
              <a:buNone/>
              <a:defRPr sz="1875" b="0">
                <a:solidFill>
                  <a:srgbClr val="526778"/>
                </a:solidFill>
                <a:latin typeface="DejaVu Sans"/>
                <a:ea typeface="DejaVu Sans"/>
                <a:cs typeface="DejaVu Sans"/>
              </a:defRPr>
            </a:lvl7pPr>
            <a:lvl8pPr algn="l">
              <a:buNone/>
              <a:defRPr sz="1875" b="0">
                <a:solidFill>
                  <a:srgbClr val="526778"/>
                </a:solidFill>
                <a:latin typeface="DejaVu Sans"/>
                <a:ea typeface="DejaVu Sans"/>
                <a:cs typeface="DejaVu Sans"/>
              </a:defRPr>
            </a:lvl8pPr>
            <a:lvl9pPr algn="l">
              <a:buNone/>
              <a:defRPr sz="1875" b="0">
                <a:solidFill>
                  <a:srgbClr val="526778"/>
                </a:solidFill>
                <a:latin typeface="DejaVu Sans"/>
                <a:ea typeface="DejaVu Sans"/>
                <a:cs typeface="DejaVu Sans"/>
              </a:defRPr>
            </a:lvl9pPr>
          </a:lstStyle>
          <a:p xmlns:a="http://schemas.openxmlformats.org/drawingml/2006/main">
            <a:pPr algn="l">
              <a:lnSpc>
                <a:spcPct val="115000"/>
              </a:lnSpc>
              <a:buNone/>
              <a:defRPr sz="1875" b="0">
                <a:solidFill>
                  <a:srgbClr val="526778"/>
                </a:solidFill>
                <a:latin typeface="DejaVu Sans"/>
                <a:ea typeface="DejaVu Sans"/>
                <a:cs typeface="DejaVu Sans"/>
              </a:defRPr>
            </a:pPr>
            <a:r>
              <a:rPr sz="1875" b="0">
                <a:solidFill>
                  <a:srgbClr val="526778"/>
                </a:solidFill>
                <a:latin typeface="DejaVu Sans"/>
                <a:ea typeface="DejaVu Sans"/>
                <a:cs typeface="DejaVu Sans"/>
              </a:rPr>
              <a:t>Profiles define record boundaries explicitly.</a:t>
            </a:r>
          </a:p>
        </p:txBody>
      </p:sp>
      <p:sp>
        <p:nvSpPr>
          <p:cNvPr id="3" name="slide-number">
            <a:extLst xmlns:a="http://schemas.openxmlformats.org/drawingml/2006/main">
              <a:ext uri="{FF2B5EF4-FFF2-40B4-BE49-F238E27FC236}">
                <a16:creationId xmlns:a16="http://schemas.microsoft.com/office/drawing/2014/main" id="{8EA668F1-B54B-4180-8F2F-5D440A9A07F9}"/>
              </a:ext>
            </a:extLst>
          </p:cNvPr>
          <p:cNvSpPr>
            <a:spLocks xmlns:a="http://schemas.openxmlformats.org/drawingml/2006/main" noGrp="1"/>
          </p:cNvSpPr>
          <p:nvPr/>
        </p:nvSpPr>
        <p:spPr>
          <a:xfrm xmlns:a="http://schemas.openxmlformats.org/drawingml/2006/main">
            <a:off x="11182350" y="6391275"/>
            <a:ext cx="4000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275" b="0">
                <a:solidFill>
                  <a:srgbClr val="526778"/>
                </a:solidFill>
                <a:latin typeface="DejaVu Sans"/>
                <a:ea typeface="DejaVu Sans"/>
                <a:cs typeface="DejaVu Sans"/>
              </a:defRPr>
            </a:defPPr>
            <a:lvl1pPr algn="r">
              <a:buNone/>
              <a:defRPr sz="1275" b="0">
                <a:solidFill>
                  <a:srgbClr val="526778"/>
                </a:solidFill>
                <a:latin typeface="DejaVu Sans"/>
                <a:ea typeface="DejaVu Sans"/>
                <a:cs typeface="DejaVu Sans"/>
              </a:defRPr>
            </a:lvl1pPr>
            <a:lvl2pPr algn="r">
              <a:buNone/>
              <a:defRPr sz="1275" b="0">
                <a:solidFill>
                  <a:srgbClr val="526778"/>
                </a:solidFill>
                <a:latin typeface="DejaVu Sans"/>
                <a:ea typeface="DejaVu Sans"/>
                <a:cs typeface="DejaVu Sans"/>
              </a:defRPr>
            </a:lvl2pPr>
            <a:lvl3pPr algn="r">
              <a:buNone/>
              <a:defRPr sz="1275" b="0">
                <a:solidFill>
                  <a:srgbClr val="526778"/>
                </a:solidFill>
                <a:latin typeface="DejaVu Sans"/>
                <a:ea typeface="DejaVu Sans"/>
                <a:cs typeface="DejaVu Sans"/>
              </a:defRPr>
            </a:lvl3pPr>
            <a:lvl4pPr algn="r">
              <a:buNone/>
              <a:defRPr sz="1275" b="0">
                <a:solidFill>
                  <a:srgbClr val="526778"/>
                </a:solidFill>
                <a:latin typeface="DejaVu Sans"/>
                <a:ea typeface="DejaVu Sans"/>
                <a:cs typeface="DejaVu Sans"/>
              </a:defRPr>
            </a:lvl4pPr>
            <a:lvl5pPr algn="r">
              <a:buNone/>
              <a:defRPr sz="1275" b="0">
                <a:solidFill>
                  <a:srgbClr val="526778"/>
                </a:solidFill>
                <a:latin typeface="DejaVu Sans"/>
                <a:ea typeface="DejaVu Sans"/>
                <a:cs typeface="DejaVu Sans"/>
              </a:defRPr>
            </a:lvl5pPr>
            <a:lvl6pPr algn="r">
              <a:buNone/>
              <a:defRPr sz="1275" b="0">
                <a:solidFill>
                  <a:srgbClr val="526778"/>
                </a:solidFill>
                <a:latin typeface="DejaVu Sans"/>
                <a:ea typeface="DejaVu Sans"/>
                <a:cs typeface="DejaVu Sans"/>
              </a:defRPr>
            </a:lvl6pPr>
            <a:lvl7pPr algn="r">
              <a:buNone/>
              <a:defRPr sz="1275" b="0">
                <a:solidFill>
                  <a:srgbClr val="526778"/>
                </a:solidFill>
                <a:latin typeface="DejaVu Sans"/>
                <a:ea typeface="DejaVu Sans"/>
                <a:cs typeface="DejaVu Sans"/>
              </a:defRPr>
            </a:lvl7pPr>
            <a:lvl8pPr algn="r">
              <a:buNone/>
              <a:defRPr sz="1275" b="0">
                <a:solidFill>
                  <a:srgbClr val="526778"/>
                </a:solidFill>
                <a:latin typeface="DejaVu Sans"/>
                <a:ea typeface="DejaVu Sans"/>
                <a:cs typeface="DejaVu Sans"/>
              </a:defRPr>
            </a:lvl8pPr>
            <a:lvl9pPr algn="r">
              <a:buNone/>
              <a:defRPr sz="1275" b="0">
                <a:solidFill>
                  <a:srgbClr val="526778"/>
                </a:solidFill>
                <a:latin typeface="DejaVu Sans"/>
                <a:ea typeface="DejaVu Sans"/>
                <a:cs typeface="DejaVu Sans"/>
              </a:defRPr>
            </a:lvl9pPr>
          </a:lstStyle>
          <a:p xmlns:a="http://schemas.openxmlformats.org/drawingml/2006/main">
            <a:pPr algn="r">
              <a:lnSpc>
                <a:spcPct val="115000"/>
              </a:lnSpc>
              <a:buNone/>
              <a:defRPr sz="1275" b="0">
                <a:solidFill>
                  <a:srgbClr val="526778"/>
                </a:solidFill>
                <a:latin typeface="DejaVu Sans"/>
                <a:ea typeface="DejaVu Sans"/>
                <a:cs typeface="DejaVu Sans"/>
              </a:defRPr>
            </a:pPr>
            <a:r>
              <a:rPr sz="1275" b="0">
                <a:solidFill>
                  <a:srgbClr val="526778"/>
                </a:solidFill>
                <a:latin typeface="DejaVu Sans"/>
                <a:ea typeface="DejaVu Sans"/>
                <a:cs typeface="DejaVu Sans"/>
              </a:rPr>
              <a:t>6</a:t>
            </a:r>
          </a:p>
        </p:txBody>
      </p:sp>
      <p:graphicFrame>
        <p:nvGraphicFramePr>
          <p:cNvPr id="4" name="">
            <a:extLst xmlns:a="http://schemas.openxmlformats.org/drawingml/2006/main">
              <a:ext uri="{FF2B5EF4-FFF2-40B4-BE49-F238E27FC236}">
                <a16:creationId xmlns:a16="http://schemas.microsoft.com/office/drawing/2014/main" id="{F17E9DE0-838E-4558-ADD2-1670DD54B213}"/>
              </a:ext>
            </a:extLst>
          </p:cNvPr>
          <p:cNvGraphicFramePr/>
          <p:nvPr/>
        </p:nvGraphicFramePr>
        <p:xfrm>
          <a:off xmlns:a="http://schemas.openxmlformats.org/drawingml/2006/main" x="609600" y="2000250"/>
          <a:ext xmlns:a="http://schemas.openxmlformats.org/drawingml/2006/main" cx="10972800" cy="4000500"/>
        </p:xfrm>
        <a:graphic xmlns:a="http://schemas.openxmlformats.org/drawingml/2006/main">
          <a:graphicData uri="http://schemas.openxmlformats.org/drawingml/2006/table">
            <a:tbl>
              <a:tblPr/>
              <a:tblGrid>
                <a:gridCol w="2238375"/>
                <a:gridCol w="3476625"/>
                <a:gridCol w="5257800"/>
              </a:tblGrid>
              <a:tr h="800100">
                <a:tc>
                  <a:txBody>
                    <a:bodyPr wrap="square" lIns="76200" tIns="76200" rIns="76200" bIns="76200">
                      <a:noAutofit/>
                    </a:bodyPr>
                    <a:lstStyle/>
                    <a:p>
                      <a:r>
                        <a:rPr sz="1800" b="1">
                          <a:solidFill>
                            <a:srgbClr val="FFFFFF"/>
                          </a:solidFill>
                          <a:latin typeface="DejaVu Sans"/>
                          <a:ea typeface="DejaVu Sans"/>
                          <a:cs typeface="DejaVu Sans"/>
                        </a:rPr>
                        <a:t>Adapter</a:t>
                      </a:r>
                    </a:p>
                  </a:txBody>
                  <a:tcPr marL="91440" marR="91440" marT="45720" marB="45720" anchor="ctr">
                    <a:lnL w="7620">
                      <a:solidFill>
                        <a:srgbClr val="DAE3E9"/>
                      </a:solidFill>
                      <a:prstDash val="solid"/>
                    </a:lnL>
                    <a:lnR w="7620">
                      <a:solidFill>
                        <a:srgbClr val="DAE3E9"/>
                      </a:solidFill>
                      <a:prstDash val="solid"/>
                    </a:lnR>
                    <a:lnT w="7620">
                      <a:solidFill>
                        <a:srgbClr val="DAE3E9"/>
                      </a:solidFill>
                      <a:prstDash val="solid"/>
                    </a:lnT>
                    <a:lnB w="7620">
                      <a:solidFill>
                        <a:srgbClr val="DAE3E9"/>
                      </a:solidFill>
                      <a:prstDash val="solid"/>
                    </a:lnB>
                    <a:solidFill>
                      <a:srgbClr val="102A43"/>
                    </a:solidFill>
                  </a:tcPr>
                </a:tc>
                <a:tc>
                  <a:txBody>
                    <a:bodyPr wrap="square" lIns="76200" tIns="76200" rIns="76200" bIns="76200">
                      <a:noAutofit/>
                    </a:bodyPr>
                    <a:lstStyle/>
                    <a:p>
                      <a:r>
                        <a:rPr sz="1800" b="1">
                          <a:solidFill>
                            <a:srgbClr val="FFFFFF"/>
                          </a:solidFill>
                          <a:latin typeface="DejaVu Sans"/>
                          <a:ea typeface="DejaVu Sans"/>
                          <a:cs typeface="DejaVu Sans"/>
                        </a:rPr>
                        <a:t>Record boundary</a:t>
                      </a:r>
                    </a:p>
                  </a:txBody>
                  <a:tcPr marL="91440" marR="91440" marT="45720" marB="45720" anchor="ctr">
                    <a:lnR w="7620">
                      <a:solidFill>
                        <a:srgbClr val="DAE3E9"/>
                      </a:solidFill>
                      <a:prstDash val="solid"/>
                    </a:lnR>
                    <a:lnT w="7620">
                      <a:solidFill>
                        <a:srgbClr val="DAE3E9"/>
                      </a:solidFill>
                      <a:prstDash val="solid"/>
                    </a:lnT>
                    <a:lnB w="7620">
                      <a:solidFill>
                        <a:srgbClr val="DAE3E9"/>
                      </a:solidFill>
                      <a:prstDash val="solid"/>
                    </a:lnB>
                    <a:solidFill>
                      <a:srgbClr val="102A43"/>
                    </a:solidFill>
                  </a:tcPr>
                </a:tc>
                <a:tc>
                  <a:txBody>
                    <a:bodyPr wrap="square" lIns="76200" tIns="76200" rIns="76200" bIns="76200">
                      <a:noAutofit/>
                    </a:bodyPr>
                    <a:lstStyle/>
                    <a:p>
                      <a:r>
                        <a:rPr sz="1800" b="1">
                          <a:solidFill>
                            <a:srgbClr val="FFFFFF"/>
                          </a:solidFill>
                          <a:latin typeface="DejaVu Sans"/>
                          <a:ea typeface="DejaVu Sans"/>
                          <a:cs typeface="DejaVu Sans"/>
                        </a:rPr>
                        <a:t>Layout controls</a:t>
                      </a:r>
                    </a:p>
                  </a:txBody>
                  <a:tcPr marL="91440" marR="91440" marT="45720" marB="45720" anchor="ctr">
                    <a:lnR w="7620">
                      <a:solidFill>
                        <a:srgbClr val="DAE3E9"/>
                      </a:solidFill>
                      <a:prstDash val="solid"/>
                    </a:lnR>
                    <a:lnT w="7620">
                      <a:solidFill>
                        <a:srgbClr val="DAE3E9"/>
                      </a:solidFill>
                      <a:prstDash val="solid"/>
                    </a:lnT>
                    <a:lnB w="7620">
                      <a:solidFill>
                        <a:srgbClr val="DAE3E9"/>
                      </a:solidFill>
                      <a:prstDash val="solid"/>
                    </a:lnB>
                    <a:solidFill>
                      <a:srgbClr val="102A43"/>
                    </a:solidFill>
                  </a:tcPr>
                </a:tc>
              </a:tr>
              <a:tr h="800100">
                <a:tc>
                  <a:txBody>
                    <a:bodyPr wrap="square" lIns="76200" tIns="76200" rIns="76200" bIns="76200">
                      <a:noAutofit/>
                    </a:bodyPr>
                    <a:lstStyle/>
                    <a:p>
                      <a:r>
                        <a:rPr sz="1800" b="0">
                          <a:solidFill>
                            <a:srgbClr val="102A43"/>
                          </a:solidFill>
                          <a:latin typeface="DejaVu Sans"/>
                          <a:ea typeface="DejaVu Sans"/>
                          <a:cs typeface="DejaVu Sans"/>
                        </a:rPr>
                        <a:t>Delimited</a:t>
                      </a:r>
                    </a:p>
                  </a:txBody>
                  <a:tcPr marL="91440" marR="91440" marT="45720" marB="45720" anchor="ctr">
                    <a:lnL w="7620">
                      <a:solidFill>
                        <a:srgbClr val="DAE3E9"/>
                      </a:solidFill>
                      <a:prstDash val="solid"/>
                    </a:lnL>
                    <a:lnR w="7620">
                      <a:solidFill>
                        <a:srgbClr val="DAE3E9"/>
                      </a:solidFill>
                      <a:prstDash val="solid"/>
                    </a:lnR>
                    <a:lnB w="7620">
                      <a:solidFill>
                        <a:srgbClr val="DAE3E9"/>
                      </a:solidFill>
                      <a:prstDash val="solid"/>
                    </a:lnB>
                    <a:solidFill>
                      <a:srgbClr val="FFFFFF"/>
                    </a:solidFill>
                  </a:tcPr>
                </a:tc>
                <a:tc>
                  <a:txBody>
                    <a:bodyPr wrap="square" lIns="76200" tIns="76200" rIns="76200" bIns="76200">
                      <a:noAutofit/>
                    </a:bodyPr>
                    <a:lstStyle/>
                    <a:p>
                      <a:r>
                        <a:rPr sz="1800" b="0">
                          <a:solidFill>
                            <a:srgbClr val="102A43"/>
                          </a:solidFill>
                          <a:latin typeface="DejaVu Sans"/>
                          <a:ea typeface="DejaVu Sans"/>
                          <a:cs typeface="DejaVu Sans"/>
                        </a:rPr>
                        <a:t>CSV-aware record</a:t>
                      </a:r>
                    </a:p>
                  </a:txBody>
                  <a:tcPr marL="91440" marR="91440" marT="45720" marB="45720" anchor="ctr">
                    <a:lnR w="7620">
                      <a:solidFill>
                        <a:srgbClr val="DAE3E9"/>
                      </a:solidFill>
                      <a:prstDash val="solid"/>
                    </a:lnR>
                    <a:lnB w="7620">
                      <a:solidFill>
                        <a:srgbClr val="DAE3E9"/>
                      </a:solidFill>
                      <a:prstDash val="solid"/>
                    </a:lnB>
                    <a:solidFill>
                      <a:srgbClr val="FFFFFF"/>
                    </a:solidFill>
                  </a:tcPr>
                </a:tc>
                <a:tc>
                  <a:txBody>
                    <a:bodyPr wrap="square" lIns="76200" tIns="76200" rIns="76200" bIns="76200">
                      <a:noAutofit/>
                    </a:bodyPr>
                    <a:lstStyle/>
                    <a:p>
                      <a:r>
                        <a:rPr sz="1800" b="0">
                          <a:solidFill>
                            <a:srgbClr val="102A43"/>
                          </a:solidFill>
                          <a:latin typeface="DejaVu Sans"/>
                          <a:ea typeface="DejaVu Sans"/>
                          <a:cs typeface="DejaVu Sans"/>
                        </a:rPr>
                        <a:t>Delimiter, headers or columns</a:t>
                      </a:r>
                    </a:p>
                  </a:txBody>
                  <a:tcPr marL="91440" marR="91440" marT="45720" marB="45720" anchor="ctr">
                    <a:lnR w="7620">
                      <a:solidFill>
                        <a:srgbClr val="DAE3E9"/>
                      </a:solidFill>
                      <a:prstDash val="solid"/>
                    </a:lnR>
                    <a:lnB w="7620">
                      <a:solidFill>
                        <a:srgbClr val="DAE3E9"/>
                      </a:solidFill>
                      <a:prstDash val="solid"/>
                    </a:lnB>
                    <a:solidFill>
                      <a:srgbClr val="FFFFFF"/>
                    </a:solidFill>
                  </a:tcPr>
                </a:tc>
              </a:tr>
              <a:tr h="800100">
                <a:tc>
                  <a:txBody>
                    <a:bodyPr wrap="square" lIns="76200" tIns="76200" rIns="76200" bIns="76200">
                      <a:noAutofit/>
                    </a:bodyPr>
                    <a:lstStyle/>
                    <a:p>
                      <a:r>
                        <a:rPr sz="1800" b="0">
                          <a:solidFill>
                            <a:srgbClr val="102A43"/>
                          </a:solidFill>
                          <a:latin typeface="DejaVu Sans"/>
                          <a:ea typeface="DejaVu Sans"/>
                          <a:cs typeface="DejaVu Sans"/>
                        </a:rPr>
                        <a:t>Fixed-width</a:t>
                      </a:r>
                    </a:p>
                  </a:txBody>
                  <a:tcPr marL="91440" marR="91440" marT="45720" marB="45720" anchor="ctr">
                    <a:lnL w="7620">
                      <a:solidFill>
                        <a:srgbClr val="DAE3E9"/>
                      </a:solidFill>
                      <a:prstDash val="solid"/>
                    </a:lnL>
                    <a:lnR w="7620">
                      <a:solidFill>
                        <a:srgbClr val="DAE3E9"/>
                      </a:solidFill>
                      <a:prstDash val="solid"/>
                    </a:lnR>
                    <a:lnB w="7620">
                      <a:solidFill>
                        <a:srgbClr val="DAE3E9"/>
                      </a:solidFill>
                      <a:prstDash val="solid"/>
                    </a:lnB>
                    <a:solidFill>
                      <a:srgbClr val="EDF2F5"/>
                    </a:solidFill>
                  </a:tcPr>
                </a:tc>
                <a:tc>
                  <a:txBody>
                    <a:bodyPr wrap="square" lIns="76200" tIns="76200" rIns="76200" bIns="76200">
                      <a:noAutofit/>
                    </a:bodyPr>
                    <a:lstStyle/>
                    <a:p>
                      <a:r>
                        <a:rPr sz="1800" b="0">
                          <a:solidFill>
                            <a:srgbClr val="102A43"/>
                          </a:solidFill>
                          <a:latin typeface="DejaVu Sans"/>
                          <a:ea typeface="DejaVu Sans"/>
                          <a:cs typeface="DejaVu Sans"/>
                        </a:rPr>
                        <a:t>One physical line</a:t>
                      </a:r>
                    </a:p>
                  </a:txBody>
                  <a:tcPr marL="91440" marR="91440" marT="45720" marB="45720" anchor="ctr">
                    <a:lnR w="7620">
                      <a:solidFill>
                        <a:srgbClr val="DAE3E9"/>
                      </a:solidFill>
                      <a:prstDash val="solid"/>
                    </a:lnR>
                    <a:lnB w="7620">
                      <a:solidFill>
                        <a:srgbClr val="DAE3E9"/>
                      </a:solidFill>
                      <a:prstDash val="solid"/>
                    </a:lnB>
                    <a:solidFill>
                      <a:srgbClr val="EDF2F5"/>
                    </a:solidFill>
                  </a:tcPr>
                </a:tc>
                <a:tc>
                  <a:txBody>
                    <a:bodyPr wrap="square" lIns="76200" tIns="76200" rIns="76200" bIns="76200">
                      <a:noAutofit/>
                    </a:bodyPr>
                    <a:lstStyle/>
                    <a:p>
                      <a:r>
                        <a:rPr sz="1800" b="0">
                          <a:solidFill>
                            <a:srgbClr val="102A43"/>
                          </a:solidFill>
                          <a:latin typeface="DejaVu Sans"/>
                          <a:ea typeface="DejaVu Sans"/>
                          <a:cs typeface="DejaVu Sans"/>
                        </a:rPr>
                        <a:t>Character offsets and exact length</a:t>
                      </a:r>
                    </a:p>
                  </a:txBody>
                  <a:tcPr marL="91440" marR="91440" marT="45720" marB="45720" anchor="ctr">
                    <a:lnR w="7620">
                      <a:solidFill>
                        <a:srgbClr val="DAE3E9"/>
                      </a:solidFill>
                      <a:prstDash val="solid"/>
                    </a:lnR>
                    <a:lnB w="7620">
                      <a:solidFill>
                        <a:srgbClr val="DAE3E9"/>
                      </a:solidFill>
                      <a:prstDash val="solid"/>
                    </a:lnB>
                    <a:solidFill>
                      <a:srgbClr val="EDF2F5"/>
                    </a:solidFill>
                  </a:tcPr>
                </a:tc>
              </a:tr>
              <a:tr h="800100">
                <a:tc>
                  <a:txBody>
                    <a:bodyPr wrap="square" lIns="76200" tIns="76200" rIns="76200" bIns="76200">
                      <a:noAutofit/>
                    </a:bodyPr>
                    <a:lstStyle/>
                    <a:p>
                      <a:r>
                        <a:rPr sz="1800" b="0">
                          <a:solidFill>
                            <a:srgbClr val="102A43"/>
                          </a:solidFill>
                          <a:latin typeface="DejaVu Sans"/>
                          <a:ea typeface="DejaVu Sans"/>
                          <a:cs typeface="DejaVu Sans"/>
                        </a:rPr>
                        <a:t>XML</a:t>
                      </a:r>
                    </a:p>
                  </a:txBody>
                  <a:tcPr marL="91440" marR="91440" marT="45720" marB="45720" anchor="ctr">
                    <a:lnL w="7620">
                      <a:solidFill>
                        <a:srgbClr val="DAE3E9"/>
                      </a:solidFill>
                      <a:prstDash val="solid"/>
                    </a:lnL>
                    <a:lnR w="7620">
                      <a:solidFill>
                        <a:srgbClr val="DAE3E9"/>
                      </a:solidFill>
                      <a:prstDash val="solid"/>
                    </a:lnR>
                    <a:lnB w="7620">
                      <a:solidFill>
                        <a:srgbClr val="DAE3E9"/>
                      </a:solidFill>
                      <a:prstDash val="solid"/>
                    </a:lnB>
                    <a:solidFill>
                      <a:srgbClr val="FFFFFF"/>
                    </a:solidFill>
                  </a:tcPr>
                </a:tc>
                <a:tc>
                  <a:txBody>
                    <a:bodyPr wrap="square" lIns="76200" tIns="76200" rIns="76200" bIns="76200">
                      <a:noAutofit/>
                    </a:bodyPr>
                    <a:lstStyle/>
                    <a:p>
                      <a:r>
                        <a:rPr sz="1800" b="0">
                          <a:solidFill>
                            <a:srgbClr val="102A43"/>
                          </a:solidFill>
                          <a:latin typeface="DejaVu Sans"/>
                          <a:ea typeface="DejaVu Sans"/>
                          <a:cs typeface="DejaVu Sans"/>
                        </a:rPr>
                        <a:t>Selected element</a:t>
                      </a:r>
                    </a:p>
                  </a:txBody>
                  <a:tcPr marL="91440" marR="91440" marT="45720" marB="45720" anchor="ctr">
                    <a:lnR w="7620">
                      <a:solidFill>
                        <a:srgbClr val="DAE3E9"/>
                      </a:solidFill>
                      <a:prstDash val="solid"/>
                    </a:lnR>
                    <a:lnB w="7620">
                      <a:solidFill>
                        <a:srgbClr val="DAE3E9"/>
                      </a:solidFill>
                      <a:prstDash val="solid"/>
                    </a:lnB>
                    <a:solidFill>
                      <a:srgbClr val="FFFFFF"/>
                    </a:solidFill>
                  </a:tcPr>
                </a:tc>
                <a:tc>
                  <a:txBody>
                    <a:bodyPr wrap="square" lIns="76200" tIns="76200" rIns="76200" bIns="76200">
                      <a:noAutofit/>
                    </a:bodyPr>
                    <a:lstStyle/>
                    <a:p>
                      <a:r>
                        <a:rPr sz="1800" b="0">
                          <a:solidFill>
                            <a:srgbClr val="102A43"/>
                          </a:solidFill>
                          <a:latin typeface="DejaVu Sans"/>
                          <a:ea typeface="DejaVu Sans"/>
                          <a:cs typeface="DejaVu Sans"/>
                        </a:rPr>
                        <a:t>Absolute path and namespace aliases</a:t>
                      </a:r>
                    </a:p>
                  </a:txBody>
                  <a:tcPr marL="91440" marR="91440" marT="45720" marB="45720" anchor="ctr">
                    <a:lnR w="7620">
                      <a:solidFill>
                        <a:srgbClr val="DAE3E9"/>
                      </a:solidFill>
                      <a:prstDash val="solid"/>
                    </a:lnR>
                    <a:lnB w="7620">
                      <a:solidFill>
                        <a:srgbClr val="DAE3E9"/>
                      </a:solidFill>
                      <a:prstDash val="solid"/>
                    </a:lnB>
                    <a:solidFill>
                      <a:srgbClr val="FFFFFF"/>
                    </a:solidFill>
                  </a:tcPr>
                </a:tc>
              </a:tr>
              <a:tr h="800100">
                <a:tc>
                  <a:txBody>
                    <a:bodyPr wrap="square" lIns="76200" tIns="76200" rIns="76200" bIns="76200">
                      <a:noAutofit/>
                    </a:bodyPr>
                    <a:lstStyle/>
                    <a:p>
                      <a:r>
                        <a:rPr sz="1800" b="0">
                          <a:solidFill>
                            <a:srgbClr val="102A43"/>
                          </a:solidFill>
                          <a:latin typeface="DejaVu Sans"/>
                          <a:ea typeface="DejaVu Sans"/>
                          <a:cs typeface="DejaVu Sans"/>
                        </a:rPr>
                        <a:t>JSON</a:t>
                      </a:r>
                    </a:p>
                  </a:txBody>
                  <a:tcPr marL="91440" marR="91440" marT="45720" marB="45720" anchor="ctr">
                    <a:lnL w="7620">
                      <a:solidFill>
                        <a:srgbClr val="DAE3E9"/>
                      </a:solidFill>
                      <a:prstDash val="solid"/>
                    </a:lnL>
                    <a:lnR w="7620">
                      <a:solidFill>
                        <a:srgbClr val="DAE3E9"/>
                      </a:solidFill>
                      <a:prstDash val="solid"/>
                    </a:lnR>
                    <a:lnB w="7620">
                      <a:solidFill>
                        <a:srgbClr val="DAE3E9"/>
                      </a:solidFill>
                      <a:prstDash val="solid"/>
                    </a:lnB>
                    <a:solidFill>
                      <a:srgbClr val="EDF2F5"/>
                    </a:solidFill>
                  </a:tcPr>
                </a:tc>
                <a:tc>
                  <a:txBody>
                    <a:bodyPr wrap="square" lIns="76200" tIns="76200" rIns="76200" bIns="76200">
                      <a:noAutofit/>
                    </a:bodyPr>
                    <a:lstStyle/>
                    <a:p>
                      <a:r>
                        <a:rPr sz="1800" b="0">
                          <a:solidFill>
                            <a:srgbClr val="102A43"/>
                          </a:solidFill>
                          <a:latin typeface="DejaVu Sans"/>
                          <a:ea typeface="DejaVu Sans"/>
                          <a:cs typeface="DejaVu Sans"/>
                        </a:rPr>
                        <a:t>Object, array item or line</a:t>
                      </a:r>
                    </a:p>
                  </a:txBody>
                  <a:tcPr marL="91440" marR="91440" marT="45720" marB="45720" anchor="ctr">
                    <a:lnR w="7620">
                      <a:solidFill>
                        <a:srgbClr val="DAE3E9"/>
                      </a:solidFill>
                      <a:prstDash val="solid"/>
                    </a:lnR>
                    <a:lnB w="7620">
                      <a:solidFill>
                        <a:srgbClr val="DAE3E9"/>
                      </a:solidFill>
                      <a:prstDash val="solid"/>
                    </a:lnB>
                    <a:solidFill>
                      <a:srgbClr val="EDF2F5"/>
                    </a:solidFill>
                  </a:tcPr>
                </a:tc>
                <a:tc>
                  <a:txBody>
                    <a:bodyPr wrap="square" lIns="76200" tIns="76200" rIns="76200" bIns="76200">
                      <a:noAutofit/>
                    </a:bodyPr>
                    <a:lstStyle/>
                    <a:p>
                      <a:r>
                        <a:rPr sz="1800" b="0">
                          <a:solidFill>
                            <a:srgbClr val="102A43"/>
                          </a:solidFill>
                          <a:latin typeface="DejaVu Sans"/>
                          <a:ea typeface="DejaVu Sans"/>
                          <a:cs typeface="DejaVu Sans"/>
                        </a:rPr>
                        <a:t>OBJECT, ARRAY or LINES mode</a:t>
                      </a:r>
                    </a:p>
                  </a:txBody>
                  <a:tcPr marL="91440" marR="91440" marT="45720" marB="45720" anchor="ctr">
                    <a:lnR w="7620">
                      <a:solidFill>
                        <a:srgbClr val="DAE3E9"/>
                      </a:solidFill>
                      <a:prstDash val="solid"/>
                    </a:lnR>
                    <a:lnB w="7620">
                      <a:solidFill>
                        <a:srgbClr val="DAE3E9"/>
                      </a:solidFill>
                      <a:prstDash val="solid"/>
                    </a:lnB>
                    <a:solidFill>
                      <a:srgbClr val="EDF2F5"/>
                    </a:solidFill>
                  </a:tcPr>
                </a:tc>
              </a:tr>
            </a:tbl>
          </a:graphicData>
        </a:graphic>
      </p:graphicFrame>
    </p:spTree>
    <p:extLst>
      <p:ext uri="{BB962C8B-B14F-4D97-AF65-F5344CB8AC3E}">
        <p14:creationId xmlns:p14="http://schemas.microsoft.com/office/powerpoint/2010/main" val="410654095"/>
      </p:ext>
    </p:extLst>
  </p:cSld>
</p:sld>
</file>

<file path=ppt/slides/slide7.xml><?xml version="1.0" encoding="utf-8"?>
<p:sld xmlns:p="http://schemas.openxmlformats.org/presentationml/2006/main">
  <p:cSld>
    <p:bg>
      <p:bgPr>
        <a:solidFill xmlns:a="http://schemas.openxmlformats.org/drawingml/2006/main">
          <a:srgbClr val="F6F8FA"/>
        </a:solidFill>
      </p:bgPr>
    </p:bg>
    <p:spTree>
      <p:nvGrpSpPr>
        <p:cNvPr id="1" name=""/>
        <p:cNvGrpSpPr/>
        <p:nvPr/>
      </p:nvGrpSpPr>
      <p:grpSpPr>
        <a:xfrm xmlns:a="http://schemas.openxmlformats.org/drawingml/2006/main"/>
      </p:grpSpPr>
      <p:sp>
        <p:nvSpPr>
          <p:cNvPr id="8" name="slide-title">
            <a:extLst xmlns:a="http://schemas.openxmlformats.org/drawingml/2006/main">
              <a:ext uri="{FF2B5EF4-FFF2-40B4-BE49-F238E27FC236}">
                <a16:creationId xmlns:a16="http://schemas.microsoft.com/office/drawing/2014/main" id="{D8643F59-CDCF-4A93-A109-656F0A87F509}"/>
              </a:ext>
            </a:extLst>
          </p:cNvPr>
          <p:cNvSpPr>
            <a:spLocks xmlns:a="http://schemas.openxmlformats.org/drawingml/2006/main" noGrp="1"/>
          </p:cNvSpPr>
          <p:nvPr/>
        </p:nvSpPr>
        <p:spPr>
          <a:xfrm xmlns:a="http://schemas.openxmlformats.org/drawingml/2006/main">
            <a:off x="609600" y="438150"/>
            <a:ext cx="109728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300" b="1">
                <a:solidFill>
                  <a:srgbClr val="102A43"/>
                </a:solidFill>
                <a:latin typeface="DejaVu Sans"/>
                <a:ea typeface="DejaVu Sans"/>
                <a:cs typeface="DejaVu Sans"/>
              </a:defRPr>
            </a:defPPr>
            <a:lvl1pPr algn="l">
              <a:buNone/>
              <a:defRPr sz="3300" b="1">
                <a:solidFill>
                  <a:srgbClr val="102A43"/>
                </a:solidFill>
                <a:latin typeface="DejaVu Sans"/>
                <a:ea typeface="DejaVu Sans"/>
                <a:cs typeface="DejaVu Sans"/>
              </a:defRPr>
            </a:lvl1pPr>
            <a:lvl2pPr algn="l">
              <a:buNone/>
              <a:defRPr sz="3300" b="1">
                <a:solidFill>
                  <a:srgbClr val="102A43"/>
                </a:solidFill>
                <a:latin typeface="DejaVu Sans"/>
                <a:ea typeface="DejaVu Sans"/>
                <a:cs typeface="DejaVu Sans"/>
              </a:defRPr>
            </a:lvl2pPr>
            <a:lvl3pPr algn="l">
              <a:buNone/>
              <a:defRPr sz="3300" b="1">
                <a:solidFill>
                  <a:srgbClr val="102A43"/>
                </a:solidFill>
                <a:latin typeface="DejaVu Sans"/>
                <a:ea typeface="DejaVu Sans"/>
                <a:cs typeface="DejaVu Sans"/>
              </a:defRPr>
            </a:lvl3pPr>
            <a:lvl4pPr algn="l">
              <a:buNone/>
              <a:defRPr sz="3300" b="1">
                <a:solidFill>
                  <a:srgbClr val="102A43"/>
                </a:solidFill>
                <a:latin typeface="DejaVu Sans"/>
                <a:ea typeface="DejaVu Sans"/>
                <a:cs typeface="DejaVu Sans"/>
              </a:defRPr>
            </a:lvl4pPr>
            <a:lvl5pPr algn="l">
              <a:buNone/>
              <a:defRPr sz="3300" b="1">
                <a:solidFill>
                  <a:srgbClr val="102A43"/>
                </a:solidFill>
                <a:latin typeface="DejaVu Sans"/>
                <a:ea typeface="DejaVu Sans"/>
                <a:cs typeface="DejaVu Sans"/>
              </a:defRPr>
            </a:lvl5pPr>
            <a:lvl6pPr algn="l">
              <a:buNone/>
              <a:defRPr sz="3300" b="1">
                <a:solidFill>
                  <a:srgbClr val="102A43"/>
                </a:solidFill>
                <a:latin typeface="DejaVu Sans"/>
                <a:ea typeface="DejaVu Sans"/>
                <a:cs typeface="DejaVu Sans"/>
              </a:defRPr>
            </a:lvl6pPr>
            <a:lvl7pPr algn="l">
              <a:buNone/>
              <a:defRPr sz="3300" b="1">
                <a:solidFill>
                  <a:srgbClr val="102A43"/>
                </a:solidFill>
                <a:latin typeface="DejaVu Sans"/>
                <a:ea typeface="DejaVu Sans"/>
                <a:cs typeface="DejaVu Sans"/>
              </a:defRPr>
            </a:lvl7pPr>
            <a:lvl8pPr algn="l">
              <a:buNone/>
              <a:defRPr sz="3300" b="1">
                <a:solidFill>
                  <a:srgbClr val="102A43"/>
                </a:solidFill>
                <a:latin typeface="DejaVu Sans"/>
                <a:ea typeface="DejaVu Sans"/>
                <a:cs typeface="DejaVu Sans"/>
              </a:defRPr>
            </a:lvl8pPr>
            <a:lvl9pPr algn="l">
              <a:buNone/>
              <a:defRPr sz="3300" b="1">
                <a:solidFill>
                  <a:srgbClr val="102A43"/>
                </a:solidFill>
                <a:latin typeface="DejaVu Sans"/>
                <a:ea typeface="DejaVu Sans"/>
                <a:cs typeface="DejaVu Sans"/>
              </a:defRPr>
            </a:lvl9pPr>
          </a:lstStyle>
          <a:p xmlns:a="http://schemas.openxmlformats.org/drawingml/2006/main">
            <a:pPr algn="l">
              <a:lnSpc>
                <a:spcPct val="115000"/>
              </a:lnSpc>
              <a:buNone/>
              <a:defRPr sz="3300" b="1">
                <a:solidFill>
                  <a:srgbClr val="102A43"/>
                </a:solidFill>
                <a:latin typeface="DejaVu Sans"/>
                <a:ea typeface="DejaVu Sans"/>
                <a:cs typeface="DejaVu Sans"/>
              </a:defRPr>
            </a:pPr>
            <a:r>
              <a:rPr sz="3300" b="1">
                <a:solidFill>
                  <a:srgbClr val="102A43"/>
                </a:solidFill>
                <a:latin typeface="DejaVu Sans"/>
                <a:ea typeface="DejaVu Sans"/>
                <a:cs typeface="DejaVu Sans"/>
              </a:rPr>
              <a:t>Consent profile</a:t>
            </a:r>
          </a:p>
        </p:txBody>
      </p:sp>
      <p:sp>
        <p:nvSpPr>
          <p:cNvPr id="2" name="text-15">
            <a:extLst xmlns:a="http://schemas.openxmlformats.org/drawingml/2006/main">
              <a:ext uri="{FF2B5EF4-FFF2-40B4-BE49-F238E27FC236}">
                <a16:creationId xmlns:a16="http://schemas.microsoft.com/office/drawing/2014/main" id="{23DE8DDD-990B-4F1F-A95C-F49B205791D1}"/>
              </a:ext>
            </a:extLst>
          </p:cNvPr>
          <p:cNvSpPr>
            <a:spLocks xmlns:a="http://schemas.openxmlformats.org/drawingml/2006/main" noGrp="1"/>
          </p:cNvSpPr>
          <p:nvPr/>
        </p:nvSpPr>
        <p:spPr>
          <a:xfrm xmlns:a="http://schemas.openxmlformats.org/drawingml/2006/main">
            <a:off x="609600" y="1371600"/>
            <a:ext cx="109728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526778"/>
                </a:solidFill>
                <a:latin typeface="DejaVu Sans"/>
                <a:ea typeface="DejaVu Sans"/>
                <a:cs typeface="DejaVu Sans"/>
              </a:defRPr>
            </a:defPPr>
            <a:lvl1pPr algn="l">
              <a:buNone/>
              <a:defRPr sz="1875" b="0">
                <a:solidFill>
                  <a:srgbClr val="526778"/>
                </a:solidFill>
                <a:latin typeface="DejaVu Sans"/>
                <a:ea typeface="DejaVu Sans"/>
                <a:cs typeface="DejaVu Sans"/>
              </a:defRPr>
            </a:lvl1pPr>
            <a:lvl2pPr algn="l">
              <a:buNone/>
              <a:defRPr sz="1875" b="0">
                <a:solidFill>
                  <a:srgbClr val="526778"/>
                </a:solidFill>
                <a:latin typeface="DejaVu Sans"/>
                <a:ea typeface="DejaVu Sans"/>
                <a:cs typeface="DejaVu Sans"/>
              </a:defRPr>
            </a:lvl2pPr>
            <a:lvl3pPr algn="l">
              <a:buNone/>
              <a:defRPr sz="1875" b="0">
                <a:solidFill>
                  <a:srgbClr val="526778"/>
                </a:solidFill>
                <a:latin typeface="DejaVu Sans"/>
                <a:ea typeface="DejaVu Sans"/>
                <a:cs typeface="DejaVu Sans"/>
              </a:defRPr>
            </a:lvl3pPr>
            <a:lvl4pPr algn="l">
              <a:buNone/>
              <a:defRPr sz="1875" b="0">
                <a:solidFill>
                  <a:srgbClr val="526778"/>
                </a:solidFill>
                <a:latin typeface="DejaVu Sans"/>
                <a:ea typeface="DejaVu Sans"/>
                <a:cs typeface="DejaVu Sans"/>
              </a:defRPr>
            </a:lvl4pPr>
            <a:lvl5pPr algn="l">
              <a:buNone/>
              <a:defRPr sz="1875" b="0">
                <a:solidFill>
                  <a:srgbClr val="526778"/>
                </a:solidFill>
                <a:latin typeface="DejaVu Sans"/>
                <a:ea typeface="DejaVu Sans"/>
                <a:cs typeface="DejaVu Sans"/>
              </a:defRPr>
            </a:lvl5pPr>
            <a:lvl6pPr algn="l">
              <a:buNone/>
              <a:defRPr sz="1875" b="0">
                <a:solidFill>
                  <a:srgbClr val="526778"/>
                </a:solidFill>
                <a:latin typeface="DejaVu Sans"/>
                <a:ea typeface="DejaVu Sans"/>
                <a:cs typeface="DejaVu Sans"/>
              </a:defRPr>
            </a:lvl6pPr>
            <a:lvl7pPr algn="l">
              <a:buNone/>
              <a:defRPr sz="1875" b="0">
                <a:solidFill>
                  <a:srgbClr val="526778"/>
                </a:solidFill>
                <a:latin typeface="DejaVu Sans"/>
                <a:ea typeface="DejaVu Sans"/>
                <a:cs typeface="DejaVu Sans"/>
              </a:defRPr>
            </a:lvl7pPr>
            <a:lvl8pPr algn="l">
              <a:buNone/>
              <a:defRPr sz="1875" b="0">
                <a:solidFill>
                  <a:srgbClr val="526778"/>
                </a:solidFill>
                <a:latin typeface="DejaVu Sans"/>
                <a:ea typeface="DejaVu Sans"/>
                <a:cs typeface="DejaVu Sans"/>
              </a:defRPr>
            </a:lvl8pPr>
            <a:lvl9pPr algn="l">
              <a:buNone/>
              <a:defRPr sz="1875" b="0">
                <a:solidFill>
                  <a:srgbClr val="526778"/>
                </a:solidFill>
                <a:latin typeface="DejaVu Sans"/>
                <a:ea typeface="DejaVu Sans"/>
                <a:cs typeface="DejaVu Sans"/>
              </a:defRPr>
            </a:lvl9pPr>
          </a:lstStyle>
          <a:p xmlns:a="http://schemas.openxmlformats.org/drawingml/2006/main">
            <a:pPr algn="l">
              <a:lnSpc>
                <a:spcPct val="115000"/>
              </a:lnSpc>
              <a:buNone/>
              <a:defRPr sz="1875" b="0">
                <a:solidFill>
                  <a:srgbClr val="526778"/>
                </a:solidFill>
                <a:latin typeface="DejaVu Sans"/>
                <a:ea typeface="DejaVu Sans"/>
                <a:cs typeface="DejaVu Sans"/>
              </a:defRPr>
            </a:pPr>
            <a:r>
              <a:rPr sz="1875" b="0">
                <a:solidFill>
                  <a:srgbClr val="526778"/>
                </a:solidFill>
                <a:latin typeface="DejaVu Sans"/>
                <a:ea typeface="DejaVu Sans"/>
                <a:cs typeface="DejaVu Sans"/>
              </a:rPr>
              <a:t>File syntax and consent rules can change independently.</a:t>
            </a:r>
          </a:p>
        </p:txBody>
      </p:sp>
      <p:sp>
        <p:nvSpPr>
          <p:cNvPr id="3" name="slide-number">
            <a:extLst xmlns:a="http://schemas.openxmlformats.org/drawingml/2006/main">
              <a:ext uri="{FF2B5EF4-FFF2-40B4-BE49-F238E27FC236}">
                <a16:creationId xmlns:a16="http://schemas.microsoft.com/office/drawing/2014/main" id="{97E76D47-8FE3-4D20-9B02-5587CA7788C2}"/>
              </a:ext>
            </a:extLst>
          </p:cNvPr>
          <p:cNvSpPr>
            <a:spLocks xmlns:a="http://schemas.openxmlformats.org/drawingml/2006/main" noGrp="1"/>
          </p:cNvSpPr>
          <p:nvPr/>
        </p:nvSpPr>
        <p:spPr>
          <a:xfrm xmlns:a="http://schemas.openxmlformats.org/drawingml/2006/main">
            <a:off x="11182350" y="6391275"/>
            <a:ext cx="4000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275" b="0">
                <a:solidFill>
                  <a:srgbClr val="526778"/>
                </a:solidFill>
                <a:latin typeface="DejaVu Sans"/>
                <a:ea typeface="DejaVu Sans"/>
                <a:cs typeface="DejaVu Sans"/>
              </a:defRPr>
            </a:defPPr>
            <a:lvl1pPr algn="r">
              <a:buNone/>
              <a:defRPr sz="1275" b="0">
                <a:solidFill>
                  <a:srgbClr val="526778"/>
                </a:solidFill>
                <a:latin typeface="DejaVu Sans"/>
                <a:ea typeface="DejaVu Sans"/>
                <a:cs typeface="DejaVu Sans"/>
              </a:defRPr>
            </a:lvl1pPr>
            <a:lvl2pPr algn="r">
              <a:buNone/>
              <a:defRPr sz="1275" b="0">
                <a:solidFill>
                  <a:srgbClr val="526778"/>
                </a:solidFill>
                <a:latin typeface="DejaVu Sans"/>
                <a:ea typeface="DejaVu Sans"/>
                <a:cs typeface="DejaVu Sans"/>
              </a:defRPr>
            </a:lvl2pPr>
            <a:lvl3pPr algn="r">
              <a:buNone/>
              <a:defRPr sz="1275" b="0">
                <a:solidFill>
                  <a:srgbClr val="526778"/>
                </a:solidFill>
                <a:latin typeface="DejaVu Sans"/>
                <a:ea typeface="DejaVu Sans"/>
                <a:cs typeface="DejaVu Sans"/>
              </a:defRPr>
            </a:lvl3pPr>
            <a:lvl4pPr algn="r">
              <a:buNone/>
              <a:defRPr sz="1275" b="0">
                <a:solidFill>
                  <a:srgbClr val="526778"/>
                </a:solidFill>
                <a:latin typeface="DejaVu Sans"/>
                <a:ea typeface="DejaVu Sans"/>
                <a:cs typeface="DejaVu Sans"/>
              </a:defRPr>
            </a:lvl4pPr>
            <a:lvl5pPr algn="r">
              <a:buNone/>
              <a:defRPr sz="1275" b="0">
                <a:solidFill>
                  <a:srgbClr val="526778"/>
                </a:solidFill>
                <a:latin typeface="DejaVu Sans"/>
                <a:ea typeface="DejaVu Sans"/>
                <a:cs typeface="DejaVu Sans"/>
              </a:defRPr>
            </a:lvl5pPr>
            <a:lvl6pPr algn="r">
              <a:buNone/>
              <a:defRPr sz="1275" b="0">
                <a:solidFill>
                  <a:srgbClr val="526778"/>
                </a:solidFill>
                <a:latin typeface="DejaVu Sans"/>
                <a:ea typeface="DejaVu Sans"/>
                <a:cs typeface="DejaVu Sans"/>
              </a:defRPr>
            </a:lvl6pPr>
            <a:lvl7pPr algn="r">
              <a:buNone/>
              <a:defRPr sz="1275" b="0">
                <a:solidFill>
                  <a:srgbClr val="526778"/>
                </a:solidFill>
                <a:latin typeface="DejaVu Sans"/>
                <a:ea typeface="DejaVu Sans"/>
                <a:cs typeface="DejaVu Sans"/>
              </a:defRPr>
            </a:lvl7pPr>
            <a:lvl8pPr algn="r">
              <a:buNone/>
              <a:defRPr sz="1275" b="0">
                <a:solidFill>
                  <a:srgbClr val="526778"/>
                </a:solidFill>
                <a:latin typeface="DejaVu Sans"/>
                <a:ea typeface="DejaVu Sans"/>
                <a:cs typeface="DejaVu Sans"/>
              </a:defRPr>
            </a:lvl8pPr>
            <a:lvl9pPr algn="r">
              <a:buNone/>
              <a:defRPr sz="1275" b="0">
                <a:solidFill>
                  <a:srgbClr val="526778"/>
                </a:solidFill>
                <a:latin typeface="DejaVu Sans"/>
                <a:ea typeface="DejaVu Sans"/>
                <a:cs typeface="DejaVu Sans"/>
              </a:defRPr>
            </a:lvl9pPr>
          </a:lstStyle>
          <a:p xmlns:a="http://schemas.openxmlformats.org/drawingml/2006/main">
            <a:pPr algn="r">
              <a:lnSpc>
                <a:spcPct val="115000"/>
              </a:lnSpc>
              <a:buNone/>
              <a:defRPr sz="1275" b="0">
                <a:solidFill>
                  <a:srgbClr val="526778"/>
                </a:solidFill>
                <a:latin typeface="DejaVu Sans"/>
                <a:ea typeface="DejaVu Sans"/>
                <a:cs typeface="DejaVu Sans"/>
              </a:defRPr>
            </a:pPr>
            <a:r>
              <a:rPr sz="1275" b="0">
                <a:solidFill>
                  <a:srgbClr val="526778"/>
                </a:solidFill>
                <a:latin typeface="DejaVu Sans"/>
                <a:ea typeface="DejaVu Sans"/>
                <a:cs typeface="DejaVu Sans"/>
              </a:rPr>
              <a:t>7</a:t>
            </a:r>
          </a:p>
        </p:txBody>
      </p:sp>
      <p:sp>
        <p:nvSpPr>
          <p:cNvPr id="4" name="text-16">
            <a:extLst xmlns:a="http://schemas.openxmlformats.org/drawingml/2006/main">
              <a:ext uri="{FF2B5EF4-FFF2-40B4-BE49-F238E27FC236}">
                <a16:creationId xmlns:a16="http://schemas.microsoft.com/office/drawing/2014/main" id="{077E87FB-B8A6-4051-9668-30A996699F6B}"/>
              </a:ext>
            </a:extLst>
          </p:cNvPr>
          <p:cNvSpPr>
            <a:spLocks xmlns:a="http://schemas.openxmlformats.org/drawingml/2006/main" noGrp="1"/>
          </p:cNvSpPr>
          <p:nvPr/>
        </p:nvSpPr>
        <p:spPr>
          <a:xfrm xmlns:a="http://schemas.openxmlformats.org/drawingml/2006/main">
            <a:off x="609600" y="2028825"/>
            <a:ext cx="7048500" cy="409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725" b="0">
                <a:solidFill>
                  <a:srgbClr val="102A43"/>
                </a:solidFill>
                <a:latin typeface="DejaVu Sans Mono"/>
                <a:ea typeface="DejaVu Sans Mono"/>
                <a:cs typeface="DejaVu Sans Mono"/>
              </a:defRPr>
            </a:defPPr>
            <a:lvl1pPr algn="l">
              <a:buNone/>
              <a:defRPr sz="1725" b="0">
                <a:solidFill>
                  <a:srgbClr val="102A43"/>
                </a:solidFill>
                <a:latin typeface="DejaVu Sans Mono"/>
                <a:ea typeface="DejaVu Sans Mono"/>
                <a:cs typeface="DejaVu Sans Mono"/>
              </a:defRPr>
            </a:lvl1pPr>
            <a:lvl2pPr algn="l">
              <a:buNone/>
              <a:defRPr sz="1725" b="0">
                <a:solidFill>
                  <a:srgbClr val="102A43"/>
                </a:solidFill>
                <a:latin typeface="DejaVu Sans Mono"/>
                <a:ea typeface="DejaVu Sans Mono"/>
                <a:cs typeface="DejaVu Sans Mono"/>
              </a:defRPr>
            </a:lvl2pPr>
            <a:lvl3pPr algn="l">
              <a:buNone/>
              <a:defRPr sz="1725" b="0">
                <a:solidFill>
                  <a:srgbClr val="102A43"/>
                </a:solidFill>
                <a:latin typeface="DejaVu Sans Mono"/>
                <a:ea typeface="DejaVu Sans Mono"/>
                <a:cs typeface="DejaVu Sans Mono"/>
              </a:defRPr>
            </a:lvl3pPr>
            <a:lvl4pPr algn="l">
              <a:buNone/>
              <a:defRPr sz="1725" b="0">
                <a:solidFill>
                  <a:srgbClr val="102A43"/>
                </a:solidFill>
                <a:latin typeface="DejaVu Sans Mono"/>
                <a:ea typeface="DejaVu Sans Mono"/>
                <a:cs typeface="DejaVu Sans Mono"/>
              </a:defRPr>
            </a:lvl4pPr>
            <a:lvl5pPr algn="l">
              <a:buNone/>
              <a:defRPr sz="1725" b="0">
                <a:solidFill>
                  <a:srgbClr val="102A43"/>
                </a:solidFill>
                <a:latin typeface="DejaVu Sans Mono"/>
                <a:ea typeface="DejaVu Sans Mono"/>
                <a:cs typeface="DejaVu Sans Mono"/>
              </a:defRPr>
            </a:lvl5pPr>
            <a:lvl6pPr algn="l">
              <a:buNone/>
              <a:defRPr sz="1725" b="0">
                <a:solidFill>
                  <a:srgbClr val="102A43"/>
                </a:solidFill>
                <a:latin typeface="DejaVu Sans Mono"/>
                <a:ea typeface="DejaVu Sans Mono"/>
                <a:cs typeface="DejaVu Sans Mono"/>
              </a:defRPr>
            </a:lvl6pPr>
            <a:lvl7pPr algn="l">
              <a:buNone/>
              <a:defRPr sz="1725" b="0">
                <a:solidFill>
                  <a:srgbClr val="102A43"/>
                </a:solidFill>
                <a:latin typeface="DejaVu Sans Mono"/>
                <a:ea typeface="DejaVu Sans Mono"/>
                <a:cs typeface="DejaVu Sans Mono"/>
              </a:defRPr>
            </a:lvl7pPr>
            <a:lvl8pPr algn="l">
              <a:buNone/>
              <a:defRPr sz="1725" b="0">
                <a:solidFill>
                  <a:srgbClr val="102A43"/>
                </a:solidFill>
                <a:latin typeface="DejaVu Sans Mono"/>
                <a:ea typeface="DejaVu Sans Mono"/>
                <a:cs typeface="DejaVu Sans Mono"/>
              </a:defRPr>
            </a:lvl8pPr>
            <a:lvl9pPr algn="l">
              <a:buNone/>
              <a:defRPr sz="1725" b="0">
                <a:solidFill>
                  <a:srgbClr val="102A43"/>
                </a:solidFill>
                <a:latin typeface="DejaVu Sans Mono"/>
                <a:ea typeface="DejaVu Sans Mono"/>
                <a:cs typeface="DejaVu Sans Mono"/>
              </a:defRPr>
            </a:lvl9pPr>
          </a:lstStyle>
          <a:p xmlns:a="http://schemas.openxmlformats.org/drawingml/2006/main">
            <a:pPr algn="l">
              <a:lnSpc>
                <a:spcPct val="115000"/>
              </a:lnSpc>
              <a:buNone/>
              <a:defRPr sz="1725" b="0">
                <a:solidFill>
                  <a:srgbClr val="102A43"/>
                </a:solidFill>
                <a:latin typeface="DejaVu Sans Mono"/>
                <a:ea typeface="DejaVu Sans Mono"/>
                <a:cs typeface="DejaVu Sans Mono"/>
              </a:defRPr>
            </a:pPr>
            <a:r>
              <a:rPr sz="1725" b="0">
                <a:solidFill>
                  <a:srgbClr val="102A43"/>
                </a:solidFill>
                <a:latin typeface="DejaVu Sans Mono"/>
                <a:ea typeface="DejaVu Sans Mono"/>
                <a:cs typeface="DejaVu Sans Mono"/>
              </a:rPr>
              <a:t>id: cms-consent-csv-v1</a:t>
            </a:r>
          </a:p>
          <a:p xmlns:a="http://schemas.openxmlformats.org/drawingml/2006/main">
            <a:pPr algn="l">
              <a:lnSpc>
                <a:spcPct val="115000"/>
              </a:lnSpc>
              <a:buNone/>
              <a:defRPr sz="1725" b="0">
                <a:solidFill>
                  <a:srgbClr val="102A43"/>
                </a:solidFill>
                <a:latin typeface="DejaVu Sans Mono"/>
                <a:ea typeface="DejaVu Sans Mono"/>
                <a:cs typeface="DejaVu Sans Mono"/>
              </a:defRPr>
            </a:pPr>
            <a:r>
              <a:rPr sz="1725" b="0">
                <a:solidFill>
                  <a:srgbClr val="102A43"/>
                </a:solidFill>
                <a:latin typeface="DejaVu Sans Mono"/>
                <a:ea typeface="DejaVu Sans Mono"/>
                <a:cs typeface="DejaVu Sans Mono"/>
              </a:rPr>
              <a:t>filename-pattern: "consent{,-header*}.csv"</a:t>
            </a:r>
          </a:p>
          <a:p xmlns:a="http://schemas.openxmlformats.org/drawingml/2006/main">
            <a:pPr algn="l">
              <a:lnSpc>
                <a:spcPct val="115000"/>
              </a:lnSpc>
              <a:buNone/>
              <a:defRPr sz="1725" b="0">
                <a:solidFill>
                  <a:srgbClr val="102A43"/>
                </a:solidFill>
                <a:latin typeface="DejaVu Sans Mono"/>
                <a:ea typeface="DejaVu Sans Mono"/>
                <a:cs typeface="DejaVu Sans Mono"/>
              </a:defRPr>
            </a:pPr>
            <a:r>
              <a:rPr sz="1725" b="0">
                <a:solidFill>
                  <a:srgbClr val="102A43"/>
                </a:solidFill>
                <a:latin typeface="DejaVu Sans Mono"/>
                <a:ea typeface="DejaVu Sans Mono"/>
                <a:cs typeface="DejaVu Sans Mono"/>
              </a:rPr>
              <a:t>layout:</a:t>
            </a:r>
          </a:p>
          <a:p xmlns:a="http://schemas.openxmlformats.org/drawingml/2006/main">
            <a:pPr algn="l">
              <a:lnSpc>
                <a:spcPct val="115000"/>
              </a:lnSpc>
              <a:buNone/>
              <a:defRPr sz="1725" b="0">
                <a:solidFill>
                  <a:srgbClr val="102A43"/>
                </a:solidFill>
                <a:latin typeface="DejaVu Sans Mono"/>
                <a:ea typeface="DejaVu Sans Mono"/>
                <a:cs typeface="DejaVu Sans Mono"/>
              </a:defRPr>
            </a:pPr>
            <a:r>
              <a:rPr sz="1725" b="0">
                <a:solidFill>
                  <a:srgbClr val="102A43"/>
                </a:solidFill>
                <a:latin typeface="DejaVu Sans Mono"/>
                <a:ea typeface="DejaVu Sans Mono"/>
                <a:cs typeface="DejaVu Sans Mono"/>
              </a:rPr>
              <a:t>  format: DELIMITED</a:t>
            </a:r>
          </a:p>
          <a:p xmlns:a="http://schemas.openxmlformats.org/drawingml/2006/main">
            <a:pPr algn="l">
              <a:lnSpc>
                <a:spcPct val="115000"/>
              </a:lnSpc>
              <a:buNone/>
              <a:defRPr sz="1725" b="0">
                <a:solidFill>
                  <a:srgbClr val="102A43"/>
                </a:solidFill>
                <a:latin typeface="DejaVu Sans Mono"/>
                <a:ea typeface="DejaVu Sans Mono"/>
                <a:cs typeface="DejaVu Sans Mono"/>
              </a:defRPr>
            </a:pPr>
            <a:r>
              <a:rPr sz="1725" b="0">
                <a:solidFill>
                  <a:srgbClr val="102A43"/>
                </a:solidFill>
                <a:latin typeface="DejaVu Sans Mono"/>
                <a:ea typeface="DejaVu Sans Mono"/>
                <a:cs typeface="DejaVu Sans Mono"/>
              </a:rPr>
              <a:t>  charset: UTF-8</a:t>
            </a:r>
          </a:p>
          <a:p xmlns:a="http://schemas.openxmlformats.org/drawingml/2006/main">
            <a:pPr algn="l">
              <a:lnSpc>
                <a:spcPct val="115000"/>
              </a:lnSpc>
              <a:buNone/>
              <a:defRPr sz="1725" b="0">
                <a:solidFill>
                  <a:srgbClr val="102A43"/>
                </a:solidFill>
                <a:latin typeface="DejaVu Sans Mono"/>
                <a:ea typeface="DejaVu Sans Mono"/>
                <a:cs typeface="DejaVu Sans Mono"/>
              </a:defRPr>
            </a:pPr>
            <a:r>
              <a:rPr sz="1725" b="0">
                <a:solidFill>
                  <a:srgbClr val="102A43"/>
                </a:solidFill>
                <a:latin typeface="DejaVu Sans Mono"/>
                <a:ea typeface="DejaVu Sans Mono"/>
                <a:cs typeface="DejaVu Sans Mono"/>
              </a:rPr>
              <a:t>  delimiter: ","</a:t>
            </a:r>
          </a:p>
          <a:p xmlns:a="http://schemas.openxmlformats.org/drawingml/2006/main">
            <a:pPr algn="l">
              <a:lnSpc>
                <a:spcPct val="115000"/>
              </a:lnSpc>
              <a:buNone/>
              <a:defRPr sz="1725" b="0">
                <a:solidFill>
                  <a:srgbClr val="102A43"/>
                </a:solidFill>
                <a:latin typeface="DejaVu Sans Mono"/>
                <a:ea typeface="DejaVu Sans Mono"/>
                <a:cs typeface="DejaVu Sans Mono"/>
              </a:defRPr>
            </a:pPr>
            <a:r>
              <a:rPr sz="1725" b="0">
                <a:solidFill>
                  <a:srgbClr val="102A43"/>
                </a:solidFill>
                <a:latin typeface="DejaVu Sans Mono"/>
                <a:ea typeface="DejaVu Sans Mono"/>
                <a:cs typeface="DejaVu Sans Mono"/>
              </a:rPr>
              <a:t>  header-mode: FIRST_RECORD</a:t>
            </a:r>
          </a:p>
          <a:p xmlns:a="http://schemas.openxmlformats.org/drawingml/2006/main">
            <a:pPr algn="l">
              <a:lnSpc>
                <a:spcPct val="115000"/>
              </a:lnSpc>
              <a:buNone/>
              <a:defRPr sz="1725" b="0">
                <a:solidFill>
                  <a:srgbClr val="102A43"/>
                </a:solidFill>
                <a:latin typeface="DejaVu Sans Mono"/>
                <a:ea typeface="DejaVu Sans Mono"/>
                <a:cs typeface="DejaVu Sans Mono"/>
              </a:defRPr>
            </a:pPr>
            <a:r>
              <a:rPr sz="1725" b="0">
                <a:solidFill>
                  <a:srgbClr val="102A43"/>
                </a:solidFill>
                <a:latin typeface="DejaVu Sans Mono"/>
                <a:ea typeface="DejaVu Sans Mono"/>
                <a:cs typeface="DejaVu Sans Mono"/>
              </a:rPr>
              <a:t>consent:</a:t>
            </a:r>
          </a:p>
          <a:p xmlns:a="http://schemas.openxmlformats.org/drawingml/2006/main">
            <a:pPr algn="l">
              <a:lnSpc>
                <a:spcPct val="115000"/>
              </a:lnSpc>
              <a:buNone/>
              <a:defRPr sz="1725" b="0">
                <a:solidFill>
                  <a:srgbClr val="102A43"/>
                </a:solidFill>
                <a:latin typeface="DejaVu Sans Mono"/>
                <a:ea typeface="DejaVu Sans Mono"/>
                <a:cs typeface="DejaVu Sans Mono"/>
              </a:defRPr>
            </a:pPr>
            <a:r>
              <a:rPr sz="1725" b="0">
                <a:solidFill>
                  <a:srgbClr val="102A43"/>
                </a:solidFill>
                <a:latin typeface="DejaVu Sans Mono"/>
                <a:ea typeface="DejaVu Sans Mono"/>
                <a:cs typeface="DejaVu Sans Mono"/>
              </a:rPr>
              <a:t>  version: cms-consent-v2</a:t>
            </a:r>
          </a:p>
          <a:p xmlns:a="http://schemas.openxmlformats.org/drawingml/2006/main">
            <a:pPr algn="l">
              <a:lnSpc>
                <a:spcPct val="115000"/>
              </a:lnSpc>
              <a:buNone/>
              <a:defRPr sz="1725" b="0">
                <a:solidFill>
                  <a:srgbClr val="102A43"/>
                </a:solidFill>
                <a:latin typeface="DejaVu Sans Mono"/>
                <a:ea typeface="DejaVu Sans Mono"/>
                <a:cs typeface="DejaVu Sans Mono"/>
              </a:defRPr>
            </a:pPr>
            <a:r>
              <a:rPr sz="1725" b="0">
                <a:solidFill>
                  <a:srgbClr val="102A43"/>
                </a:solidFill>
                <a:latin typeface="DejaVu Sans Mono"/>
                <a:ea typeface="DejaVu Sans Mono"/>
                <a:cs typeface="DejaVu Sans Mono"/>
              </a:rPr>
              <a:t>  provider-target: PCDS</a:t>
            </a:r>
          </a:p>
          <a:p xmlns:a="http://schemas.openxmlformats.org/drawingml/2006/main">
            <a:pPr algn="l">
              <a:lnSpc>
                <a:spcPct val="115000"/>
              </a:lnSpc>
              <a:buNone/>
              <a:defRPr sz="1725" b="0">
                <a:solidFill>
                  <a:srgbClr val="102A43"/>
                </a:solidFill>
                <a:latin typeface="DejaVu Sans Mono"/>
                <a:ea typeface="DejaVu Sans Mono"/>
                <a:cs typeface="DejaVu Sans Mono"/>
              </a:defRPr>
            </a:pPr>
            <a:r>
              <a:rPr sz="1725" b="0">
                <a:solidFill>
                  <a:srgbClr val="102A43"/>
                </a:solidFill>
                <a:latin typeface="DejaVu Sans Mono"/>
                <a:ea typeface="DejaVu Sans Mono"/>
                <a:cs typeface="DejaVu Sans Mono"/>
              </a:rPr>
              <a:t>  payer-target: P2PDS</a:t>
            </a:r>
          </a:p>
        </p:txBody>
      </p:sp>
      <p:sp>
        <p:nvSpPr>
          <p:cNvPr id="5" name="text-17">
            <a:extLst xmlns:a="http://schemas.openxmlformats.org/drawingml/2006/main">
              <a:ext uri="{FF2B5EF4-FFF2-40B4-BE49-F238E27FC236}">
                <a16:creationId xmlns:a16="http://schemas.microsoft.com/office/drawing/2014/main" id="{C46DD67E-3041-4DC2-84C3-352DF476F87A}"/>
              </a:ext>
            </a:extLst>
          </p:cNvPr>
          <p:cNvSpPr>
            <a:spLocks xmlns:a="http://schemas.openxmlformats.org/drawingml/2006/main" noGrp="1"/>
          </p:cNvSpPr>
          <p:nvPr/>
        </p:nvSpPr>
        <p:spPr>
          <a:xfrm xmlns:a="http://schemas.openxmlformats.org/drawingml/2006/main">
            <a:off x="8096250" y="2057400"/>
            <a:ext cx="34290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102A43"/>
                </a:solidFill>
                <a:latin typeface="DejaVu Sans"/>
                <a:ea typeface="DejaVu Sans"/>
                <a:cs typeface="DejaVu Sans"/>
              </a:defRPr>
            </a:defPPr>
            <a:lvl1pPr algn="l">
              <a:buNone/>
              <a:defRPr sz="1875" b="0">
                <a:solidFill>
                  <a:srgbClr val="102A43"/>
                </a:solidFill>
                <a:latin typeface="DejaVu Sans"/>
                <a:ea typeface="DejaVu Sans"/>
                <a:cs typeface="DejaVu Sans"/>
              </a:defRPr>
            </a:lvl1pPr>
            <a:lvl2pPr algn="l">
              <a:buNone/>
              <a:defRPr sz="1875" b="0">
                <a:solidFill>
                  <a:srgbClr val="102A43"/>
                </a:solidFill>
                <a:latin typeface="DejaVu Sans"/>
                <a:ea typeface="DejaVu Sans"/>
                <a:cs typeface="DejaVu Sans"/>
              </a:defRPr>
            </a:lvl2pPr>
            <a:lvl3pPr algn="l">
              <a:buNone/>
              <a:defRPr sz="1875" b="0">
                <a:solidFill>
                  <a:srgbClr val="102A43"/>
                </a:solidFill>
                <a:latin typeface="DejaVu Sans"/>
                <a:ea typeface="DejaVu Sans"/>
                <a:cs typeface="DejaVu Sans"/>
              </a:defRPr>
            </a:lvl3pPr>
            <a:lvl4pPr algn="l">
              <a:buNone/>
              <a:defRPr sz="1875" b="0">
                <a:solidFill>
                  <a:srgbClr val="102A43"/>
                </a:solidFill>
                <a:latin typeface="DejaVu Sans"/>
                <a:ea typeface="DejaVu Sans"/>
                <a:cs typeface="DejaVu Sans"/>
              </a:defRPr>
            </a:lvl4pPr>
            <a:lvl5pPr algn="l">
              <a:buNone/>
              <a:defRPr sz="1875" b="0">
                <a:solidFill>
                  <a:srgbClr val="102A43"/>
                </a:solidFill>
                <a:latin typeface="DejaVu Sans"/>
                <a:ea typeface="DejaVu Sans"/>
                <a:cs typeface="DejaVu Sans"/>
              </a:defRPr>
            </a:lvl5pPr>
            <a:lvl6pPr algn="l">
              <a:buNone/>
              <a:defRPr sz="1875" b="0">
                <a:solidFill>
                  <a:srgbClr val="102A43"/>
                </a:solidFill>
                <a:latin typeface="DejaVu Sans"/>
                <a:ea typeface="DejaVu Sans"/>
                <a:cs typeface="DejaVu Sans"/>
              </a:defRPr>
            </a:lvl6pPr>
            <a:lvl7pPr algn="l">
              <a:buNone/>
              <a:defRPr sz="1875" b="0">
                <a:solidFill>
                  <a:srgbClr val="102A43"/>
                </a:solidFill>
                <a:latin typeface="DejaVu Sans"/>
                <a:ea typeface="DejaVu Sans"/>
                <a:cs typeface="DejaVu Sans"/>
              </a:defRPr>
            </a:lvl7pPr>
            <a:lvl8pPr algn="l">
              <a:buNone/>
              <a:defRPr sz="1875" b="0">
                <a:solidFill>
                  <a:srgbClr val="102A43"/>
                </a:solidFill>
                <a:latin typeface="DejaVu Sans"/>
                <a:ea typeface="DejaVu Sans"/>
                <a:cs typeface="DejaVu Sans"/>
              </a:defRPr>
            </a:lvl8pPr>
            <a:lvl9pPr algn="l">
              <a:buNone/>
              <a:defRPr sz="1875" b="0">
                <a:solidFill>
                  <a:srgbClr val="102A43"/>
                </a:solidFill>
                <a:latin typeface="DejaVu Sans"/>
                <a:ea typeface="DejaVu Sans"/>
                <a:cs typeface="DejaVu Sans"/>
              </a:defRPr>
            </a:lvl9pPr>
          </a:lstStyle>
          <a:p xmlns:a="http://schemas.openxmlformats.org/drawingml/2006/main">
            <a:pPr algn="l">
              <a:lnSpc>
                <a:spcPct val="115000"/>
              </a:lnSpc>
              <a:buNone/>
              <a:defRPr sz="1875" b="0">
                <a:solidFill>
                  <a:srgbClr val="102A43"/>
                </a:solidFill>
                <a:latin typeface="DejaVu Sans"/>
                <a:ea typeface="DejaVu Sans"/>
                <a:cs typeface="DejaVu Sans"/>
              </a:defRPr>
            </a:pPr>
            <a:r>
              <a:rPr sz="1875" b="0">
                <a:solidFill>
                  <a:srgbClr val="102A43"/>
                </a:solidFill>
                <a:latin typeface="DejaVu Sans"/>
                <a:ea typeface="DejaVu Sans"/>
                <a:cs typeface="DejaVu Sans"/>
              </a:rPr>
              <a:t>Layout defines record parsing</a:t>
            </a:r>
          </a:p>
        </p:txBody>
      </p:sp>
      <p:sp>
        <p:nvSpPr>
          <p:cNvPr id="6" name="text-18">
            <a:extLst xmlns:a="http://schemas.openxmlformats.org/drawingml/2006/main">
              <a:ext uri="{FF2B5EF4-FFF2-40B4-BE49-F238E27FC236}">
                <a16:creationId xmlns:a16="http://schemas.microsoft.com/office/drawing/2014/main" id="{43103208-6E1A-4C59-B59F-DA5B751B17A6}"/>
              </a:ext>
            </a:extLst>
          </p:cNvPr>
          <p:cNvSpPr>
            <a:spLocks xmlns:a="http://schemas.openxmlformats.org/drawingml/2006/main" noGrp="1"/>
          </p:cNvSpPr>
          <p:nvPr/>
        </p:nvSpPr>
        <p:spPr>
          <a:xfrm xmlns:a="http://schemas.openxmlformats.org/drawingml/2006/main">
            <a:off x="8096250" y="3181350"/>
            <a:ext cx="34290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102A43"/>
                </a:solidFill>
                <a:latin typeface="DejaVu Sans"/>
                <a:ea typeface="DejaVu Sans"/>
                <a:cs typeface="DejaVu Sans"/>
              </a:defRPr>
            </a:defPPr>
            <a:lvl1pPr algn="l">
              <a:buNone/>
              <a:defRPr sz="1875" b="0">
                <a:solidFill>
                  <a:srgbClr val="102A43"/>
                </a:solidFill>
                <a:latin typeface="DejaVu Sans"/>
                <a:ea typeface="DejaVu Sans"/>
                <a:cs typeface="DejaVu Sans"/>
              </a:defRPr>
            </a:lvl1pPr>
            <a:lvl2pPr algn="l">
              <a:buNone/>
              <a:defRPr sz="1875" b="0">
                <a:solidFill>
                  <a:srgbClr val="102A43"/>
                </a:solidFill>
                <a:latin typeface="DejaVu Sans"/>
                <a:ea typeface="DejaVu Sans"/>
                <a:cs typeface="DejaVu Sans"/>
              </a:defRPr>
            </a:lvl2pPr>
            <a:lvl3pPr algn="l">
              <a:buNone/>
              <a:defRPr sz="1875" b="0">
                <a:solidFill>
                  <a:srgbClr val="102A43"/>
                </a:solidFill>
                <a:latin typeface="DejaVu Sans"/>
                <a:ea typeface="DejaVu Sans"/>
                <a:cs typeface="DejaVu Sans"/>
              </a:defRPr>
            </a:lvl3pPr>
            <a:lvl4pPr algn="l">
              <a:buNone/>
              <a:defRPr sz="1875" b="0">
                <a:solidFill>
                  <a:srgbClr val="102A43"/>
                </a:solidFill>
                <a:latin typeface="DejaVu Sans"/>
                <a:ea typeface="DejaVu Sans"/>
                <a:cs typeface="DejaVu Sans"/>
              </a:defRPr>
            </a:lvl4pPr>
            <a:lvl5pPr algn="l">
              <a:buNone/>
              <a:defRPr sz="1875" b="0">
                <a:solidFill>
                  <a:srgbClr val="102A43"/>
                </a:solidFill>
                <a:latin typeface="DejaVu Sans"/>
                <a:ea typeface="DejaVu Sans"/>
                <a:cs typeface="DejaVu Sans"/>
              </a:defRPr>
            </a:lvl5pPr>
            <a:lvl6pPr algn="l">
              <a:buNone/>
              <a:defRPr sz="1875" b="0">
                <a:solidFill>
                  <a:srgbClr val="102A43"/>
                </a:solidFill>
                <a:latin typeface="DejaVu Sans"/>
                <a:ea typeface="DejaVu Sans"/>
                <a:cs typeface="DejaVu Sans"/>
              </a:defRPr>
            </a:lvl6pPr>
            <a:lvl7pPr algn="l">
              <a:buNone/>
              <a:defRPr sz="1875" b="0">
                <a:solidFill>
                  <a:srgbClr val="102A43"/>
                </a:solidFill>
                <a:latin typeface="DejaVu Sans"/>
                <a:ea typeface="DejaVu Sans"/>
                <a:cs typeface="DejaVu Sans"/>
              </a:defRPr>
            </a:lvl7pPr>
            <a:lvl8pPr algn="l">
              <a:buNone/>
              <a:defRPr sz="1875" b="0">
                <a:solidFill>
                  <a:srgbClr val="102A43"/>
                </a:solidFill>
                <a:latin typeface="DejaVu Sans"/>
                <a:ea typeface="DejaVu Sans"/>
                <a:cs typeface="DejaVu Sans"/>
              </a:defRPr>
            </a:lvl8pPr>
            <a:lvl9pPr algn="l">
              <a:buNone/>
              <a:defRPr sz="1875" b="0">
                <a:solidFill>
                  <a:srgbClr val="102A43"/>
                </a:solidFill>
                <a:latin typeface="DejaVu Sans"/>
                <a:ea typeface="DejaVu Sans"/>
                <a:cs typeface="DejaVu Sans"/>
              </a:defRPr>
            </a:lvl9pPr>
          </a:lstStyle>
          <a:p xmlns:a="http://schemas.openxmlformats.org/drawingml/2006/main">
            <a:pPr algn="l">
              <a:lnSpc>
                <a:spcPct val="115000"/>
              </a:lnSpc>
              <a:buNone/>
              <a:defRPr sz="1875" b="0">
                <a:solidFill>
                  <a:srgbClr val="102A43"/>
                </a:solidFill>
                <a:latin typeface="DejaVu Sans"/>
                <a:ea typeface="DejaVu Sans"/>
                <a:cs typeface="DejaVu Sans"/>
              </a:defRPr>
            </a:pPr>
            <a:r>
              <a:rPr sz="1875" b="0">
                <a:solidFill>
                  <a:srgbClr val="102A43"/>
                </a:solidFill>
                <a:latin typeface="DejaVu Sans"/>
                <a:ea typeface="DejaVu Sans"/>
                <a:cs typeface="DejaVu Sans"/>
              </a:rPr>
              <a:t>Consent rules replace generic mappings</a:t>
            </a:r>
          </a:p>
        </p:txBody>
      </p:sp>
      <p:sp>
        <p:nvSpPr>
          <p:cNvPr id="7" name="text-19">
            <a:extLst xmlns:a="http://schemas.openxmlformats.org/drawingml/2006/main">
              <a:ext uri="{FF2B5EF4-FFF2-40B4-BE49-F238E27FC236}">
                <a16:creationId xmlns:a16="http://schemas.microsoft.com/office/drawing/2014/main" id="{AC6CE901-17F0-4DC6-B471-C5649AFDDF72}"/>
              </a:ext>
            </a:extLst>
          </p:cNvPr>
          <p:cNvSpPr>
            <a:spLocks xmlns:a="http://schemas.openxmlformats.org/drawingml/2006/main" noGrp="1"/>
          </p:cNvSpPr>
          <p:nvPr/>
        </p:nvSpPr>
        <p:spPr>
          <a:xfrm xmlns:a="http://schemas.openxmlformats.org/drawingml/2006/main">
            <a:off x="8096250" y="4305300"/>
            <a:ext cx="34290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102A43"/>
                </a:solidFill>
                <a:latin typeface="DejaVu Sans"/>
                <a:ea typeface="DejaVu Sans"/>
                <a:cs typeface="DejaVu Sans"/>
              </a:defRPr>
            </a:defPPr>
            <a:lvl1pPr algn="l">
              <a:buNone/>
              <a:defRPr sz="1875" b="0">
                <a:solidFill>
                  <a:srgbClr val="102A43"/>
                </a:solidFill>
                <a:latin typeface="DejaVu Sans"/>
                <a:ea typeface="DejaVu Sans"/>
                <a:cs typeface="DejaVu Sans"/>
              </a:defRPr>
            </a:lvl1pPr>
            <a:lvl2pPr algn="l">
              <a:buNone/>
              <a:defRPr sz="1875" b="0">
                <a:solidFill>
                  <a:srgbClr val="102A43"/>
                </a:solidFill>
                <a:latin typeface="DejaVu Sans"/>
                <a:ea typeface="DejaVu Sans"/>
                <a:cs typeface="DejaVu Sans"/>
              </a:defRPr>
            </a:lvl2pPr>
            <a:lvl3pPr algn="l">
              <a:buNone/>
              <a:defRPr sz="1875" b="0">
                <a:solidFill>
                  <a:srgbClr val="102A43"/>
                </a:solidFill>
                <a:latin typeface="DejaVu Sans"/>
                <a:ea typeface="DejaVu Sans"/>
                <a:cs typeface="DejaVu Sans"/>
              </a:defRPr>
            </a:lvl3pPr>
            <a:lvl4pPr algn="l">
              <a:buNone/>
              <a:defRPr sz="1875" b="0">
                <a:solidFill>
                  <a:srgbClr val="102A43"/>
                </a:solidFill>
                <a:latin typeface="DejaVu Sans"/>
                <a:ea typeface="DejaVu Sans"/>
                <a:cs typeface="DejaVu Sans"/>
              </a:defRPr>
            </a:lvl4pPr>
            <a:lvl5pPr algn="l">
              <a:buNone/>
              <a:defRPr sz="1875" b="0">
                <a:solidFill>
                  <a:srgbClr val="102A43"/>
                </a:solidFill>
                <a:latin typeface="DejaVu Sans"/>
                <a:ea typeface="DejaVu Sans"/>
                <a:cs typeface="DejaVu Sans"/>
              </a:defRPr>
            </a:lvl5pPr>
            <a:lvl6pPr algn="l">
              <a:buNone/>
              <a:defRPr sz="1875" b="0">
                <a:solidFill>
                  <a:srgbClr val="102A43"/>
                </a:solidFill>
                <a:latin typeface="DejaVu Sans"/>
                <a:ea typeface="DejaVu Sans"/>
                <a:cs typeface="DejaVu Sans"/>
              </a:defRPr>
            </a:lvl6pPr>
            <a:lvl7pPr algn="l">
              <a:buNone/>
              <a:defRPr sz="1875" b="0">
                <a:solidFill>
                  <a:srgbClr val="102A43"/>
                </a:solidFill>
                <a:latin typeface="DejaVu Sans"/>
                <a:ea typeface="DejaVu Sans"/>
                <a:cs typeface="DejaVu Sans"/>
              </a:defRPr>
            </a:lvl7pPr>
            <a:lvl8pPr algn="l">
              <a:buNone/>
              <a:defRPr sz="1875" b="0">
                <a:solidFill>
                  <a:srgbClr val="102A43"/>
                </a:solidFill>
                <a:latin typeface="DejaVu Sans"/>
                <a:ea typeface="DejaVu Sans"/>
                <a:cs typeface="DejaVu Sans"/>
              </a:defRPr>
            </a:lvl8pPr>
            <a:lvl9pPr algn="l">
              <a:buNone/>
              <a:defRPr sz="1875" b="0">
                <a:solidFill>
                  <a:srgbClr val="102A43"/>
                </a:solidFill>
                <a:latin typeface="DejaVu Sans"/>
                <a:ea typeface="DejaVu Sans"/>
                <a:cs typeface="DejaVu Sans"/>
              </a:defRPr>
            </a:lvl9pPr>
          </a:lstStyle>
          <a:p xmlns:a="http://schemas.openxmlformats.org/drawingml/2006/main">
            <a:pPr algn="l">
              <a:lnSpc>
                <a:spcPct val="115000"/>
              </a:lnSpc>
              <a:buNone/>
              <a:defRPr sz="1875" b="0">
                <a:solidFill>
                  <a:srgbClr val="102A43"/>
                </a:solidFill>
                <a:latin typeface="DejaVu Sans"/>
                <a:ea typeface="DejaVu Sans"/>
                <a:cs typeface="DejaVu Sans"/>
              </a:defRPr>
            </a:pPr>
            <a:r>
              <a:rPr sz="1875" b="0">
                <a:solidFill>
                  <a:srgbClr val="102A43"/>
                </a:solidFill>
                <a:latin typeface="DejaVu Sans"/>
                <a:ea typeface="DejaVu Sans"/>
                <a:cs typeface="DejaVu Sans"/>
              </a:rPr>
              <a:t>Other formats share the rules anchor</a:t>
            </a:r>
          </a:p>
        </p:txBody>
      </p:sp>
    </p:spTree>
    <p:extLst>
      <p:ext uri="{BB962C8B-B14F-4D97-AF65-F5344CB8AC3E}">
        <p14:creationId xmlns:p14="http://schemas.microsoft.com/office/powerpoint/2010/main" val="1828230960"/>
      </p:ext>
    </p:extLst>
  </p:cSld>
</p:sld>
</file>

<file path=ppt/slides/slide8.xml><?xml version="1.0" encoding="utf-8"?>
<p:sld xmlns:p="http://schemas.openxmlformats.org/presentationml/2006/main">
  <p:cSld>
    <p:bg>
      <p:bgPr>
        <a:solidFill xmlns:a="http://schemas.openxmlformats.org/drawingml/2006/main">
          <a:srgbClr val="F6F8FA"/>
        </a:solidFill>
      </p:bgPr>
    </p:bg>
    <p:spTree>
      <p:nvGrpSpPr>
        <p:cNvPr id="1" name=""/>
        <p:cNvGrpSpPr/>
        <p:nvPr/>
      </p:nvGrpSpPr>
      <p:grpSpPr>
        <a:xfrm xmlns:a="http://schemas.openxmlformats.org/drawingml/2006/main"/>
      </p:grpSpPr>
      <p:sp>
        <p:nvSpPr>
          <p:cNvPr id="9" name="slide-title">
            <a:extLst xmlns:a="http://schemas.openxmlformats.org/drawingml/2006/main">
              <a:ext uri="{FF2B5EF4-FFF2-40B4-BE49-F238E27FC236}">
                <a16:creationId xmlns:a16="http://schemas.microsoft.com/office/drawing/2014/main" id="{E8897C2D-21A2-431C-ACA9-12545542E51A}"/>
              </a:ext>
            </a:extLst>
          </p:cNvPr>
          <p:cNvSpPr>
            <a:spLocks xmlns:a="http://schemas.openxmlformats.org/drawingml/2006/main" noGrp="1"/>
          </p:cNvSpPr>
          <p:nvPr/>
        </p:nvSpPr>
        <p:spPr>
          <a:xfrm xmlns:a="http://schemas.openxmlformats.org/drawingml/2006/main">
            <a:off x="609600" y="438150"/>
            <a:ext cx="109728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300" b="1">
                <a:solidFill>
                  <a:srgbClr val="102A43"/>
                </a:solidFill>
                <a:latin typeface="DejaVu Sans"/>
                <a:ea typeface="DejaVu Sans"/>
                <a:cs typeface="DejaVu Sans"/>
              </a:defRPr>
            </a:defPPr>
            <a:lvl1pPr algn="l">
              <a:buNone/>
              <a:defRPr sz="3300" b="1">
                <a:solidFill>
                  <a:srgbClr val="102A43"/>
                </a:solidFill>
                <a:latin typeface="DejaVu Sans"/>
                <a:ea typeface="DejaVu Sans"/>
                <a:cs typeface="DejaVu Sans"/>
              </a:defRPr>
            </a:lvl1pPr>
            <a:lvl2pPr algn="l">
              <a:buNone/>
              <a:defRPr sz="3300" b="1">
                <a:solidFill>
                  <a:srgbClr val="102A43"/>
                </a:solidFill>
                <a:latin typeface="DejaVu Sans"/>
                <a:ea typeface="DejaVu Sans"/>
                <a:cs typeface="DejaVu Sans"/>
              </a:defRPr>
            </a:lvl2pPr>
            <a:lvl3pPr algn="l">
              <a:buNone/>
              <a:defRPr sz="3300" b="1">
                <a:solidFill>
                  <a:srgbClr val="102A43"/>
                </a:solidFill>
                <a:latin typeface="DejaVu Sans"/>
                <a:ea typeface="DejaVu Sans"/>
                <a:cs typeface="DejaVu Sans"/>
              </a:defRPr>
            </a:lvl3pPr>
            <a:lvl4pPr algn="l">
              <a:buNone/>
              <a:defRPr sz="3300" b="1">
                <a:solidFill>
                  <a:srgbClr val="102A43"/>
                </a:solidFill>
                <a:latin typeface="DejaVu Sans"/>
                <a:ea typeface="DejaVu Sans"/>
                <a:cs typeface="DejaVu Sans"/>
              </a:defRPr>
            </a:lvl4pPr>
            <a:lvl5pPr algn="l">
              <a:buNone/>
              <a:defRPr sz="3300" b="1">
                <a:solidFill>
                  <a:srgbClr val="102A43"/>
                </a:solidFill>
                <a:latin typeface="DejaVu Sans"/>
                <a:ea typeface="DejaVu Sans"/>
                <a:cs typeface="DejaVu Sans"/>
              </a:defRPr>
            </a:lvl5pPr>
            <a:lvl6pPr algn="l">
              <a:buNone/>
              <a:defRPr sz="3300" b="1">
                <a:solidFill>
                  <a:srgbClr val="102A43"/>
                </a:solidFill>
                <a:latin typeface="DejaVu Sans"/>
                <a:ea typeface="DejaVu Sans"/>
                <a:cs typeface="DejaVu Sans"/>
              </a:defRPr>
            </a:lvl6pPr>
            <a:lvl7pPr algn="l">
              <a:buNone/>
              <a:defRPr sz="3300" b="1">
                <a:solidFill>
                  <a:srgbClr val="102A43"/>
                </a:solidFill>
                <a:latin typeface="DejaVu Sans"/>
                <a:ea typeface="DejaVu Sans"/>
                <a:cs typeface="DejaVu Sans"/>
              </a:defRPr>
            </a:lvl7pPr>
            <a:lvl8pPr algn="l">
              <a:buNone/>
              <a:defRPr sz="3300" b="1">
                <a:solidFill>
                  <a:srgbClr val="102A43"/>
                </a:solidFill>
                <a:latin typeface="DejaVu Sans"/>
                <a:ea typeface="DejaVu Sans"/>
                <a:cs typeface="DejaVu Sans"/>
              </a:defRPr>
            </a:lvl8pPr>
            <a:lvl9pPr algn="l">
              <a:buNone/>
              <a:defRPr sz="3300" b="1">
                <a:solidFill>
                  <a:srgbClr val="102A43"/>
                </a:solidFill>
                <a:latin typeface="DejaVu Sans"/>
                <a:ea typeface="DejaVu Sans"/>
                <a:cs typeface="DejaVu Sans"/>
              </a:defRPr>
            </a:lvl9pPr>
          </a:lstStyle>
          <a:p xmlns:a="http://schemas.openxmlformats.org/drawingml/2006/main">
            <a:pPr algn="l">
              <a:lnSpc>
                <a:spcPct val="115000"/>
              </a:lnSpc>
              <a:buNone/>
              <a:defRPr sz="3300" b="1">
                <a:solidFill>
                  <a:srgbClr val="102A43"/>
                </a:solidFill>
                <a:latin typeface="DejaVu Sans"/>
                <a:ea typeface="DejaVu Sans"/>
                <a:cs typeface="DejaVu Sans"/>
              </a:defRPr>
            </a:pPr>
            <a:r>
              <a:rPr sz="3300" b="1">
                <a:solidFill>
                  <a:srgbClr val="102A43"/>
                </a:solidFill>
                <a:latin typeface="DejaVu Sans"/>
                <a:ea typeface="DejaVu Sans"/>
                <a:cs typeface="DejaVu Sans"/>
              </a:rPr>
              <a:t>One member, one array request</a:t>
            </a:r>
          </a:p>
        </p:txBody>
      </p:sp>
      <p:sp>
        <p:nvSpPr>
          <p:cNvPr id="2" name="text-20">
            <a:extLst xmlns:a="http://schemas.openxmlformats.org/drawingml/2006/main">
              <a:ext uri="{FF2B5EF4-FFF2-40B4-BE49-F238E27FC236}">
                <a16:creationId xmlns:a16="http://schemas.microsoft.com/office/drawing/2014/main" id="{128FFF1C-73D9-40A2-A50F-0D32B73EFCB4}"/>
              </a:ext>
            </a:extLst>
          </p:cNvPr>
          <p:cNvSpPr>
            <a:spLocks xmlns:a="http://schemas.openxmlformats.org/drawingml/2006/main" noGrp="1"/>
          </p:cNvSpPr>
          <p:nvPr/>
        </p:nvSpPr>
        <p:spPr>
          <a:xfrm xmlns:a="http://schemas.openxmlformats.org/drawingml/2006/main">
            <a:off x="609600" y="1371600"/>
            <a:ext cx="109728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526778"/>
                </a:solidFill>
                <a:latin typeface="DejaVu Sans"/>
                <a:ea typeface="DejaVu Sans"/>
                <a:cs typeface="DejaVu Sans"/>
              </a:defRPr>
            </a:defPPr>
            <a:lvl1pPr algn="l">
              <a:buNone/>
              <a:defRPr sz="1875" b="0">
                <a:solidFill>
                  <a:srgbClr val="526778"/>
                </a:solidFill>
                <a:latin typeface="DejaVu Sans"/>
                <a:ea typeface="DejaVu Sans"/>
                <a:cs typeface="DejaVu Sans"/>
              </a:defRPr>
            </a:lvl1pPr>
            <a:lvl2pPr algn="l">
              <a:buNone/>
              <a:defRPr sz="1875" b="0">
                <a:solidFill>
                  <a:srgbClr val="526778"/>
                </a:solidFill>
                <a:latin typeface="DejaVu Sans"/>
                <a:ea typeface="DejaVu Sans"/>
                <a:cs typeface="DejaVu Sans"/>
              </a:defRPr>
            </a:lvl2pPr>
            <a:lvl3pPr algn="l">
              <a:buNone/>
              <a:defRPr sz="1875" b="0">
                <a:solidFill>
                  <a:srgbClr val="526778"/>
                </a:solidFill>
                <a:latin typeface="DejaVu Sans"/>
                <a:ea typeface="DejaVu Sans"/>
                <a:cs typeface="DejaVu Sans"/>
              </a:defRPr>
            </a:lvl3pPr>
            <a:lvl4pPr algn="l">
              <a:buNone/>
              <a:defRPr sz="1875" b="0">
                <a:solidFill>
                  <a:srgbClr val="526778"/>
                </a:solidFill>
                <a:latin typeface="DejaVu Sans"/>
                <a:ea typeface="DejaVu Sans"/>
                <a:cs typeface="DejaVu Sans"/>
              </a:defRPr>
            </a:lvl4pPr>
            <a:lvl5pPr algn="l">
              <a:buNone/>
              <a:defRPr sz="1875" b="0">
                <a:solidFill>
                  <a:srgbClr val="526778"/>
                </a:solidFill>
                <a:latin typeface="DejaVu Sans"/>
                <a:ea typeface="DejaVu Sans"/>
                <a:cs typeface="DejaVu Sans"/>
              </a:defRPr>
            </a:lvl5pPr>
            <a:lvl6pPr algn="l">
              <a:buNone/>
              <a:defRPr sz="1875" b="0">
                <a:solidFill>
                  <a:srgbClr val="526778"/>
                </a:solidFill>
                <a:latin typeface="DejaVu Sans"/>
                <a:ea typeface="DejaVu Sans"/>
                <a:cs typeface="DejaVu Sans"/>
              </a:defRPr>
            </a:lvl6pPr>
            <a:lvl7pPr algn="l">
              <a:buNone/>
              <a:defRPr sz="1875" b="0">
                <a:solidFill>
                  <a:srgbClr val="526778"/>
                </a:solidFill>
                <a:latin typeface="DejaVu Sans"/>
                <a:ea typeface="DejaVu Sans"/>
                <a:cs typeface="DejaVu Sans"/>
              </a:defRPr>
            </a:lvl7pPr>
            <a:lvl8pPr algn="l">
              <a:buNone/>
              <a:defRPr sz="1875" b="0">
                <a:solidFill>
                  <a:srgbClr val="526778"/>
                </a:solidFill>
                <a:latin typeface="DejaVu Sans"/>
                <a:ea typeface="DejaVu Sans"/>
                <a:cs typeface="DejaVu Sans"/>
              </a:defRPr>
            </a:lvl8pPr>
            <a:lvl9pPr algn="l">
              <a:buNone/>
              <a:defRPr sz="1875" b="0">
                <a:solidFill>
                  <a:srgbClr val="526778"/>
                </a:solidFill>
                <a:latin typeface="DejaVu Sans"/>
                <a:ea typeface="DejaVu Sans"/>
                <a:cs typeface="DejaVu Sans"/>
              </a:defRPr>
            </a:lvl9pPr>
          </a:lstStyle>
          <a:p xmlns:a="http://schemas.openxmlformats.org/drawingml/2006/main">
            <a:pPr algn="l">
              <a:lnSpc>
                <a:spcPct val="115000"/>
              </a:lnSpc>
              <a:buNone/>
              <a:defRPr sz="1875" b="0">
                <a:solidFill>
                  <a:srgbClr val="526778"/>
                </a:solidFill>
                <a:latin typeface="DejaVu Sans"/>
                <a:ea typeface="DejaVu Sans"/>
                <a:cs typeface="DejaVu Sans"/>
              </a:defRPr>
            </a:pPr>
            <a:r>
              <a:rPr sz="1875" b="0">
                <a:solidFill>
                  <a:srgbClr val="526778"/>
                </a:solidFill>
                <a:latin typeface="DejaVu Sans"/>
                <a:ea typeface="DejaVu Sans"/>
                <a:cs typeface="DejaVu Sans"/>
              </a:rPr>
              <a:t>One source row supplies the entries for one upsert POST.</a:t>
            </a:r>
          </a:p>
        </p:txBody>
      </p:sp>
      <p:sp>
        <p:nvSpPr>
          <p:cNvPr id="3" name="slide-number">
            <a:extLst xmlns:a="http://schemas.openxmlformats.org/drawingml/2006/main">
              <a:ext uri="{FF2B5EF4-FFF2-40B4-BE49-F238E27FC236}">
                <a16:creationId xmlns:a16="http://schemas.microsoft.com/office/drawing/2014/main" id="{0CC23CE0-8D03-4691-BB9F-F6224CDA8DC7}"/>
              </a:ext>
            </a:extLst>
          </p:cNvPr>
          <p:cNvSpPr>
            <a:spLocks xmlns:a="http://schemas.openxmlformats.org/drawingml/2006/main" noGrp="1"/>
          </p:cNvSpPr>
          <p:nvPr/>
        </p:nvSpPr>
        <p:spPr>
          <a:xfrm xmlns:a="http://schemas.openxmlformats.org/drawingml/2006/main">
            <a:off x="11182350" y="6391275"/>
            <a:ext cx="4000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275" b="0">
                <a:solidFill>
                  <a:srgbClr val="526778"/>
                </a:solidFill>
                <a:latin typeface="DejaVu Sans"/>
                <a:ea typeface="DejaVu Sans"/>
                <a:cs typeface="DejaVu Sans"/>
              </a:defRPr>
            </a:defPPr>
            <a:lvl1pPr algn="r">
              <a:buNone/>
              <a:defRPr sz="1275" b="0">
                <a:solidFill>
                  <a:srgbClr val="526778"/>
                </a:solidFill>
                <a:latin typeface="DejaVu Sans"/>
                <a:ea typeface="DejaVu Sans"/>
                <a:cs typeface="DejaVu Sans"/>
              </a:defRPr>
            </a:lvl1pPr>
            <a:lvl2pPr algn="r">
              <a:buNone/>
              <a:defRPr sz="1275" b="0">
                <a:solidFill>
                  <a:srgbClr val="526778"/>
                </a:solidFill>
                <a:latin typeface="DejaVu Sans"/>
                <a:ea typeface="DejaVu Sans"/>
                <a:cs typeface="DejaVu Sans"/>
              </a:defRPr>
            </a:lvl2pPr>
            <a:lvl3pPr algn="r">
              <a:buNone/>
              <a:defRPr sz="1275" b="0">
                <a:solidFill>
                  <a:srgbClr val="526778"/>
                </a:solidFill>
                <a:latin typeface="DejaVu Sans"/>
                <a:ea typeface="DejaVu Sans"/>
                <a:cs typeface="DejaVu Sans"/>
              </a:defRPr>
            </a:lvl3pPr>
            <a:lvl4pPr algn="r">
              <a:buNone/>
              <a:defRPr sz="1275" b="0">
                <a:solidFill>
                  <a:srgbClr val="526778"/>
                </a:solidFill>
                <a:latin typeface="DejaVu Sans"/>
                <a:ea typeface="DejaVu Sans"/>
                <a:cs typeface="DejaVu Sans"/>
              </a:defRPr>
            </a:lvl4pPr>
            <a:lvl5pPr algn="r">
              <a:buNone/>
              <a:defRPr sz="1275" b="0">
                <a:solidFill>
                  <a:srgbClr val="526778"/>
                </a:solidFill>
                <a:latin typeface="DejaVu Sans"/>
                <a:ea typeface="DejaVu Sans"/>
                <a:cs typeface="DejaVu Sans"/>
              </a:defRPr>
            </a:lvl5pPr>
            <a:lvl6pPr algn="r">
              <a:buNone/>
              <a:defRPr sz="1275" b="0">
                <a:solidFill>
                  <a:srgbClr val="526778"/>
                </a:solidFill>
                <a:latin typeface="DejaVu Sans"/>
                <a:ea typeface="DejaVu Sans"/>
                <a:cs typeface="DejaVu Sans"/>
              </a:defRPr>
            </a:lvl6pPr>
            <a:lvl7pPr algn="r">
              <a:buNone/>
              <a:defRPr sz="1275" b="0">
                <a:solidFill>
                  <a:srgbClr val="526778"/>
                </a:solidFill>
                <a:latin typeface="DejaVu Sans"/>
                <a:ea typeface="DejaVu Sans"/>
                <a:cs typeface="DejaVu Sans"/>
              </a:defRPr>
            </a:lvl7pPr>
            <a:lvl8pPr algn="r">
              <a:buNone/>
              <a:defRPr sz="1275" b="0">
                <a:solidFill>
                  <a:srgbClr val="526778"/>
                </a:solidFill>
                <a:latin typeface="DejaVu Sans"/>
                <a:ea typeface="DejaVu Sans"/>
                <a:cs typeface="DejaVu Sans"/>
              </a:defRPr>
            </a:lvl8pPr>
            <a:lvl9pPr algn="r">
              <a:buNone/>
              <a:defRPr sz="1275" b="0">
                <a:solidFill>
                  <a:srgbClr val="526778"/>
                </a:solidFill>
                <a:latin typeface="DejaVu Sans"/>
                <a:ea typeface="DejaVu Sans"/>
                <a:cs typeface="DejaVu Sans"/>
              </a:defRPr>
            </a:lvl9pPr>
          </a:lstStyle>
          <a:p xmlns:a="http://schemas.openxmlformats.org/drawingml/2006/main">
            <a:pPr algn="r">
              <a:lnSpc>
                <a:spcPct val="115000"/>
              </a:lnSpc>
              <a:buNone/>
              <a:defRPr sz="1275" b="0">
                <a:solidFill>
                  <a:srgbClr val="526778"/>
                </a:solidFill>
                <a:latin typeface="DejaVu Sans"/>
                <a:ea typeface="DejaVu Sans"/>
                <a:cs typeface="DejaVu Sans"/>
              </a:defRPr>
            </a:pPr>
            <a:r>
              <a:rPr sz="1275" b="0">
                <a:solidFill>
                  <a:srgbClr val="526778"/>
                </a:solidFill>
                <a:latin typeface="DejaVu Sans"/>
                <a:ea typeface="DejaVu Sans"/>
                <a:cs typeface="DejaVu Sans"/>
              </a:rPr>
              <a:t>8</a:t>
            </a:r>
          </a:p>
        </p:txBody>
      </p:sp>
      <p:sp>
        <p:nvSpPr>
          <p:cNvPr id="4" name="text-21">
            <a:extLst xmlns:a="http://schemas.openxmlformats.org/drawingml/2006/main">
              <a:ext uri="{FF2B5EF4-FFF2-40B4-BE49-F238E27FC236}">
                <a16:creationId xmlns:a16="http://schemas.microsoft.com/office/drawing/2014/main" id="{EF3E4E8B-94C1-487F-8ECF-57E97D9C8BEE}"/>
              </a:ext>
            </a:extLst>
          </p:cNvPr>
          <p:cNvSpPr>
            <a:spLocks xmlns:a="http://schemas.openxmlformats.org/drawingml/2006/main" noGrp="1"/>
          </p:cNvSpPr>
          <p:nvPr/>
        </p:nvSpPr>
        <p:spPr>
          <a:xfrm xmlns:a="http://schemas.openxmlformats.org/drawingml/2006/main">
            <a:off x="609600" y="2000250"/>
            <a:ext cx="5191125"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1">
                <a:solidFill>
                  <a:srgbClr val="007F86"/>
                </a:solidFill>
                <a:latin typeface="DejaVu Sans"/>
                <a:ea typeface="DejaVu Sans"/>
                <a:cs typeface="DejaVu Sans"/>
              </a:defRPr>
            </a:defPPr>
            <a:lvl1pPr algn="l">
              <a:buNone/>
              <a:defRPr sz="1875" b="1">
                <a:solidFill>
                  <a:srgbClr val="007F86"/>
                </a:solidFill>
                <a:latin typeface="DejaVu Sans"/>
                <a:ea typeface="DejaVu Sans"/>
                <a:cs typeface="DejaVu Sans"/>
              </a:defRPr>
            </a:lvl1pPr>
            <a:lvl2pPr algn="l">
              <a:buNone/>
              <a:defRPr sz="1875" b="1">
                <a:solidFill>
                  <a:srgbClr val="007F86"/>
                </a:solidFill>
                <a:latin typeface="DejaVu Sans"/>
                <a:ea typeface="DejaVu Sans"/>
                <a:cs typeface="DejaVu Sans"/>
              </a:defRPr>
            </a:lvl2pPr>
            <a:lvl3pPr algn="l">
              <a:buNone/>
              <a:defRPr sz="1875" b="1">
                <a:solidFill>
                  <a:srgbClr val="007F86"/>
                </a:solidFill>
                <a:latin typeface="DejaVu Sans"/>
                <a:ea typeface="DejaVu Sans"/>
                <a:cs typeface="DejaVu Sans"/>
              </a:defRPr>
            </a:lvl3pPr>
            <a:lvl4pPr algn="l">
              <a:buNone/>
              <a:defRPr sz="1875" b="1">
                <a:solidFill>
                  <a:srgbClr val="007F86"/>
                </a:solidFill>
                <a:latin typeface="DejaVu Sans"/>
                <a:ea typeface="DejaVu Sans"/>
                <a:cs typeface="DejaVu Sans"/>
              </a:defRPr>
            </a:lvl4pPr>
            <a:lvl5pPr algn="l">
              <a:buNone/>
              <a:defRPr sz="1875" b="1">
                <a:solidFill>
                  <a:srgbClr val="007F86"/>
                </a:solidFill>
                <a:latin typeface="DejaVu Sans"/>
                <a:ea typeface="DejaVu Sans"/>
                <a:cs typeface="DejaVu Sans"/>
              </a:defRPr>
            </a:lvl5pPr>
            <a:lvl6pPr algn="l">
              <a:buNone/>
              <a:defRPr sz="1875" b="1">
                <a:solidFill>
                  <a:srgbClr val="007F86"/>
                </a:solidFill>
                <a:latin typeface="DejaVu Sans"/>
                <a:ea typeface="DejaVu Sans"/>
                <a:cs typeface="DejaVu Sans"/>
              </a:defRPr>
            </a:lvl6pPr>
            <a:lvl7pPr algn="l">
              <a:buNone/>
              <a:defRPr sz="1875" b="1">
                <a:solidFill>
                  <a:srgbClr val="007F86"/>
                </a:solidFill>
                <a:latin typeface="DejaVu Sans"/>
                <a:ea typeface="DejaVu Sans"/>
                <a:cs typeface="DejaVu Sans"/>
              </a:defRPr>
            </a:lvl7pPr>
            <a:lvl8pPr algn="l">
              <a:buNone/>
              <a:defRPr sz="1875" b="1">
                <a:solidFill>
                  <a:srgbClr val="007F86"/>
                </a:solidFill>
                <a:latin typeface="DejaVu Sans"/>
                <a:ea typeface="DejaVu Sans"/>
                <a:cs typeface="DejaVu Sans"/>
              </a:defRPr>
            </a:lvl8pPr>
            <a:lvl9pPr algn="l">
              <a:buNone/>
              <a:defRPr sz="1875" b="1">
                <a:solidFill>
                  <a:srgbClr val="007F86"/>
                </a:solidFill>
                <a:latin typeface="DejaVu Sans"/>
                <a:ea typeface="DejaVu Sans"/>
                <a:cs typeface="DejaVu Sans"/>
              </a:defRPr>
            </a:lvl9pPr>
          </a:lstStyle>
          <a:p xmlns:a="http://schemas.openxmlformats.org/drawingml/2006/main">
            <a:pPr algn="l">
              <a:lnSpc>
                <a:spcPct val="115000"/>
              </a:lnSpc>
              <a:buNone/>
              <a:defRPr sz="1875" b="1">
                <a:solidFill>
                  <a:srgbClr val="007F86"/>
                </a:solidFill>
                <a:latin typeface="DejaVu Sans"/>
                <a:ea typeface="DejaVu Sans"/>
                <a:cs typeface="DejaVu Sans"/>
              </a:defRPr>
            </a:pPr>
            <a:r>
              <a:rPr sz="1875" b="1">
                <a:solidFill>
                  <a:srgbClr val="007F86"/>
                </a:solidFill>
                <a:latin typeface="DejaVu Sans"/>
                <a:ea typeface="DejaVu Sans"/>
                <a:cs typeface="DejaVu Sans"/>
              </a:rPr>
              <a:t>Member row excerpt</a:t>
            </a:r>
          </a:p>
        </p:txBody>
      </p:sp>
      <p:sp>
        <p:nvSpPr>
          <p:cNvPr id="5" name="text-22">
            <a:extLst xmlns:a="http://schemas.openxmlformats.org/drawingml/2006/main">
              <a:ext uri="{FF2B5EF4-FFF2-40B4-BE49-F238E27FC236}">
                <a16:creationId xmlns:a16="http://schemas.microsoft.com/office/drawing/2014/main" id="{884C4069-2B7C-4248-9E83-0172234D33C5}"/>
              </a:ext>
            </a:extLst>
          </p:cNvPr>
          <p:cNvSpPr>
            <a:spLocks xmlns:a="http://schemas.openxmlformats.org/drawingml/2006/main" noGrp="1"/>
          </p:cNvSpPr>
          <p:nvPr/>
        </p:nvSpPr>
        <p:spPr>
          <a:xfrm xmlns:a="http://schemas.openxmlformats.org/drawingml/2006/main">
            <a:off x="6381750" y="2000250"/>
            <a:ext cx="52006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1">
                <a:solidFill>
                  <a:srgbClr val="007F86"/>
                </a:solidFill>
                <a:latin typeface="DejaVu Sans"/>
                <a:ea typeface="DejaVu Sans"/>
                <a:cs typeface="DejaVu Sans"/>
              </a:defRPr>
            </a:defPPr>
            <a:lvl1pPr algn="l">
              <a:buNone/>
              <a:defRPr sz="1875" b="1">
                <a:solidFill>
                  <a:srgbClr val="007F86"/>
                </a:solidFill>
                <a:latin typeface="DejaVu Sans"/>
                <a:ea typeface="DejaVu Sans"/>
                <a:cs typeface="DejaVu Sans"/>
              </a:defRPr>
            </a:lvl1pPr>
            <a:lvl2pPr algn="l">
              <a:buNone/>
              <a:defRPr sz="1875" b="1">
                <a:solidFill>
                  <a:srgbClr val="007F86"/>
                </a:solidFill>
                <a:latin typeface="DejaVu Sans"/>
                <a:ea typeface="DejaVu Sans"/>
                <a:cs typeface="DejaVu Sans"/>
              </a:defRPr>
            </a:lvl2pPr>
            <a:lvl3pPr algn="l">
              <a:buNone/>
              <a:defRPr sz="1875" b="1">
                <a:solidFill>
                  <a:srgbClr val="007F86"/>
                </a:solidFill>
                <a:latin typeface="DejaVu Sans"/>
                <a:ea typeface="DejaVu Sans"/>
                <a:cs typeface="DejaVu Sans"/>
              </a:defRPr>
            </a:lvl3pPr>
            <a:lvl4pPr algn="l">
              <a:buNone/>
              <a:defRPr sz="1875" b="1">
                <a:solidFill>
                  <a:srgbClr val="007F86"/>
                </a:solidFill>
                <a:latin typeface="DejaVu Sans"/>
                <a:ea typeface="DejaVu Sans"/>
                <a:cs typeface="DejaVu Sans"/>
              </a:defRPr>
            </a:lvl4pPr>
            <a:lvl5pPr algn="l">
              <a:buNone/>
              <a:defRPr sz="1875" b="1">
                <a:solidFill>
                  <a:srgbClr val="007F86"/>
                </a:solidFill>
                <a:latin typeface="DejaVu Sans"/>
                <a:ea typeface="DejaVu Sans"/>
                <a:cs typeface="DejaVu Sans"/>
              </a:defRPr>
            </a:lvl5pPr>
            <a:lvl6pPr algn="l">
              <a:buNone/>
              <a:defRPr sz="1875" b="1">
                <a:solidFill>
                  <a:srgbClr val="007F86"/>
                </a:solidFill>
                <a:latin typeface="DejaVu Sans"/>
                <a:ea typeface="DejaVu Sans"/>
                <a:cs typeface="DejaVu Sans"/>
              </a:defRPr>
            </a:lvl6pPr>
            <a:lvl7pPr algn="l">
              <a:buNone/>
              <a:defRPr sz="1875" b="1">
                <a:solidFill>
                  <a:srgbClr val="007F86"/>
                </a:solidFill>
                <a:latin typeface="DejaVu Sans"/>
                <a:ea typeface="DejaVu Sans"/>
                <a:cs typeface="DejaVu Sans"/>
              </a:defRPr>
            </a:lvl7pPr>
            <a:lvl8pPr algn="l">
              <a:buNone/>
              <a:defRPr sz="1875" b="1">
                <a:solidFill>
                  <a:srgbClr val="007F86"/>
                </a:solidFill>
                <a:latin typeface="DejaVu Sans"/>
                <a:ea typeface="DejaVu Sans"/>
                <a:cs typeface="DejaVu Sans"/>
              </a:defRPr>
            </a:lvl8pPr>
            <a:lvl9pPr algn="l">
              <a:buNone/>
              <a:defRPr sz="1875" b="1">
                <a:solidFill>
                  <a:srgbClr val="007F86"/>
                </a:solidFill>
                <a:latin typeface="DejaVu Sans"/>
                <a:ea typeface="DejaVu Sans"/>
                <a:cs typeface="DejaVu Sans"/>
              </a:defRPr>
            </a:lvl9pPr>
          </a:lstStyle>
          <a:p xmlns:a="http://schemas.openxmlformats.org/drawingml/2006/main">
            <a:pPr algn="l">
              <a:lnSpc>
                <a:spcPct val="115000"/>
              </a:lnSpc>
              <a:buNone/>
              <a:defRPr sz="1875" b="1">
                <a:solidFill>
                  <a:srgbClr val="007F86"/>
                </a:solidFill>
                <a:latin typeface="DejaVu Sans"/>
                <a:ea typeface="DejaVu Sans"/>
                <a:cs typeface="DejaVu Sans"/>
              </a:defRPr>
            </a:pPr>
            <a:r>
              <a:rPr sz="1875" b="1">
                <a:solidFill>
                  <a:srgbClr val="007F86"/>
                </a:solidFill>
                <a:latin typeface="DejaVu Sans"/>
                <a:ea typeface="DejaVu Sans"/>
                <a:cs typeface="DejaVu Sans"/>
              </a:rPr>
              <a:t>Single POST array excerpt</a:t>
            </a:r>
          </a:p>
        </p:txBody>
      </p:sp>
      <p:sp>
        <p:nvSpPr>
          <p:cNvPr id="6" name="text-23">
            <a:extLst xmlns:a="http://schemas.openxmlformats.org/drawingml/2006/main">
              <a:ext uri="{FF2B5EF4-FFF2-40B4-BE49-F238E27FC236}">
                <a16:creationId xmlns:a16="http://schemas.microsoft.com/office/drawing/2014/main" id="{DFE1E70F-0C67-46EA-A7AB-347ADF5D8F4D}"/>
              </a:ext>
            </a:extLst>
          </p:cNvPr>
          <p:cNvSpPr>
            <a:spLocks xmlns:a="http://schemas.openxmlformats.org/drawingml/2006/main" noGrp="1"/>
          </p:cNvSpPr>
          <p:nvPr/>
        </p:nvSpPr>
        <p:spPr>
          <a:xfrm xmlns:a="http://schemas.openxmlformats.org/drawingml/2006/main">
            <a:off x="609600" y="2533650"/>
            <a:ext cx="5191125" cy="3352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725" b="0">
                <a:solidFill>
                  <a:srgbClr val="102A43"/>
                </a:solidFill>
                <a:latin typeface="DejaVu Sans Mono"/>
                <a:ea typeface="DejaVu Sans Mono"/>
                <a:cs typeface="DejaVu Sans Mono"/>
              </a:defRPr>
            </a:defPPr>
            <a:lvl1pPr algn="l">
              <a:buNone/>
              <a:defRPr sz="1725" b="0">
                <a:solidFill>
                  <a:srgbClr val="102A43"/>
                </a:solidFill>
                <a:latin typeface="DejaVu Sans Mono"/>
                <a:ea typeface="DejaVu Sans Mono"/>
                <a:cs typeface="DejaVu Sans Mono"/>
              </a:defRPr>
            </a:lvl1pPr>
            <a:lvl2pPr algn="l">
              <a:buNone/>
              <a:defRPr sz="1725" b="0">
                <a:solidFill>
                  <a:srgbClr val="102A43"/>
                </a:solidFill>
                <a:latin typeface="DejaVu Sans Mono"/>
                <a:ea typeface="DejaVu Sans Mono"/>
                <a:cs typeface="DejaVu Sans Mono"/>
              </a:defRPr>
            </a:lvl2pPr>
            <a:lvl3pPr algn="l">
              <a:buNone/>
              <a:defRPr sz="1725" b="0">
                <a:solidFill>
                  <a:srgbClr val="102A43"/>
                </a:solidFill>
                <a:latin typeface="DejaVu Sans Mono"/>
                <a:ea typeface="DejaVu Sans Mono"/>
                <a:cs typeface="DejaVu Sans Mono"/>
              </a:defRPr>
            </a:lvl3pPr>
            <a:lvl4pPr algn="l">
              <a:buNone/>
              <a:defRPr sz="1725" b="0">
                <a:solidFill>
                  <a:srgbClr val="102A43"/>
                </a:solidFill>
                <a:latin typeface="DejaVu Sans Mono"/>
                <a:ea typeface="DejaVu Sans Mono"/>
                <a:cs typeface="DejaVu Sans Mono"/>
              </a:defRPr>
            </a:lvl4pPr>
            <a:lvl5pPr algn="l">
              <a:buNone/>
              <a:defRPr sz="1725" b="0">
                <a:solidFill>
                  <a:srgbClr val="102A43"/>
                </a:solidFill>
                <a:latin typeface="DejaVu Sans Mono"/>
                <a:ea typeface="DejaVu Sans Mono"/>
                <a:cs typeface="DejaVu Sans Mono"/>
              </a:defRPr>
            </a:lvl5pPr>
            <a:lvl6pPr algn="l">
              <a:buNone/>
              <a:defRPr sz="1725" b="0">
                <a:solidFill>
                  <a:srgbClr val="102A43"/>
                </a:solidFill>
                <a:latin typeface="DejaVu Sans Mono"/>
                <a:ea typeface="DejaVu Sans Mono"/>
                <a:cs typeface="DejaVu Sans Mono"/>
              </a:defRPr>
            </a:lvl6pPr>
            <a:lvl7pPr algn="l">
              <a:buNone/>
              <a:defRPr sz="1725" b="0">
                <a:solidFill>
                  <a:srgbClr val="102A43"/>
                </a:solidFill>
                <a:latin typeface="DejaVu Sans Mono"/>
                <a:ea typeface="DejaVu Sans Mono"/>
                <a:cs typeface="DejaVu Sans Mono"/>
              </a:defRPr>
            </a:lvl7pPr>
            <a:lvl8pPr algn="l">
              <a:buNone/>
              <a:defRPr sz="1725" b="0">
                <a:solidFill>
                  <a:srgbClr val="102A43"/>
                </a:solidFill>
                <a:latin typeface="DejaVu Sans Mono"/>
                <a:ea typeface="DejaVu Sans Mono"/>
                <a:cs typeface="DejaVu Sans Mono"/>
              </a:defRPr>
            </a:lvl8pPr>
            <a:lvl9pPr algn="l">
              <a:buNone/>
              <a:defRPr sz="1725" b="0">
                <a:solidFill>
                  <a:srgbClr val="102A43"/>
                </a:solidFill>
                <a:latin typeface="DejaVu Sans Mono"/>
                <a:ea typeface="DejaVu Sans Mono"/>
                <a:cs typeface="DejaVu Sans Mono"/>
              </a:defRPr>
            </a:lvl9pPr>
          </a:lstStyle>
          <a:p xmlns:a="http://schemas.openxmlformats.org/drawingml/2006/main">
            <a:pPr algn="l">
              <a:lnSpc>
                <a:spcPct val="115000"/>
              </a:lnSpc>
              <a:buNone/>
              <a:defRPr sz="1725" b="0">
                <a:solidFill>
                  <a:srgbClr val="102A43"/>
                </a:solidFill>
                <a:latin typeface="DejaVu Sans Mono"/>
                <a:ea typeface="DejaVu Sans Mono"/>
                <a:cs typeface="DejaVu Sans Mono"/>
              </a:defRPr>
            </a:pPr>
            <a:r>
              <a:rPr sz="1725" b="0">
                <a:solidFill>
                  <a:srgbClr val="102A43"/>
                </a:solidFill>
                <a:latin typeface="DejaVu Sans Mono"/>
                <a:ea typeface="DejaVu Sans Mono"/>
                <a:cs typeface="DejaVu Sans Mono"/>
              </a:rPr>
              <a:t>EXTERNAL_CONTRACT_ID,...</a:t>
            </a:r>
          </a:p>
          <a:p xmlns:a="http://schemas.openxmlformats.org/drawingml/2006/main">
            <a:pPr algn="l">
              <a:lnSpc>
                <a:spcPct val="115000"/>
              </a:lnSpc>
              <a:buNone/>
              <a:defRPr sz="1725" b="0">
                <a:solidFill>
                  <a:srgbClr val="102A43"/>
                </a:solidFill>
                <a:latin typeface="DejaVu Sans Mono"/>
                <a:ea typeface="DejaVu Sans Mono"/>
                <a:cs typeface="DejaVu Sans Mono"/>
              </a:defRPr>
            </a:pPr>
            <a:r>
              <a:rPr sz="1725" b="0">
                <a:solidFill>
                  <a:srgbClr val="102A43"/>
                </a:solidFill>
                <a:latin typeface="DejaVu Sans Mono"/>
                <a:ea typeface="DejaVu Sans Mono"/>
                <a:cs typeface="DejaVu Sans Mono"/>
              </a:rPr>
              <a:t>SYN-1001,...</a:t>
            </a:r>
          </a:p>
          <a:p xmlns:a="http://schemas.openxmlformats.org/drawingml/2006/main">
            <a:r>
              <a:t/>
            </a:r>
          </a:p>
          <a:p xmlns:a="http://schemas.openxmlformats.org/drawingml/2006/main">
            <a:pPr algn="l">
              <a:lnSpc>
                <a:spcPct val="115000"/>
              </a:lnSpc>
              <a:buNone/>
              <a:defRPr sz="1725" b="0">
                <a:solidFill>
                  <a:srgbClr val="102A43"/>
                </a:solidFill>
                <a:latin typeface="DejaVu Sans Mono"/>
                <a:ea typeface="DejaVu Sans Mono"/>
                <a:cs typeface="DejaVu Sans Mono"/>
              </a:defRPr>
            </a:pPr>
            <a:r>
              <a:rPr sz="1725" b="0">
                <a:solidFill>
                  <a:srgbClr val="102A43"/>
                </a:solidFill>
                <a:latin typeface="DejaVu Sans Mono"/>
                <a:ea typeface="DejaVu Sans Mono"/>
                <a:cs typeface="DejaVu Sans Mono"/>
              </a:rPr>
              <a:t>PROVIDER_CLINICAL_CONSENT_</a:t>
            </a:r>
          </a:p>
          <a:p xmlns:a="http://schemas.openxmlformats.org/drawingml/2006/main">
            <a:pPr algn="l">
              <a:lnSpc>
                <a:spcPct val="115000"/>
              </a:lnSpc>
              <a:buNone/>
              <a:defRPr sz="1725" b="0">
                <a:solidFill>
                  <a:srgbClr val="102A43"/>
                </a:solidFill>
                <a:latin typeface="DejaVu Sans Mono"/>
                <a:ea typeface="DejaVu Sans Mono"/>
                <a:cs typeface="DejaVu Sans Mono"/>
              </a:defRPr>
            </a:pPr>
            <a:r>
              <a:rPr sz="1725" b="0">
                <a:solidFill>
                  <a:srgbClr val="102A43"/>
                </a:solidFill>
                <a:latin typeface="DejaVu Sans Mono"/>
                <a:ea typeface="DejaVu Sans Mono"/>
                <a:cs typeface="DejaVu Sans Mono"/>
              </a:rPr>
              <a:t>PREFERENCE = RVOKE</a:t>
            </a:r>
          </a:p>
          <a:p xmlns:a="http://schemas.openxmlformats.org/drawingml/2006/main">
            <a:r>
              <a:t/>
            </a:r>
          </a:p>
          <a:p xmlns:a="http://schemas.openxmlformats.org/drawingml/2006/main">
            <a:pPr algn="l">
              <a:lnSpc>
                <a:spcPct val="115000"/>
              </a:lnSpc>
              <a:buNone/>
              <a:defRPr sz="1725" b="0">
                <a:solidFill>
                  <a:srgbClr val="102A43"/>
                </a:solidFill>
                <a:latin typeface="DejaVu Sans Mono"/>
                <a:ea typeface="DejaVu Sans Mono"/>
                <a:cs typeface="DejaVu Sans Mono"/>
              </a:defRPr>
            </a:pPr>
            <a:r>
              <a:rPr sz="1725" b="0">
                <a:solidFill>
                  <a:srgbClr val="102A43"/>
                </a:solidFill>
                <a:latin typeface="DejaVu Sans Mono"/>
                <a:ea typeface="DejaVu Sans Mono"/>
                <a:cs typeface="DejaVu Sans Mono"/>
              </a:rPr>
              <a:t>PAYER_CONSENT_</a:t>
            </a:r>
          </a:p>
          <a:p xmlns:a="http://schemas.openxmlformats.org/drawingml/2006/main">
            <a:pPr algn="l">
              <a:lnSpc>
                <a:spcPct val="115000"/>
              </a:lnSpc>
              <a:buNone/>
              <a:defRPr sz="1725" b="0">
                <a:solidFill>
                  <a:srgbClr val="102A43"/>
                </a:solidFill>
                <a:latin typeface="DejaVu Sans Mono"/>
                <a:ea typeface="DejaVu Sans Mono"/>
                <a:cs typeface="DejaVu Sans Mono"/>
              </a:defRPr>
            </a:pPr>
            <a:r>
              <a:rPr sz="1725" b="0">
                <a:solidFill>
                  <a:srgbClr val="102A43"/>
                </a:solidFill>
                <a:latin typeface="DejaVu Sans Mono"/>
                <a:ea typeface="DejaVu Sans Mono"/>
                <a:cs typeface="DejaVu Sans Mono"/>
              </a:rPr>
              <a:t>PREFERENCE = GRANT</a:t>
            </a:r>
          </a:p>
        </p:txBody>
      </p:sp>
      <p:sp>
        <p:nvSpPr>
          <p:cNvPr id="7" name="text-24">
            <a:extLst xmlns:a="http://schemas.openxmlformats.org/drawingml/2006/main">
              <a:ext uri="{FF2B5EF4-FFF2-40B4-BE49-F238E27FC236}">
                <a16:creationId xmlns:a16="http://schemas.microsoft.com/office/drawing/2014/main" id="{E8471B5A-3F29-44D9-956E-36DF1DC77FF2}"/>
              </a:ext>
            </a:extLst>
          </p:cNvPr>
          <p:cNvSpPr>
            <a:spLocks xmlns:a="http://schemas.openxmlformats.org/drawingml/2006/main" noGrp="1"/>
          </p:cNvSpPr>
          <p:nvPr/>
        </p:nvSpPr>
        <p:spPr>
          <a:xfrm xmlns:a="http://schemas.openxmlformats.org/drawingml/2006/main">
            <a:off x="6381750" y="2533650"/>
            <a:ext cx="5200650" cy="3352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725" b="0">
                <a:solidFill>
                  <a:srgbClr val="102A43"/>
                </a:solidFill>
                <a:latin typeface="DejaVu Sans Mono"/>
                <a:ea typeface="DejaVu Sans Mono"/>
                <a:cs typeface="DejaVu Sans Mono"/>
              </a:defRPr>
            </a:defPPr>
            <a:lvl1pPr algn="l">
              <a:buNone/>
              <a:defRPr sz="1725" b="0">
                <a:solidFill>
                  <a:srgbClr val="102A43"/>
                </a:solidFill>
                <a:latin typeface="DejaVu Sans Mono"/>
                <a:ea typeface="DejaVu Sans Mono"/>
                <a:cs typeface="DejaVu Sans Mono"/>
              </a:defRPr>
            </a:lvl1pPr>
            <a:lvl2pPr algn="l">
              <a:buNone/>
              <a:defRPr sz="1725" b="0">
                <a:solidFill>
                  <a:srgbClr val="102A43"/>
                </a:solidFill>
                <a:latin typeface="DejaVu Sans Mono"/>
                <a:ea typeface="DejaVu Sans Mono"/>
                <a:cs typeface="DejaVu Sans Mono"/>
              </a:defRPr>
            </a:lvl2pPr>
            <a:lvl3pPr algn="l">
              <a:buNone/>
              <a:defRPr sz="1725" b="0">
                <a:solidFill>
                  <a:srgbClr val="102A43"/>
                </a:solidFill>
                <a:latin typeface="DejaVu Sans Mono"/>
                <a:ea typeface="DejaVu Sans Mono"/>
                <a:cs typeface="DejaVu Sans Mono"/>
              </a:defRPr>
            </a:lvl3pPr>
            <a:lvl4pPr algn="l">
              <a:buNone/>
              <a:defRPr sz="1725" b="0">
                <a:solidFill>
                  <a:srgbClr val="102A43"/>
                </a:solidFill>
                <a:latin typeface="DejaVu Sans Mono"/>
                <a:ea typeface="DejaVu Sans Mono"/>
                <a:cs typeface="DejaVu Sans Mono"/>
              </a:defRPr>
            </a:lvl4pPr>
            <a:lvl5pPr algn="l">
              <a:buNone/>
              <a:defRPr sz="1725" b="0">
                <a:solidFill>
                  <a:srgbClr val="102A43"/>
                </a:solidFill>
                <a:latin typeface="DejaVu Sans Mono"/>
                <a:ea typeface="DejaVu Sans Mono"/>
                <a:cs typeface="DejaVu Sans Mono"/>
              </a:defRPr>
            </a:lvl5pPr>
            <a:lvl6pPr algn="l">
              <a:buNone/>
              <a:defRPr sz="1725" b="0">
                <a:solidFill>
                  <a:srgbClr val="102A43"/>
                </a:solidFill>
                <a:latin typeface="DejaVu Sans Mono"/>
                <a:ea typeface="DejaVu Sans Mono"/>
                <a:cs typeface="DejaVu Sans Mono"/>
              </a:defRPr>
            </a:lvl6pPr>
            <a:lvl7pPr algn="l">
              <a:buNone/>
              <a:defRPr sz="1725" b="0">
                <a:solidFill>
                  <a:srgbClr val="102A43"/>
                </a:solidFill>
                <a:latin typeface="DejaVu Sans Mono"/>
                <a:ea typeface="DejaVu Sans Mono"/>
                <a:cs typeface="DejaVu Sans Mono"/>
              </a:defRPr>
            </a:lvl7pPr>
            <a:lvl8pPr algn="l">
              <a:buNone/>
              <a:defRPr sz="1725" b="0">
                <a:solidFill>
                  <a:srgbClr val="102A43"/>
                </a:solidFill>
                <a:latin typeface="DejaVu Sans Mono"/>
                <a:ea typeface="DejaVu Sans Mono"/>
                <a:cs typeface="DejaVu Sans Mono"/>
              </a:defRPr>
            </a:lvl8pPr>
            <a:lvl9pPr algn="l">
              <a:buNone/>
              <a:defRPr sz="1725" b="0">
                <a:solidFill>
                  <a:srgbClr val="102A43"/>
                </a:solidFill>
                <a:latin typeface="DejaVu Sans Mono"/>
                <a:ea typeface="DejaVu Sans Mono"/>
                <a:cs typeface="DejaVu Sans Mono"/>
              </a:defRPr>
            </a:lvl9pPr>
          </a:lstStyle>
          <a:p xmlns:a="http://schemas.openxmlformats.org/drawingml/2006/main">
            <a:pPr algn="l">
              <a:lnSpc>
                <a:spcPct val="115000"/>
              </a:lnSpc>
              <a:buNone/>
              <a:defRPr sz="1725" b="0">
                <a:solidFill>
                  <a:srgbClr val="102A43"/>
                </a:solidFill>
                <a:latin typeface="DejaVu Sans Mono"/>
                <a:ea typeface="DejaVu Sans Mono"/>
                <a:cs typeface="DejaVu Sans Mono"/>
              </a:defRPr>
            </a:pPr>
            <a:r>
              <a:rPr sz="1725" b="0">
                <a:solidFill>
                  <a:srgbClr val="102A43"/>
                </a:solidFill>
                <a:latin typeface="DejaVu Sans Mono"/>
                <a:ea typeface="DejaVu Sans Mono"/>
                <a:cs typeface="DejaVu Sans Mono"/>
              </a:rPr>
              <a:t>[</a:t>
            </a:r>
          </a:p>
          <a:p xmlns:a="http://schemas.openxmlformats.org/drawingml/2006/main">
            <a:pPr algn="l">
              <a:lnSpc>
                <a:spcPct val="115000"/>
              </a:lnSpc>
              <a:buNone/>
              <a:defRPr sz="1725" b="0">
                <a:solidFill>
                  <a:srgbClr val="102A43"/>
                </a:solidFill>
                <a:latin typeface="DejaVu Sans Mono"/>
                <a:ea typeface="DejaVu Sans Mono"/>
                <a:cs typeface="DejaVu Sans Mono"/>
              </a:defRPr>
            </a:pPr>
            <a:r>
              <a:rPr sz="1725" b="0">
                <a:solidFill>
                  <a:srgbClr val="102A43"/>
                </a:solidFill>
                <a:latin typeface="DejaVu Sans Mono"/>
                <a:ea typeface="DejaVu Sans Mono"/>
                <a:cs typeface="DejaVu Sans Mono"/>
              </a:rPr>
              <a:t>  { "consentTarget": "PCDS",</a:t>
            </a:r>
          </a:p>
          <a:p xmlns:a="http://schemas.openxmlformats.org/drawingml/2006/main">
            <a:pPr algn="l">
              <a:lnSpc>
                <a:spcPct val="115000"/>
              </a:lnSpc>
              <a:buNone/>
              <a:defRPr sz="1725" b="0">
                <a:solidFill>
                  <a:srgbClr val="102A43"/>
                </a:solidFill>
                <a:latin typeface="DejaVu Sans Mono"/>
                <a:ea typeface="DejaVu Sans Mono"/>
                <a:cs typeface="DejaVu Sans Mono"/>
              </a:defRPr>
            </a:pPr>
            <a:r>
              <a:rPr sz="1725" b="0">
                <a:solidFill>
                  <a:srgbClr val="102A43"/>
                </a:solidFill>
                <a:latin typeface="DejaVu Sans Mono"/>
                <a:ea typeface="DejaVu Sans Mono"/>
                <a:cs typeface="DejaVu Sans Mono"/>
              </a:rPr>
              <a:t>    "consentStatus": "RVOKE", ... },</a:t>
            </a:r>
          </a:p>
          <a:p xmlns:a="http://schemas.openxmlformats.org/drawingml/2006/main">
            <a:pPr algn="l">
              <a:lnSpc>
                <a:spcPct val="115000"/>
              </a:lnSpc>
              <a:buNone/>
              <a:defRPr sz="1725" b="0">
                <a:solidFill>
                  <a:srgbClr val="102A43"/>
                </a:solidFill>
                <a:latin typeface="DejaVu Sans Mono"/>
                <a:ea typeface="DejaVu Sans Mono"/>
                <a:cs typeface="DejaVu Sans Mono"/>
              </a:defRPr>
            </a:pPr>
            <a:r>
              <a:rPr sz="1725" b="0">
                <a:solidFill>
                  <a:srgbClr val="102A43"/>
                </a:solidFill>
                <a:latin typeface="DejaVu Sans Mono"/>
                <a:ea typeface="DejaVu Sans Mono"/>
                <a:cs typeface="DejaVu Sans Mono"/>
              </a:rPr>
              <a:t>  { "consentTarget": "P2PDS",</a:t>
            </a:r>
          </a:p>
          <a:p xmlns:a="http://schemas.openxmlformats.org/drawingml/2006/main">
            <a:pPr algn="l">
              <a:lnSpc>
                <a:spcPct val="115000"/>
              </a:lnSpc>
              <a:buNone/>
              <a:defRPr sz="1725" b="0">
                <a:solidFill>
                  <a:srgbClr val="102A43"/>
                </a:solidFill>
                <a:latin typeface="DejaVu Sans Mono"/>
                <a:ea typeface="DejaVu Sans Mono"/>
                <a:cs typeface="DejaVu Sans Mono"/>
              </a:defRPr>
            </a:pPr>
            <a:r>
              <a:rPr sz="1725" b="0">
                <a:solidFill>
                  <a:srgbClr val="102A43"/>
                </a:solidFill>
                <a:latin typeface="DejaVu Sans Mono"/>
                <a:ea typeface="DejaVu Sans Mono"/>
                <a:cs typeface="DejaVu Sans Mono"/>
              </a:rPr>
              <a:t>    "consentStatus": "GRANT",</a:t>
            </a:r>
          </a:p>
          <a:p xmlns:a="http://schemas.openxmlformats.org/drawingml/2006/main">
            <a:pPr algn="l">
              <a:lnSpc>
                <a:spcPct val="115000"/>
              </a:lnSpc>
              <a:buNone/>
              <a:defRPr sz="1725" b="0">
                <a:solidFill>
                  <a:srgbClr val="102A43"/>
                </a:solidFill>
                <a:latin typeface="DejaVu Sans Mono"/>
                <a:ea typeface="DejaVu Sans Mono"/>
                <a:cs typeface="DejaVu Sans Mono"/>
              </a:defRPr>
            </a:pPr>
            <a:r>
              <a:rPr sz="1725" b="0">
                <a:solidFill>
                  <a:srgbClr val="102A43"/>
                </a:solidFill>
                <a:latin typeface="DejaVu Sans Mono"/>
                <a:ea typeface="DejaVu Sans Mono"/>
                <a:cs typeface="DejaVu Sans Mono"/>
              </a:rPr>
              <a:t>    "coverage": { ... }, ... }</a:t>
            </a:r>
          </a:p>
          <a:p xmlns:a="http://schemas.openxmlformats.org/drawingml/2006/main">
            <a:pPr algn="l">
              <a:lnSpc>
                <a:spcPct val="115000"/>
              </a:lnSpc>
              <a:buNone/>
              <a:defRPr sz="1725" b="0">
                <a:solidFill>
                  <a:srgbClr val="102A43"/>
                </a:solidFill>
                <a:latin typeface="DejaVu Sans Mono"/>
                <a:ea typeface="DejaVu Sans Mono"/>
                <a:cs typeface="DejaVu Sans Mono"/>
              </a:defRPr>
            </a:pPr>
            <a:r>
              <a:rPr sz="1725" b="0">
                <a:solidFill>
                  <a:srgbClr val="102A43"/>
                </a:solidFill>
                <a:latin typeface="DejaVu Sans Mono"/>
                <a:ea typeface="DejaVu Sans Mono"/>
                <a:cs typeface="DejaVu Sans Mono"/>
              </a:rPr>
              <a:t>]</a:t>
            </a:r>
          </a:p>
        </p:txBody>
      </p:sp>
      <p:sp>
        <p:nvSpPr>
          <p:cNvPr id="8" name="text-25">
            <a:extLst xmlns:a="http://schemas.openxmlformats.org/drawingml/2006/main">
              <a:ext uri="{FF2B5EF4-FFF2-40B4-BE49-F238E27FC236}">
                <a16:creationId xmlns:a16="http://schemas.microsoft.com/office/drawing/2014/main" id="{709801CF-69A4-4774-9A75-89F4406991F7}"/>
              </a:ext>
            </a:extLst>
          </p:cNvPr>
          <p:cNvSpPr>
            <a:spLocks xmlns:a="http://schemas.openxmlformats.org/drawingml/2006/main" noGrp="1"/>
          </p:cNvSpPr>
          <p:nvPr/>
        </p:nvSpPr>
        <p:spPr>
          <a:xfrm xmlns:a="http://schemas.openxmlformats.org/drawingml/2006/main">
            <a:off x="609600" y="5981700"/>
            <a:ext cx="1085850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50" b="0">
                <a:solidFill>
                  <a:srgbClr val="526778"/>
                </a:solidFill>
                <a:latin typeface="DejaVu Sans"/>
                <a:ea typeface="DejaVu Sans"/>
                <a:cs typeface="DejaVu Sans"/>
              </a:defRPr>
            </a:defPPr>
            <a:lvl1pPr algn="l">
              <a:buNone/>
              <a:defRPr sz="1650" b="0">
                <a:solidFill>
                  <a:srgbClr val="526778"/>
                </a:solidFill>
                <a:latin typeface="DejaVu Sans"/>
                <a:ea typeface="DejaVu Sans"/>
                <a:cs typeface="DejaVu Sans"/>
              </a:defRPr>
            </a:lvl1pPr>
            <a:lvl2pPr algn="l">
              <a:buNone/>
              <a:defRPr sz="1650" b="0">
                <a:solidFill>
                  <a:srgbClr val="526778"/>
                </a:solidFill>
                <a:latin typeface="DejaVu Sans"/>
                <a:ea typeface="DejaVu Sans"/>
                <a:cs typeface="DejaVu Sans"/>
              </a:defRPr>
            </a:lvl2pPr>
            <a:lvl3pPr algn="l">
              <a:buNone/>
              <a:defRPr sz="1650" b="0">
                <a:solidFill>
                  <a:srgbClr val="526778"/>
                </a:solidFill>
                <a:latin typeface="DejaVu Sans"/>
                <a:ea typeface="DejaVu Sans"/>
                <a:cs typeface="DejaVu Sans"/>
              </a:defRPr>
            </a:lvl3pPr>
            <a:lvl4pPr algn="l">
              <a:buNone/>
              <a:defRPr sz="1650" b="0">
                <a:solidFill>
                  <a:srgbClr val="526778"/>
                </a:solidFill>
                <a:latin typeface="DejaVu Sans"/>
                <a:ea typeface="DejaVu Sans"/>
                <a:cs typeface="DejaVu Sans"/>
              </a:defRPr>
            </a:lvl4pPr>
            <a:lvl5pPr algn="l">
              <a:buNone/>
              <a:defRPr sz="1650" b="0">
                <a:solidFill>
                  <a:srgbClr val="526778"/>
                </a:solidFill>
                <a:latin typeface="DejaVu Sans"/>
                <a:ea typeface="DejaVu Sans"/>
                <a:cs typeface="DejaVu Sans"/>
              </a:defRPr>
            </a:lvl5pPr>
            <a:lvl6pPr algn="l">
              <a:buNone/>
              <a:defRPr sz="1650" b="0">
                <a:solidFill>
                  <a:srgbClr val="526778"/>
                </a:solidFill>
                <a:latin typeface="DejaVu Sans"/>
                <a:ea typeface="DejaVu Sans"/>
                <a:cs typeface="DejaVu Sans"/>
              </a:defRPr>
            </a:lvl6pPr>
            <a:lvl7pPr algn="l">
              <a:buNone/>
              <a:defRPr sz="1650" b="0">
                <a:solidFill>
                  <a:srgbClr val="526778"/>
                </a:solidFill>
                <a:latin typeface="DejaVu Sans"/>
                <a:ea typeface="DejaVu Sans"/>
                <a:cs typeface="DejaVu Sans"/>
              </a:defRPr>
            </a:lvl7pPr>
            <a:lvl8pPr algn="l">
              <a:buNone/>
              <a:defRPr sz="1650" b="0">
                <a:solidFill>
                  <a:srgbClr val="526778"/>
                </a:solidFill>
                <a:latin typeface="DejaVu Sans"/>
                <a:ea typeface="DejaVu Sans"/>
                <a:cs typeface="DejaVu Sans"/>
              </a:defRPr>
            </a:lvl8pPr>
            <a:lvl9pPr algn="l">
              <a:buNone/>
              <a:defRPr sz="1650" b="0">
                <a:solidFill>
                  <a:srgbClr val="526778"/>
                </a:solidFill>
                <a:latin typeface="DejaVu Sans"/>
                <a:ea typeface="DejaVu Sans"/>
                <a:cs typeface="DejaVu Sans"/>
              </a:defRPr>
            </a:lvl9pPr>
          </a:lstStyle>
          <a:p xmlns:a="http://schemas.openxmlformats.org/drawingml/2006/main">
            <a:pPr algn="l">
              <a:lnSpc>
                <a:spcPct val="115000"/>
              </a:lnSpc>
              <a:buNone/>
              <a:defRPr sz="1650" b="0">
                <a:solidFill>
                  <a:srgbClr val="526778"/>
                </a:solidFill>
                <a:latin typeface="DejaVu Sans"/>
                <a:ea typeface="DejaVu Sans"/>
                <a:cs typeface="DejaVu Sans"/>
              </a:defRPr>
            </a:pPr>
            <a:r>
              <a:rPr sz="1650" b="0">
                <a:solidFill>
                  <a:srgbClr val="526778"/>
                </a:solidFill>
                <a:latin typeface="DejaVu Sans"/>
                <a:ea typeface="DejaVu Sans"/>
                <a:cs typeface="DejaVu Sans"/>
              </a:rPr>
              <a:t>Shape excerpt. The complete valid body is in expected-combined-request.json.</a:t>
            </a:r>
          </a:p>
        </p:txBody>
      </p:sp>
    </p:spTree>
    <p:extLst>
      <p:ext uri="{BB962C8B-B14F-4D97-AF65-F5344CB8AC3E}">
        <p14:creationId xmlns:p14="http://schemas.microsoft.com/office/powerpoint/2010/main" val="686181145"/>
      </p:ext>
    </p:extLst>
  </p:cSld>
</p:sld>
</file>

<file path=ppt/slides/slide9.xml><?xml version="1.0" encoding="utf-8"?>
<p:sld xmlns:p="http://schemas.openxmlformats.org/presentationml/2006/main">
  <p:cSld>
    <p:bg>
      <p:bgPr>
        <a:solidFill xmlns:a="http://schemas.openxmlformats.org/drawingml/2006/main">
          <a:srgbClr val="F6F8FA"/>
        </a:solidFill>
      </p:bgPr>
    </p:bg>
    <p:spTree>
      <p:nvGrpSpPr>
        <p:cNvPr id="1" name=""/>
        <p:cNvGrpSpPr/>
        <p:nvPr/>
      </p:nvGrpSpPr>
      <p:grpSpPr>
        <a:xfrm xmlns:a="http://schemas.openxmlformats.org/drawingml/2006/main"/>
      </p:grpSpPr>
      <p:sp>
        <p:nvSpPr>
          <p:cNvPr id="5" name="slide-title">
            <a:extLst xmlns:a="http://schemas.openxmlformats.org/drawingml/2006/main">
              <a:ext uri="{FF2B5EF4-FFF2-40B4-BE49-F238E27FC236}">
                <a16:creationId xmlns:a16="http://schemas.microsoft.com/office/drawing/2014/main" id="{A6084C9E-82BB-42EE-BF04-D3A7BDF9A9E6}"/>
              </a:ext>
            </a:extLst>
          </p:cNvPr>
          <p:cNvSpPr>
            <a:spLocks xmlns:a="http://schemas.openxmlformats.org/drawingml/2006/main" noGrp="1"/>
          </p:cNvSpPr>
          <p:nvPr/>
        </p:nvSpPr>
        <p:spPr>
          <a:xfrm xmlns:a="http://schemas.openxmlformats.org/drawingml/2006/main">
            <a:off x="609600" y="438150"/>
            <a:ext cx="109728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300" b="1">
                <a:solidFill>
                  <a:srgbClr val="102A43"/>
                </a:solidFill>
                <a:latin typeface="DejaVu Sans"/>
                <a:ea typeface="DejaVu Sans"/>
                <a:cs typeface="DejaVu Sans"/>
              </a:defRPr>
            </a:defPPr>
            <a:lvl1pPr algn="l">
              <a:buNone/>
              <a:defRPr sz="3300" b="1">
                <a:solidFill>
                  <a:srgbClr val="102A43"/>
                </a:solidFill>
                <a:latin typeface="DejaVu Sans"/>
                <a:ea typeface="DejaVu Sans"/>
                <a:cs typeface="DejaVu Sans"/>
              </a:defRPr>
            </a:lvl1pPr>
            <a:lvl2pPr algn="l">
              <a:buNone/>
              <a:defRPr sz="3300" b="1">
                <a:solidFill>
                  <a:srgbClr val="102A43"/>
                </a:solidFill>
                <a:latin typeface="DejaVu Sans"/>
                <a:ea typeface="DejaVu Sans"/>
                <a:cs typeface="DejaVu Sans"/>
              </a:defRPr>
            </a:lvl2pPr>
            <a:lvl3pPr algn="l">
              <a:buNone/>
              <a:defRPr sz="3300" b="1">
                <a:solidFill>
                  <a:srgbClr val="102A43"/>
                </a:solidFill>
                <a:latin typeface="DejaVu Sans"/>
                <a:ea typeface="DejaVu Sans"/>
                <a:cs typeface="DejaVu Sans"/>
              </a:defRPr>
            </a:lvl3pPr>
            <a:lvl4pPr algn="l">
              <a:buNone/>
              <a:defRPr sz="3300" b="1">
                <a:solidFill>
                  <a:srgbClr val="102A43"/>
                </a:solidFill>
                <a:latin typeface="DejaVu Sans"/>
                <a:ea typeface="DejaVu Sans"/>
                <a:cs typeface="DejaVu Sans"/>
              </a:defRPr>
            </a:lvl4pPr>
            <a:lvl5pPr algn="l">
              <a:buNone/>
              <a:defRPr sz="3300" b="1">
                <a:solidFill>
                  <a:srgbClr val="102A43"/>
                </a:solidFill>
                <a:latin typeface="DejaVu Sans"/>
                <a:ea typeface="DejaVu Sans"/>
                <a:cs typeface="DejaVu Sans"/>
              </a:defRPr>
            </a:lvl5pPr>
            <a:lvl6pPr algn="l">
              <a:buNone/>
              <a:defRPr sz="3300" b="1">
                <a:solidFill>
                  <a:srgbClr val="102A43"/>
                </a:solidFill>
                <a:latin typeface="DejaVu Sans"/>
                <a:ea typeface="DejaVu Sans"/>
                <a:cs typeface="DejaVu Sans"/>
              </a:defRPr>
            </a:lvl6pPr>
            <a:lvl7pPr algn="l">
              <a:buNone/>
              <a:defRPr sz="3300" b="1">
                <a:solidFill>
                  <a:srgbClr val="102A43"/>
                </a:solidFill>
                <a:latin typeface="DejaVu Sans"/>
                <a:ea typeface="DejaVu Sans"/>
                <a:cs typeface="DejaVu Sans"/>
              </a:defRPr>
            </a:lvl7pPr>
            <a:lvl8pPr algn="l">
              <a:buNone/>
              <a:defRPr sz="3300" b="1">
                <a:solidFill>
                  <a:srgbClr val="102A43"/>
                </a:solidFill>
                <a:latin typeface="DejaVu Sans"/>
                <a:ea typeface="DejaVu Sans"/>
                <a:cs typeface="DejaVu Sans"/>
              </a:defRPr>
            </a:lvl8pPr>
            <a:lvl9pPr algn="l">
              <a:buNone/>
              <a:defRPr sz="3300" b="1">
                <a:solidFill>
                  <a:srgbClr val="102A43"/>
                </a:solidFill>
                <a:latin typeface="DejaVu Sans"/>
                <a:ea typeface="DejaVu Sans"/>
                <a:cs typeface="DejaVu Sans"/>
              </a:defRPr>
            </a:lvl9pPr>
          </a:lstStyle>
          <a:p xmlns:a="http://schemas.openxmlformats.org/drawingml/2006/main">
            <a:pPr algn="l">
              <a:lnSpc>
                <a:spcPct val="115000"/>
              </a:lnSpc>
              <a:buNone/>
              <a:defRPr sz="3300" b="1">
                <a:solidFill>
                  <a:srgbClr val="102A43"/>
                </a:solidFill>
                <a:latin typeface="DejaVu Sans"/>
                <a:ea typeface="DejaVu Sans"/>
                <a:cs typeface="DejaVu Sans"/>
              </a:defRPr>
            </a:pPr>
            <a:r>
              <a:rPr sz="3300" b="1">
                <a:solidFill>
                  <a:srgbClr val="102A43"/>
                </a:solidFill>
                <a:latin typeface="DejaVu Sans"/>
                <a:ea typeface="DejaVu Sans"/>
                <a:cs typeface="DejaVu Sans"/>
              </a:rPr>
              <a:t>Member enrichment boundary</a:t>
            </a:r>
          </a:p>
        </p:txBody>
      </p:sp>
      <p:sp>
        <p:nvSpPr>
          <p:cNvPr id="2" name="text-26">
            <a:extLst xmlns:a="http://schemas.openxmlformats.org/drawingml/2006/main">
              <a:ext uri="{FF2B5EF4-FFF2-40B4-BE49-F238E27FC236}">
                <a16:creationId xmlns:a16="http://schemas.microsoft.com/office/drawing/2014/main" id="{5F916586-631E-4EEC-A28F-9F75D61986D9}"/>
              </a:ext>
            </a:extLst>
          </p:cNvPr>
          <p:cNvSpPr>
            <a:spLocks xmlns:a="http://schemas.openxmlformats.org/drawingml/2006/main" noGrp="1"/>
          </p:cNvSpPr>
          <p:nvPr/>
        </p:nvSpPr>
        <p:spPr>
          <a:xfrm xmlns:a="http://schemas.openxmlformats.org/drawingml/2006/main">
            <a:off x="609600" y="1371600"/>
            <a:ext cx="109728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526778"/>
                </a:solidFill>
                <a:latin typeface="DejaVu Sans"/>
                <a:ea typeface="DejaVu Sans"/>
                <a:cs typeface="DejaVu Sans"/>
              </a:defRPr>
            </a:defPPr>
            <a:lvl1pPr algn="l">
              <a:buNone/>
              <a:defRPr sz="1875" b="0">
                <a:solidFill>
                  <a:srgbClr val="526778"/>
                </a:solidFill>
                <a:latin typeface="DejaVu Sans"/>
                <a:ea typeface="DejaVu Sans"/>
                <a:cs typeface="DejaVu Sans"/>
              </a:defRPr>
            </a:lvl1pPr>
            <a:lvl2pPr algn="l">
              <a:buNone/>
              <a:defRPr sz="1875" b="0">
                <a:solidFill>
                  <a:srgbClr val="526778"/>
                </a:solidFill>
                <a:latin typeface="DejaVu Sans"/>
                <a:ea typeface="DejaVu Sans"/>
                <a:cs typeface="DejaVu Sans"/>
              </a:defRPr>
            </a:lvl2pPr>
            <a:lvl3pPr algn="l">
              <a:buNone/>
              <a:defRPr sz="1875" b="0">
                <a:solidFill>
                  <a:srgbClr val="526778"/>
                </a:solidFill>
                <a:latin typeface="DejaVu Sans"/>
                <a:ea typeface="DejaVu Sans"/>
                <a:cs typeface="DejaVu Sans"/>
              </a:defRPr>
            </a:lvl3pPr>
            <a:lvl4pPr algn="l">
              <a:buNone/>
              <a:defRPr sz="1875" b="0">
                <a:solidFill>
                  <a:srgbClr val="526778"/>
                </a:solidFill>
                <a:latin typeface="DejaVu Sans"/>
                <a:ea typeface="DejaVu Sans"/>
                <a:cs typeface="DejaVu Sans"/>
              </a:defRPr>
            </a:lvl4pPr>
            <a:lvl5pPr algn="l">
              <a:buNone/>
              <a:defRPr sz="1875" b="0">
                <a:solidFill>
                  <a:srgbClr val="526778"/>
                </a:solidFill>
                <a:latin typeface="DejaVu Sans"/>
                <a:ea typeface="DejaVu Sans"/>
                <a:cs typeface="DejaVu Sans"/>
              </a:defRPr>
            </a:lvl5pPr>
            <a:lvl6pPr algn="l">
              <a:buNone/>
              <a:defRPr sz="1875" b="0">
                <a:solidFill>
                  <a:srgbClr val="526778"/>
                </a:solidFill>
                <a:latin typeface="DejaVu Sans"/>
                <a:ea typeface="DejaVu Sans"/>
                <a:cs typeface="DejaVu Sans"/>
              </a:defRPr>
            </a:lvl6pPr>
            <a:lvl7pPr algn="l">
              <a:buNone/>
              <a:defRPr sz="1875" b="0">
                <a:solidFill>
                  <a:srgbClr val="526778"/>
                </a:solidFill>
                <a:latin typeface="DejaVu Sans"/>
                <a:ea typeface="DejaVu Sans"/>
                <a:cs typeface="DejaVu Sans"/>
              </a:defRPr>
            </a:lvl7pPr>
            <a:lvl8pPr algn="l">
              <a:buNone/>
              <a:defRPr sz="1875" b="0">
                <a:solidFill>
                  <a:srgbClr val="526778"/>
                </a:solidFill>
                <a:latin typeface="DejaVu Sans"/>
                <a:ea typeface="DejaVu Sans"/>
                <a:cs typeface="DejaVu Sans"/>
              </a:defRPr>
            </a:lvl8pPr>
            <a:lvl9pPr algn="l">
              <a:buNone/>
              <a:defRPr sz="1875" b="0">
                <a:solidFill>
                  <a:srgbClr val="526778"/>
                </a:solidFill>
                <a:latin typeface="DejaVu Sans"/>
                <a:ea typeface="DejaVu Sans"/>
                <a:cs typeface="DejaVu Sans"/>
              </a:defRPr>
            </a:lvl9pPr>
          </a:lstStyle>
          <a:p xmlns:a="http://schemas.openxmlformats.org/drawingml/2006/main">
            <a:pPr algn="l">
              <a:lnSpc>
                <a:spcPct val="115000"/>
              </a:lnSpc>
              <a:buNone/>
              <a:defRPr sz="1875" b="0">
                <a:solidFill>
                  <a:srgbClr val="526778"/>
                </a:solidFill>
                <a:latin typeface="DejaVu Sans"/>
                <a:ea typeface="DejaVu Sans"/>
                <a:cs typeface="DejaVu Sans"/>
              </a:defRPr>
            </a:pPr>
            <a:r>
              <a:rPr sz="1875" b="0">
                <a:solidFill>
                  <a:srgbClr val="526778"/>
                </a:solidFill>
                <a:latin typeface="DejaVu Sans"/>
                <a:ea typeface="DejaVu Sans"/>
                <a:cs typeface="DejaVu Sans"/>
              </a:rPr>
              <a:t>MemberResolver isolates company-specific API and database calls.</a:t>
            </a:r>
          </a:p>
        </p:txBody>
      </p:sp>
      <p:sp>
        <p:nvSpPr>
          <p:cNvPr id="3" name="slide-number">
            <a:extLst xmlns:a="http://schemas.openxmlformats.org/drawingml/2006/main">
              <a:ext uri="{FF2B5EF4-FFF2-40B4-BE49-F238E27FC236}">
                <a16:creationId xmlns:a16="http://schemas.microsoft.com/office/drawing/2014/main" id="{89DAAC38-E896-40A8-B943-0E57697EFC42}"/>
              </a:ext>
            </a:extLst>
          </p:cNvPr>
          <p:cNvSpPr>
            <a:spLocks xmlns:a="http://schemas.openxmlformats.org/drawingml/2006/main" noGrp="1"/>
          </p:cNvSpPr>
          <p:nvPr/>
        </p:nvSpPr>
        <p:spPr>
          <a:xfrm xmlns:a="http://schemas.openxmlformats.org/drawingml/2006/main">
            <a:off x="11182350" y="6391275"/>
            <a:ext cx="4000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275" b="0">
                <a:solidFill>
                  <a:srgbClr val="526778"/>
                </a:solidFill>
                <a:latin typeface="DejaVu Sans"/>
                <a:ea typeface="DejaVu Sans"/>
                <a:cs typeface="DejaVu Sans"/>
              </a:defRPr>
            </a:defPPr>
            <a:lvl1pPr algn="r">
              <a:buNone/>
              <a:defRPr sz="1275" b="0">
                <a:solidFill>
                  <a:srgbClr val="526778"/>
                </a:solidFill>
                <a:latin typeface="DejaVu Sans"/>
                <a:ea typeface="DejaVu Sans"/>
                <a:cs typeface="DejaVu Sans"/>
              </a:defRPr>
            </a:lvl1pPr>
            <a:lvl2pPr algn="r">
              <a:buNone/>
              <a:defRPr sz="1275" b="0">
                <a:solidFill>
                  <a:srgbClr val="526778"/>
                </a:solidFill>
                <a:latin typeface="DejaVu Sans"/>
                <a:ea typeface="DejaVu Sans"/>
                <a:cs typeface="DejaVu Sans"/>
              </a:defRPr>
            </a:lvl2pPr>
            <a:lvl3pPr algn="r">
              <a:buNone/>
              <a:defRPr sz="1275" b="0">
                <a:solidFill>
                  <a:srgbClr val="526778"/>
                </a:solidFill>
                <a:latin typeface="DejaVu Sans"/>
                <a:ea typeface="DejaVu Sans"/>
                <a:cs typeface="DejaVu Sans"/>
              </a:defRPr>
            </a:lvl3pPr>
            <a:lvl4pPr algn="r">
              <a:buNone/>
              <a:defRPr sz="1275" b="0">
                <a:solidFill>
                  <a:srgbClr val="526778"/>
                </a:solidFill>
                <a:latin typeface="DejaVu Sans"/>
                <a:ea typeface="DejaVu Sans"/>
                <a:cs typeface="DejaVu Sans"/>
              </a:defRPr>
            </a:lvl4pPr>
            <a:lvl5pPr algn="r">
              <a:buNone/>
              <a:defRPr sz="1275" b="0">
                <a:solidFill>
                  <a:srgbClr val="526778"/>
                </a:solidFill>
                <a:latin typeface="DejaVu Sans"/>
                <a:ea typeface="DejaVu Sans"/>
                <a:cs typeface="DejaVu Sans"/>
              </a:defRPr>
            </a:lvl5pPr>
            <a:lvl6pPr algn="r">
              <a:buNone/>
              <a:defRPr sz="1275" b="0">
                <a:solidFill>
                  <a:srgbClr val="526778"/>
                </a:solidFill>
                <a:latin typeface="DejaVu Sans"/>
                <a:ea typeface="DejaVu Sans"/>
                <a:cs typeface="DejaVu Sans"/>
              </a:defRPr>
            </a:lvl6pPr>
            <a:lvl7pPr algn="r">
              <a:buNone/>
              <a:defRPr sz="1275" b="0">
                <a:solidFill>
                  <a:srgbClr val="526778"/>
                </a:solidFill>
                <a:latin typeface="DejaVu Sans"/>
                <a:ea typeface="DejaVu Sans"/>
                <a:cs typeface="DejaVu Sans"/>
              </a:defRPr>
            </a:lvl7pPr>
            <a:lvl8pPr algn="r">
              <a:buNone/>
              <a:defRPr sz="1275" b="0">
                <a:solidFill>
                  <a:srgbClr val="526778"/>
                </a:solidFill>
                <a:latin typeface="DejaVu Sans"/>
                <a:ea typeface="DejaVu Sans"/>
                <a:cs typeface="DejaVu Sans"/>
              </a:defRPr>
            </a:lvl8pPr>
            <a:lvl9pPr algn="r">
              <a:buNone/>
              <a:defRPr sz="1275" b="0">
                <a:solidFill>
                  <a:srgbClr val="526778"/>
                </a:solidFill>
                <a:latin typeface="DejaVu Sans"/>
                <a:ea typeface="DejaVu Sans"/>
                <a:cs typeface="DejaVu Sans"/>
              </a:defRPr>
            </a:lvl9pPr>
          </a:lstStyle>
          <a:p xmlns:a="http://schemas.openxmlformats.org/drawingml/2006/main">
            <a:pPr algn="r">
              <a:lnSpc>
                <a:spcPct val="115000"/>
              </a:lnSpc>
              <a:buNone/>
              <a:defRPr sz="1275" b="0">
                <a:solidFill>
                  <a:srgbClr val="526778"/>
                </a:solidFill>
                <a:latin typeface="DejaVu Sans"/>
                <a:ea typeface="DejaVu Sans"/>
                <a:cs typeface="DejaVu Sans"/>
              </a:defRPr>
            </a:pPr>
            <a:r>
              <a:rPr sz="1275" b="0">
                <a:solidFill>
                  <a:srgbClr val="526778"/>
                </a:solidFill>
                <a:latin typeface="DejaVu Sans"/>
                <a:ea typeface="DejaVu Sans"/>
                <a:cs typeface="DejaVu Sans"/>
              </a:rPr>
              <a:t>9</a:t>
            </a:r>
          </a:p>
        </p:txBody>
      </p:sp>
      <p:graphicFrame>
        <p:nvGraphicFramePr>
          <p:cNvPr id="4" name="">
            <a:extLst xmlns:a="http://schemas.openxmlformats.org/drawingml/2006/main">
              <a:ext uri="{FF2B5EF4-FFF2-40B4-BE49-F238E27FC236}">
                <a16:creationId xmlns:a16="http://schemas.microsoft.com/office/drawing/2014/main" id="{69124787-0A15-4573-A10D-43C6DA63BD73}"/>
              </a:ext>
            </a:extLst>
          </p:cNvPr>
          <p:cNvGraphicFramePr/>
          <p:nvPr/>
        </p:nvGraphicFramePr>
        <p:xfrm>
          <a:off xmlns:a="http://schemas.openxmlformats.org/drawingml/2006/main" x="609600" y="2000250"/>
          <a:ext xmlns:a="http://schemas.openxmlformats.org/drawingml/2006/main" cx="10972800" cy="4171950"/>
        </p:xfrm>
        <a:graphic xmlns:a="http://schemas.openxmlformats.org/drawingml/2006/main">
          <a:graphicData uri="http://schemas.openxmlformats.org/drawingml/2006/table">
            <a:tbl>
              <a:tblPr/>
              <a:tblGrid>
                <a:gridCol w="3429000"/>
                <a:gridCol w="7543800"/>
              </a:tblGrid>
              <a:tr h="834390">
                <a:tc>
                  <a:txBody>
                    <a:bodyPr wrap="square" lIns="76200" tIns="76200" rIns="76200" bIns="76200">
                      <a:noAutofit/>
                    </a:bodyPr>
                    <a:lstStyle/>
                    <a:p>
                      <a:r>
                        <a:rPr sz="1800" b="1">
                          <a:solidFill>
                            <a:srgbClr val="FFFFFF"/>
                          </a:solidFill>
                          <a:latin typeface="DejaVu Sans"/>
                          <a:ea typeface="DejaVu Sans"/>
                          <a:cs typeface="DejaVu Sans"/>
                        </a:rPr>
                        <a:t>Resolved value</a:t>
                      </a:r>
                    </a:p>
                  </a:txBody>
                  <a:tcPr marL="91440" marR="91440" marT="45720" marB="45720" anchor="ctr">
                    <a:lnL w="7620">
                      <a:solidFill>
                        <a:srgbClr val="DAE3E9"/>
                      </a:solidFill>
                      <a:prstDash val="solid"/>
                    </a:lnL>
                    <a:lnR w="7620">
                      <a:solidFill>
                        <a:srgbClr val="DAE3E9"/>
                      </a:solidFill>
                      <a:prstDash val="solid"/>
                    </a:lnR>
                    <a:lnT w="7620">
                      <a:solidFill>
                        <a:srgbClr val="DAE3E9"/>
                      </a:solidFill>
                      <a:prstDash val="solid"/>
                    </a:lnT>
                    <a:lnB w="7620">
                      <a:solidFill>
                        <a:srgbClr val="DAE3E9"/>
                      </a:solidFill>
                      <a:prstDash val="solid"/>
                    </a:lnB>
                    <a:solidFill>
                      <a:srgbClr val="102A43"/>
                    </a:solidFill>
                  </a:tcPr>
                </a:tc>
                <a:tc>
                  <a:txBody>
                    <a:bodyPr wrap="square" lIns="76200" tIns="76200" rIns="76200" bIns="76200">
                      <a:noAutofit/>
                    </a:bodyPr>
                    <a:lstStyle/>
                    <a:p>
                      <a:r>
                        <a:rPr sz="1800" b="1">
                          <a:solidFill>
                            <a:srgbClr val="FFFFFF"/>
                          </a:solidFill>
                          <a:latin typeface="DejaVu Sans"/>
                          <a:ea typeface="DejaVu Sans"/>
                          <a:cs typeface="DejaVu Sans"/>
                        </a:rPr>
                        <a:t>Rule</a:t>
                      </a:r>
                    </a:p>
                  </a:txBody>
                  <a:tcPr marL="91440" marR="91440" marT="45720" marB="45720" anchor="ctr">
                    <a:lnR w="7620">
                      <a:solidFill>
                        <a:srgbClr val="DAE3E9"/>
                      </a:solidFill>
                      <a:prstDash val="solid"/>
                    </a:lnR>
                    <a:lnT w="7620">
                      <a:solidFill>
                        <a:srgbClr val="DAE3E9"/>
                      </a:solidFill>
                      <a:prstDash val="solid"/>
                    </a:lnT>
                    <a:lnB w="7620">
                      <a:solidFill>
                        <a:srgbClr val="DAE3E9"/>
                      </a:solidFill>
                      <a:prstDash val="solid"/>
                    </a:lnB>
                    <a:solidFill>
                      <a:srgbClr val="102A43"/>
                    </a:solidFill>
                  </a:tcPr>
                </a:tc>
              </a:tr>
              <a:tr h="834390">
                <a:tc>
                  <a:txBody>
                    <a:bodyPr wrap="square" lIns="76200" tIns="76200" rIns="76200" bIns="76200">
                      <a:noAutofit/>
                    </a:bodyPr>
                    <a:lstStyle/>
                    <a:p>
                      <a:r>
                        <a:rPr sz="1800" b="0">
                          <a:solidFill>
                            <a:srgbClr val="102A43"/>
                          </a:solidFill>
                          <a:latin typeface="DejaVu Sans"/>
                          <a:ea typeface="DejaVu Sans"/>
                          <a:cs typeface="DejaVu Sans"/>
                        </a:rPr>
                        <a:t>Owner identity</a:t>
                      </a:r>
                    </a:p>
                  </a:txBody>
                  <a:tcPr marL="91440" marR="91440" marT="45720" marB="45720" anchor="ctr">
                    <a:lnL w="7620">
                      <a:solidFill>
                        <a:srgbClr val="DAE3E9"/>
                      </a:solidFill>
                      <a:prstDash val="solid"/>
                    </a:lnL>
                    <a:lnR w="7620">
                      <a:solidFill>
                        <a:srgbClr val="DAE3E9"/>
                      </a:solidFill>
                      <a:prstDash val="solid"/>
                    </a:lnR>
                    <a:lnB w="7620">
                      <a:solidFill>
                        <a:srgbClr val="DAE3E9"/>
                      </a:solidFill>
                      <a:prstDash val="solid"/>
                    </a:lnB>
                    <a:solidFill>
                      <a:srgbClr val="FFFFFF"/>
                    </a:solidFill>
                  </a:tcPr>
                </a:tc>
                <a:tc>
                  <a:txBody>
                    <a:bodyPr wrap="square" lIns="76200" tIns="76200" rIns="76200" bIns="76200">
                      <a:noAutofit/>
                    </a:bodyPr>
                    <a:lstStyle/>
                    <a:p>
                      <a:r>
                        <a:rPr sz="1800" b="0">
                          <a:solidFill>
                            <a:srgbClr val="102A43"/>
                          </a:solidFill>
                          <a:latin typeface="DejaVu Sans"/>
                          <a:ea typeface="DejaVu Sans"/>
                          <a:cs typeface="DejaVu Sans"/>
                        </a:rPr>
                        <a:t>Internal contract, three-character PIN and opaque member GUID</a:t>
                      </a:r>
                    </a:p>
                  </a:txBody>
                  <a:tcPr marL="91440" marR="91440" marT="45720" marB="45720" anchor="ctr">
                    <a:lnR w="7620">
                      <a:solidFill>
                        <a:srgbClr val="DAE3E9"/>
                      </a:solidFill>
                      <a:prstDash val="solid"/>
                    </a:lnR>
                    <a:lnB w="7620">
                      <a:solidFill>
                        <a:srgbClr val="DAE3E9"/>
                      </a:solidFill>
                      <a:prstDash val="solid"/>
                    </a:lnB>
                    <a:solidFill>
                      <a:srgbClr val="FFFFFF"/>
                    </a:solidFill>
                  </a:tcPr>
                </a:tc>
              </a:tr>
              <a:tr h="834390">
                <a:tc>
                  <a:txBody>
                    <a:bodyPr wrap="square" lIns="76200" tIns="76200" rIns="76200" bIns="76200">
                      <a:noAutofit/>
                    </a:bodyPr>
                    <a:lstStyle/>
                    <a:p>
                      <a:r>
                        <a:rPr sz="1800" b="0">
                          <a:solidFill>
                            <a:srgbClr val="102A43"/>
                          </a:solidFill>
                          <a:latin typeface="DejaVu Sans"/>
                          <a:ea typeface="DejaVu Sans"/>
                          <a:cs typeface="DejaVu Sans"/>
                        </a:rPr>
                        <a:t>Consent manager</a:t>
                      </a:r>
                    </a:p>
                  </a:txBody>
                  <a:tcPr marL="91440" marR="91440" marT="45720" marB="45720" anchor="ctr">
                    <a:lnL w="7620">
                      <a:solidFill>
                        <a:srgbClr val="DAE3E9"/>
                      </a:solidFill>
                      <a:prstDash val="solid"/>
                    </a:lnL>
                    <a:lnR w="7620">
                      <a:solidFill>
                        <a:srgbClr val="DAE3E9"/>
                      </a:solidFill>
                      <a:prstDash val="solid"/>
                    </a:lnR>
                    <a:lnB w="7620">
                      <a:solidFill>
                        <a:srgbClr val="DAE3E9"/>
                      </a:solidFill>
                      <a:prstDash val="solid"/>
                    </a:lnB>
                    <a:solidFill>
                      <a:srgbClr val="EDF2F5"/>
                    </a:solidFill>
                  </a:tcPr>
                </a:tc>
                <a:tc>
                  <a:txBody>
                    <a:bodyPr wrap="square" lIns="76200" tIns="76200" rIns="76200" bIns="76200">
                      <a:noAutofit/>
                    </a:bodyPr>
                    <a:lstStyle/>
                    <a:p>
                      <a:r>
                        <a:rPr sz="1800" b="0">
                          <a:solidFill>
                            <a:srgbClr val="102A43"/>
                          </a:solidFill>
                          <a:latin typeface="DejaVu Sans"/>
                          <a:ea typeface="DejaVu Sans"/>
                          <a:cs typeface="DejaVu Sans"/>
                        </a:rPr>
                        <a:t>Explicit lookup result, potentially a guardian or other member</a:t>
                      </a:r>
                    </a:p>
                  </a:txBody>
                  <a:tcPr marL="91440" marR="91440" marT="45720" marB="45720" anchor="ctr">
                    <a:lnR w="7620">
                      <a:solidFill>
                        <a:srgbClr val="DAE3E9"/>
                      </a:solidFill>
                      <a:prstDash val="solid"/>
                    </a:lnR>
                    <a:lnB w="7620">
                      <a:solidFill>
                        <a:srgbClr val="DAE3E9"/>
                      </a:solidFill>
                      <a:prstDash val="solid"/>
                    </a:lnB>
                    <a:solidFill>
                      <a:srgbClr val="EDF2F5"/>
                    </a:solidFill>
                  </a:tcPr>
                </a:tc>
              </a:tr>
              <a:tr h="834390">
                <a:tc>
                  <a:txBody>
                    <a:bodyPr wrap="square" lIns="76200" tIns="76200" rIns="76200" bIns="76200">
                      <a:noAutofit/>
                    </a:bodyPr>
                    <a:lstStyle/>
                    <a:p>
                      <a:r>
                        <a:rPr sz="1800" b="0">
                          <a:solidFill>
                            <a:srgbClr val="102A43"/>
                          </a:solidFill>
                          <a:latin typeface="DejaVu Sans"/>
                          <a:ea typeface="DejaVu Sans"/>
                          <a:cs typeface="DejaVu Sans"/>
                        </a:rPr>
                        <a:t>Existing consent GUIDs</a:t>
                      </a:r>
                    </a:p>
                  </a:txBody>
                  <a:tcPr marL="91440" marR="91440" marT="45720" marB="45720" anchor="ctr">
                    <a:lnL w="7620">
                      <a:solidFill>
                        <a:srgbClr val="DAE3E9"/>
                      </a:solidFill>
                      <a:prstDash val="solid"/>
                    </a:lnL>
                    <a:lnR w="7620">
                      <a:solidFill>
                        <a:srgbClr val="DAE3E9"/>
                      </a:solidFill>
                      <a:prstDash val="solid"/>
                    </a:lnR>
                    <a:lnB w="7620">
                      <a:solidFill>
                        <a:srgbClr val="DAE3E9"/>
                      </a:solidFill>
                      <a:prstDash val="solid"/>
                    </a:lnB>
                    <a:solidFill>
                      <a:srgbClr val="FFFFFF"/>
                    </a:solidFill>
                  </a:tcPr>
                </a:tc>
                <a:tc>
                  <a:txBody>
                    <a:bodyPr wrap="square" lIns="76200" tIns="76200" rIns="76200" bIns="76200">
                      <a:noAutofit/>
                    </a:bodyPr>
                    <a:lstStyle/>
                    <a:p>
                      <a:r>
                        <a:rPr sz="1800" b="0">
                          <a:solidFill>
                            <a:srgbClr val="102A43"/>
                          </a:solidFill>
                          <a:latin typeface="DejaVu Sans"/>
                          <a:ea typeface="DejaVu Sans"/>
                          <a:cs typeface="DejaVu Sans"/>
                        </a:rPr>
                        <a:t>Resolve each target and payer/policy scope for update</a:t>
                      </a:r>
                    </a:p>
                  </a:txBody>
                  <a:tcPr marL="91440" marR="91440" marT="45720" marB="45720" anchor="ctr">
                    <a:lnR w="7620">
                      <a:solidFill>
                        <a:srgbClr val="DAE3E9"/>
                      </a:solidFill>
                      <a:prstDash val="solid"/>
                    </a:lnR>
                    <a:lnB w="7620">
                      <a:solidFill>
                        <a:srgbClr val="DAE3E9"/>
                      </a:solidFill>
                      <a:prstDash val="solid"/>
                    </a:lnB>
                    <a:solidFill>
                      <a:srgbClr val="FFFFFF"/>
                    </a:solidFill>
                  </a:tcPr>
                </a:tc>
              </a:tr>
              <a:tr h="834390">
                <a:tc>
                  <a:txBody>
                    <a:bodyPr wrap="square" lIns="76200" tIns="76200" rIns="76200" bIns="76200">
                      <a:noAutofit/>
                    </a:bodyPr>
                    <a:lstStyle/>
                    <a:p>
                      <a:r>
                        <a:rPr sz="1800" b="0">
                          <a:solidFill>
                            <a:srgbClr val="102A43"/>
                          </a:solidFill>
                          <a:latin typeface="DejaVu Sans"/>
                          <a:ea typeface="DejaVu Sans"/>
                          <a:cs typeface="DejaVu Sans"/>
                        </a:rPr>
                        <a:t>No unique match or lookup error</a:t>
                      </a:r>
                    </a:p>
                  </a:txBody>
                  <a:tcPr marL="91440" marR="91440" marT="45720" marB="45720" anchor="ctr">
                    <a:lnL w="7620">
                      <a:solidFill>
                        <a:srgbClr val="DAE3E9"/>
                      </a:solidFill>
                      <a:prstDash val="solid"/>
                    </a:lnL>
                    <a:lnR w="7620">
                      <a:solidFill>
                        <a:srgbClr val="DAE3E9"/>
                      </a:solidFill>
                      <a:prstDash val="solid"/>
                    </a:lnR>
                    <a:lnB w="7620">
                      <a:solidFill>
                        <a:srgbClr val="DAE3E9"/>
                      </a:solidFill>
                      <a:prstDash val="solid"/>
                    </a:lnB>
                    <a:solidFill>
                      <a:srgbClr val="EDF2F5"/>
                    </a:solidFill>
                  </a:tcPr>
                </a:tc>
                <a:tc>
                  <a:txBody>
                    <a:bodyPr wrap="square" lIns="76200" tIns="76200" rIns="76200" bIns="76200">
                      <a:noAutofit/>
                    </a:bodyPr>
                    <a:lstStyle/>
                    <a:p>
                      <a:r>
                        <a:rPr sz="1800" b="0">
                          <a:solidFill>
                            <a:srgbClr val="102A43"/>
                          </a:solidFill>
                          <a:latin typeface="DejaVu Sans"/>
                          <a:ea typeface="DejaVu Sans"/>
                          <a:cs typeface="DejaVu Sans"/>
                        </a:rPr>
                        <a:t>Fail preflight before every consent upsert</a:t>
                      </a:r>
                    </a:p>
                  </a:txBody>
                  <a:tcPr marL="91440" marR="91440" marT="45720" marB="45720" anchor="ctr">
                    <a:lnR w="7620">
                      <a:solidFill>
                        <a:srgbClr val="DAE3E9"/>
                      </a:solidFill>
                      <a:prstDash val="solid"/>
                    </a:lnR>
                    <a:lnB w="7620">
                      <a:solidFill>
                        <a:srgbClr val="DAE3E9"/>
                      </a:solidFill>
                      <a:prstDash val="solid"/>
                    </a:lnB>
                    <a:solidFill>
                      <a:srgbClr val="EDF2F5"/>
                    </a:solidFill>
                  </a:tcPr>
                </a:tc>
              </a:tr>
            </a:tbl>
          </a:graphicData>
        </a:graphic>
      </p:graphicFrame>
    </p:spTree>
    <p:extLst>
      <p:ext uri="{BB962C8B-B14F-4D97-AF65-F5344CB8AC3E}">
        <p14:creationId xmlns:p14="http://schemas.microsoft.com/office/powerpoint/2010/main" val="396866215"/>
      </p:ext>
    </p:extLst>
  </p:cSld>
</p:sld>
</file>

<file path=ppt/slides/slide10.xml><?xml version="1.0" encoding="utf-8"?>
<p:sld xmlns:p="http://schemas.openxmlformats.org/presentationml/2006/main">
  <p:cSld>
    <p:bg>
      <p:bgPr>
        <a:solidFill xmlns:a="http://schemas.openxmlformats.org/drawingml/2006/main">
          <a:srgbClr val="F6F8FA"/>
        </a:solidFill>
      </p:bgPr>
    </p:bg>
    <p:spTree>
      <p:nvGrpSpPr>
        <p:cNvPr id="1" name=""/>
        <p:cNvGrpSpPr/>
        <p:nvPr/>
      </p:nvGrpSpPr>
      <p:grpSpPr>
        <a:xfrm xmlns:a="http://schemas.openxmlformats.org/drawingml/2006/main"/>
      </p:grpSpPr>
      <p:sp>
        <p:nvSpPr>
          <p:cNvPr id="8" name="slide-title">
            <a:extLst xmlns:a="http://schemas.openxmlformats.org/drawingml/2006/main">
              <a:ext uri="{FF2B5EF4-FFF2-40B4-BE49-F238E27FC236}">
                <a16:creationId xmlns:a16="http://schemas.microsoft.com/office/drawing/2014/main" id="{EE17CBB5-10A5-4272-8175-3914FF45E115}"/>
              </a:ext>
            </a:extLst>
          </p:cNvPr>
          <p:cNvSpPr>
            <a:spLocks xmlns:a="http://schemas.openxmlformats.org/drawingml/2006/main" noGrp="1"/>
          </p:cNvSpPr>
          <p:nvPr/>
        </p:nvSpPr>
        <p:spPr>
          <a:xfrm xmlns:a="http://schemas.openxmlformats.org/drawingml/2006/main">
            <a:off x="609600" y="438150"/>
            <a:ext cx="109728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300" b="1">
                <a:solidFill>
                  <a:srgbClr val="102A43"/>
                </a:solidFill>
                <a:latin typeface="DejaVu Sans"/>
                <a:ea typeface="DejaVu Sans"/>
                <a:cs typeface="DejaVu Sans"/>
              </a:defRPr>
            </a:defPPr>
            <a:lvl1pPr algn="l">
              <a:buNone/>
              <a:defRPr sz="3300" b="1">
                <a:solidFill>
                  <a:srgbClr val="102A43"/>
                </a:solidFill>
                <a:latin typeface="DejaVu Sans"/>
                <a:ea typeface="DejaVu Sans"/>
                <a:cs typeface="DejaVu Sans"/>
              </a:defRPr>
            </a:lvl1pPr>
            <a:lvl2pPr algn="l">
              <a:buNone/>
              <a:defRPr sz="3300" b="1">
                <a:solidFill>
                  <a:srgbClr val="102A43"/>
                </a:solidFill>
                <a:latin typeface="DejaVu Sans"/>
                <a:ea typeface="DejaVu Sans"/>
                <a:cs typeface="DejaVu Sans"/>
              </a:defRPr>
            </a:lvl2pPr>
            <a:lvl3pPr algn="l">
              <a:buNone/>
              <a:defRPr sz="3300" b="1">
                <a:solidFill>
                  <a:srgbClr val="102A43"/>
                </a:solidFill>
                <a:latin typeface="DejaVu Sans"/>
                <a:ea typeface="DejaVu Sans"/>
                <a:cs typeface="DejaVu Sans"/>
              </a:defRPr>
            </a:lvl3pPr>
            <a:lvl4pPr algn="l">
              <a:buNone/>
              <a:defRPr sz="3300" b="1">
                <a:solidFill>
                  <a:srgbClr val="102A43"/>
                </a:solidFill>
                <a:latin typeface="DejaVu Sans"/>
                <a:ea typeface="DejaVu Sans"/>
                <a:cs typeface="DejaVu Sans"/>
              </a:defRPr>
            </a:lvl4pPr>
            <a:lvl5pPr algn="l">
              <a:buNone/>
              <a:defRPr sz="3300" b="1">
                <a:solidFill>
                  <a:srgbClr val="102A43"/>
                </a:solidFill>
                <a:latin typeface="DejaVu Sans"/>
                <a:ea typeface="DejaVu Sans"/>
                <a:cs typeface="DejaVu Sans"/>
              </a:defRPr>
            </a:lvl5pPr>
            <a:lvl6pPr algn="l">
              <a:buNone/>
              <a:defRPr sz="3300" b="1">
                <a:solidFill>
                  <a:srgbClr val="102A43"/>
                </a:solidFill>
                <a:latin typeface="DejaVu Sans"/>
                <a:ea typeface="DejaVu Sans"/>
                <a:cs typeface="DejaVu Sans"/>
              </a:defRPr>
            </a:lvl6pPr>
            <a:lvl7pPr algn="l">
              <a:buNone/>
              <a:defRPr sz="3300" b="1">
                <a:solidFill>
                  <a:srgbClr val="102A43"/>
                </a:solidFill>
                <a:latin typeface="DejaVu Sans"/>
                <a:ea typeface="DejaVu Sans"/>
                <a:cs typeface="DejaVu Sans"/>
              </a:defRPr>
            </a:lvl7pPr>
            <a:lvl8pPr algn="l">
              <a:buNone/>
              <a:defRPr sz="3300" b="1">
                <a:solidFill>
                  <a:srgbClr val="102A43"/>
                </a:solidFill>
                <a:latin typeface="DejaVu Sans"/>
                <a:ea typeface="DejaVu Sans"/>
                <a:cs typeface="DejaVu Sans"/>
              </a:defRPr>
            </a:lvl8pPr>
            <a:lvl9pPr algn="l">
              <a:buNone/>
              <a:defRPr sz="3300" b="1">
                <a:solidFill>
                  <a:srgbClr val="102A43"/>
                </a:solidFill>
                <a:latin typeface="DejaVu Sans"/>
                <a:ea typeface="DejaVu Sans"/>
                <a:cs typeface="DejaVu Sans"/>
              </a:defRPr>
            </a:lvl9pPr>
          </a:lstStyle>
          <a:p xmlns:a="http://schemas.openxmlformats.org/drawingml/2006/main">
            <a:pPr algn="l">
              <a:lnSpc>
                <a:spcPct val="115000"/>
              </a:lnSpc>
              <a:buNone/>
              <a:defRPr sz="3300" b="1">
                <a:solidFill>
                  <a:srgbClr val="102A43"/>
                </a:solidFill>
                <a:latin typeface="DejaVu Sans"/>
                <a:ea typeface="DejaVu Sans"/>
                <a:cs typeface="DejaVu Sans"/>
              </a:defRPr>
            </a:pPr>
            <a:r>
              <a:rPr sz="3300" b="1">
                <a:solidFill>
                  <a:srgbClr val="102A43"/>
                </a:solidFill>
                <a:latin typeface="DejaVu Sans"/>
                <a:ea typeface="DejaVu Sans"/>
                <a:cs typeface="DejaVu Sans"/>
              </a:rPr>
              <a:t>Lookup request and resolution</a:t>
            </a:r>
          </a:p>
        </p:txBody>
      </p:sp>
      <p:sp>
        <p:nvSpPr>
          <p:cNvPr id="2" name="text-27">
            <a:extLst xmlns:a="http://schemas.openxmlformats.org/drawingml/2006/main">
              <a:ext uri="{FF2B5EF4-FFF2-40B4-BE49-F238E27FC236}">
                <a16:creationId xmlns:a16="http://schemas.microsoft.com/office/drawing/2014/main" id="{6642E358-FAA6-41EC-9176-4C3607618B3D}"/>
              </a:ext>
            </a:extLst>
          </p:cNvPr>
          <p:cNvSpPr>
            <a:spLocks xmlns:a="http://schemas.openxmlformats.org/drawingml/2006/main" noGrp="1"/>
          </p:cNvSpPr>
          <p:nvPr/>
        </p:nvSpPr>
        <p:spPr>
          <a:xfrm xmlns:a="http://schemas.openxmlformats.org/drawingml/2006/main">
            <a:off x="609600" y="1371600"/>
            <a:ext cx="109728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526778"/>
                </a:solidFill>
                <a:latin typeface="DejaVu Sans"/>
                <a:ea typeface="DejaVu Sans"/>
                <a:cs typeface="DejaVu Sans"/>
              </a:defRPr>
            </a:defPPr>
            <a:lvl1pPr algn="l">
              <a:buNone/>
              <a:defRPr sz="1875" b="0">
                <a:solidFill>
                  <a:srgbClr val="526778"/>
                </a:solidFill>
                <a:latin typeface="DejaVu Sans"/>
                <a:ea typeface="DejaVu Sans"/>
                <a:cs typeface="DejaVu Sans"/>
              </a:defRPr>
            </a:lvl1pPr>
            <a:lvl2pPr algn="l">
              <a:buNone/>
              <a:defRPr sz="1875" b="0">
                <a:solidFill>
                  <a:srgbClr val="526778"/>
                </a:solidFill>
                <a:latin typeface="DejaVu Sans"/>
                <a:ea typeface="DejaVu Sans"/>
                <a:cs typeface="DejaVu Sans"/>
              </a:defRPr>
            </a:lvl2pPr>
            <a:lvl3pPr algn="l">
              <a:buNone/>
              <a:defRPr sz="1875" b="0">
                <a:solidFill>
                  <a:srgbClr val="526778"/>
                </a:solidFill>
                <a:latin typeface="DejaVu Sans"/>
                <a:ea typeface="DejaVu Sans"/>
                <a:cs typeface="DejaVu Sans"/>
              </a:defRPr>
            </a:lvl3pPr>
            <a:lvl4pPr algn="l">
              <a:buNone/>
              <a:defRPr sz="1875" b="0">
                <a:solidFill>
                  <a:srgbClr val="526778"/>
                </a:solidFill>
                <a:latin typeface="DejaVu Sans"/>
                <a:ea typeface="DejaVu Sans"/>
                <a:cs typeface="DejaVu Sans"/>
              </a:defRPr>
            </a:lvl4pPr>
            <a:lvl5pPr algn="l">
              <a:buNone/>
              <a:defRPr sz="1875" b="0">
                <a:solidFill>
                  <a:srgbClr val="526778"/>
                </a:solidFill>
                <a:latin typeface="DejaVu Sans"/>
                <a:ea typeface="DejaVu Sans"/>
                <a:cs typeface="DejaVu Sans"/>
              </a:defRPr>
            </a:lvl5pPr>
            <a:lvl6pPr algn="l">
              <a:buNone/>
              <a:defRPr sz="1875" b="0">
                <a:solidFill>
                  <a:srgbClr val="526778"/>
                </a:solidFill>
                <a:latin typeface="DejaVu Sans"/>
                <a:ea typeface="DejaVu Sans"/>
                <a:cs typeface="DejaVu Sans"/>
              </a:defRPr>
            </a:lvl6pPr>
            <a:lvl7pPr algn="l">
              <a:buNone/>
              <a:defRPr sz="1875" b="0">
                <a:solidFill>
                  <a:srgbClr val="526778"/>
                </a:solidFill>
                <a:latin typeface="DejaVu Sans"/>
                <a:ea typeface="DejaVu Sans"/>
                <a:cs typeface="DejaVu Sans"/>
              </a:defRPr>
            </a:lvl7pPr>
            <a:lvl8pPr algn="l">
              <a:buNone/>
              <a:defRPr sz="1875" b="0">
                <a:solidFill>
                  <a:srgbClr val="526778"/>
                </a:solidFill>
                <a:latin typeface="DejaVu Sans"/>
                <a:ea typeface="DejaVu Sans"/>
                <a:cs typeface="DejaVu Sans"/>
              </a:defRPr>
            </a:lvl8pPr>
            <a:lvl9pPr algn="l">
              <a:buNone/>
              <a:defRPr sz="1875" b="0">
                <a:solidFill>
                  <a:srgbClr val="526778"/>
                </a:solidFill>
                <a:latin typeface="DejaVu Sans"/>
                <a:ea typeface="DejaVu Sans"/>
                <a:cs typeface="DejaVu Sans"/>
              </a:defRPr>
            </a:lvl9pPr>
          </a:lstStyle>
          <a:p xmlns:a="http://schemas.openxmlformats.org/drawingml/2006/main">
            <a:pPr algn="l">
              <a:lnSpc>
                <a:spcPct val="115000"/>
              </a:lnSpc>
              <a:buNone/>
              <a:defRPr sz="1875" b="0">
                <a:solidFill>
                  <a:srgbClr val="526778"/>
                </a:solidFill>
                <a:latin typeface="DejaVu Sans"/>
                <a:ea typeface="DejaVu Sans"/>
                <a:cs typeface="DejaVu Sans"/>
              </a:defRPr>
            </a:pPr>
            <a:r>
              <a:rPr sz="1875" b="0">
                <a:solidFill>
                  <a:srgbClr val="526778"/>
                </a:solidFill>
                <a:latin typeface="DejaVu Sans"/>
                <a:ea typeface="DejaVu Sans"/>
                <a:cs typeface="DejaVu Sans"/>
              </a:rPr>
              <a:t>The HTTP facade protocol is proposed and must match the real integration.</a:t>
            </a:r>
          </a:p>
        </p:txBody>
      </p:sp>
      <p:sp>
        <p:nvSpPr>
          <p:cNvPr id="3" name="slide-number">
            <a:extLst xmlns:a="http://schemas.openxmlformats.org/drawingml/2006/main">
              <a:ext uri="{FF2B5EF4-FFF2-40B4-BE49-F238E27FC236}">
                <a16:creationId xmlns:a16="http://schemas.microsoft.com/office/drawing/2014/main" id="{9C476A2D-CCA7-4836-ADBD-C925F4493C49}"/>
              </a:ext>
            </a:extLst>
          </p:cNvPr>
          <p:cNvSpPr>
            <a:spLocks xmlns:a="http://schemas.openxmlformats.org/drawingml/2006/main" noGrp="1"/>
          </p:cNvSpPr>
          <p:nvPr/>
        </p:nvSpPr>
        <p:spPr>
          <a:xfrm xmlns:a="http://schemas.openxmlformats.org/drawingml/2006/main">
            <a:off x="11182350" y="6391275"/>
            <a:ext cx="4000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275" b="0">
                <a:solidFill>
                  <a:srgbClr val="526778"/>
                </a:solidFill>
                <a:latin typeface="DejaVu Sans"/>
                <a:ea typeface="DejaVu Sans"/>
                <a:cs typeface="DejaVu Sans"/>
              </a:defRPr>
            </a:defPPr>
            <a:lvl1pPr algn="r">
              <a:buNone/>
              <a:defRPr sz="1275" b="0">
                <a:solidFill>
                  <a:srgbClr val="526778"/>
                </a:solidFill>
                <a:latin typeface="DejaVu Sans"/>
                <a:ea typeface="DejaVu Sans"/>
                <a:cs typeface="DejaVu Sans"/>
              </a:defRPr>
            </a:lvl1pPr>
            <a:lvl2pPr algn="r">
              <a:buNone/>
              <a:defRPr sz="1275" b="0">
                <a:solidFill>
                  <a:srgbClr val="526778"/>
                </a:solidFill>
                <a:latin typeface="DejaVu Sans"/>
                <a:ea typeface="DejaVu Sans"/>
                <a:cs typeface="DejaVu Sans"/>
              </a:defRPr>
            </a:lvl2pPr>
            <a:lvl3pPr algn="r">
              <a:buNone/>
              <a:defRPr sz="1275" b="0">
                <a:solidFill>
                  <a:srgbClr val="526778"/>
                </a:solidFill>
                <a:latin typeface="DejaVu Sans"/>
                <a:ea typeface="DejaVu Sans"/>
                <a:cs typeface="DejaVu Sans"/>
              </a:defRPr>
            </a:lvl3pPr>
            <a:lvl4pPr algn="r">
              <a:buNone/>
              <a:defRPr sz="1275" b="0">
                <a:solidFill>
                  <a:srgbClr val="526778"/>
                </a:solidFill>
                <a:latin typeface="DejaVu Sans"/>
                <a:ea typeface="DejaVu Sans"/>
                <a:cs typeface="DejaVu Sans"/>
              </a:defRPr>
            </a:lvl4pPr>
            <a:lvl5pPr algn="r">
              <a:buNone/>
              <a:defRPr sz="1275" b="0">
                <a:solidFill>
                  <a:srgbClr val="526778"/>
                </a:solidFill>
                <a:latin typeface="DejaVu Sans"/>
                <a:ea typeface="DejaVu Sans"/>
                <a:cs typeface="DejaVu Sans"/>
              </a:defRPr>
            </a:lvl5pPr>
            <a:lvl6pPr algn="r">
              <a:buNone/>
              <a:defRPr sz="1275" b="0">
                <a:solidFill>
                  <a:srgbClr val="526778"/>
                </a:solidFill>
                <a:latin typeface="DejaVu Sans"/>
                <a:ea typeface="DejaVu Sans"/>
                <a:cs typeface="DejaVu Sans"/>
              </a:defRPr>
            </a:lvl6pPr>
            <a:lvl7pPr algn="r">
              <a:buNone/>
              <a:defRPr sz="1275" b="0">
                <a:solidFill>
                  <a:srgbClr val="526778"/>
                </a:solidFill>
                <a:latin typeface="DejaVu Sans"/>
                <a:ea typeface="DejaVu Sans"/>
                <a:cs typeface="DejaVu Sans"/>
              </a:defRPr>
            </a:lvl7pPr>
            <a:lvl8pPr algn="r">
              <a:buNone/>
              <a:defRPr sz="1275" b="0">
                <a:solidFill>
                  <a:srgbClr val="526778"/>
                </a:solidFill>
                <a:latin typeface="DejaVu Sans"/>
                <a:ea typeface="DejaVu Sans"/>
                <a:cs typeface="DejaVu Sans"/>
              </a:defRPr>
            </a:lvl8pPr>
            <a:lvl9pPr algn="r">
              <a:buNone/>
              <a:defRPr sz="1275" b="0">
                <a:solidFill>
                  <a:srgbClr val="526778"/>
                </a:solidFill>
                <a:latin typeface="DejaVu Sans"/>
                <a:ea typeface="DejaVu Sans"/>
                <a:cs typeface="DejaVu Sans"/>
              </a:defRPr>
            </a:lvl9pPr>
          </a:lstStyle>
          <a:p xmlns:a="http://schemas.openxmlformats.org/drawingml/2006/main">
            <a:pPr algn="r">
              <a:lnSpc>
                <a:spcPct val="115000"/>
              </a:lnSpc>
              <a:buNone/>
              <a:defRPr sz="1275" b="0">
                <a:solidFill>
                  <a:srgbClr val="526778"/>
                </a:solidFill>
                <a:latin typeface="DejaVu Sans"/>
                <a:ea typeface="DejaVu Sans"/>
                <a:cs typeface="DejaVu Sans"/>
              </a:defRPr>
            </a:pPr>
            <a:r>
              <a:rPr sz="1275" b="0">
                <a:solidFill>
                  <a:srgbClr val="526778"/>
                </a:solidFill>
                <a:latin typeface="DejaVu Sans"/>
                <a:ea typeface="DejaVu Sans"/>
                <a:cs typeface="DejaVu Sans"/>
              </a:rPr>
              <a:t>10</a:t>
            </a:r>
          </a:p>
        </p:txBody>
      </p:sp>
      <p:sp>
        <p:nvSpPr>
          <p:cNvPr id="4" name="text-28">
            <a:extLst xmlns:a="http://schemas.openxmlformats.org/drawingml/2006/main">
              <a:ext uri="{FF2B5EF4-FFF2-40B4-BE49-F238E27FC236}">
                <a16:creationId xmlns:a16="http://schemas.microsoft.com/office/drawing/2014/main" id="{8387BF25-2E49-4A2B-8012-80B6088F6BC6}"/>
              </a:ext>
            </a:extLst>
          </p:cNvPr>
          <p:cNvSpPr>
            <a:spLocks xmlns:a="http://schemas.openxmlformats.org/drawingml/2006/main" noGrp="1"/>
          </p:cNvSpPr>
          <p:nvPr/>
        </p:nvSpPr>
        <p:spPr>
          <a:xfrm xmlns:a="http://schemas.openxmlformats.org/drawingml/2006/main">
            <a:off x="609600" y="2000250"/>
            <a:ext cx="5191125"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1">
                <a:solidFill>
                  <a:srgbClr val="007F86"/>
                </a:solidFill>
                <a:latin typeface="DejaVu Sans"/>
                <a:ea typeface="DejaVu Sans"/>
                <a:cs typeface="DejaVu Sans"/>
              </a:defRPr>
            </a:defPPr>
            <a:lvl1pPr algn="l">
              <a:buNone/>
              <a:defRPr sz="1875" b="1">
                <a:solidFill>
                  <a:srgbClr val="007F86"/>
                </a:solidFill>
                <a:latin typeface="DejaVu Sans"/>
                <a:ea typeface="DejaVu Sans"/>
                <a:cs typeface="DejaVu Sans"/>
              </a:defRPr>
            </a:lvl1pPr>
            <a:lvl2pPr algn="l">
              <a:buNone/>
              <a:defRPr sz="1875" b="1">
                <a:solidFill>
                  <a:srgbClr val="007F86"/>
                </a:solidFill>
                <a:latin typeface="DejaVu Sans"/>
                <a:ea typeface="DejaVu Sans"/>
                <a:cs typeface="DejaVu Sans"/>
              </a:defRPr>
            </a:lvl2pPr>
            <a:lvl3pPr algn="l">
              <a:buNone/>
              <a:defRPr sz="1875" b="1">
                <a:solidFill>
                  <a:srgbClr val="007F86"/>
                </a:solidFill>
                <a:latin typeface="DejaVu Sans"/>
                <a:ea typeface="DejaVu Sans"/>
                <a:cs typeface="DejaVu Sans"/>
              </a:defRPr>
            </a:lvl3pPr>
            <a:lvl4pPr algn="l">
              <a:buNone/>
              <a:defRPr sz="1875" b="1">
                <a:solidFill>
                  <a:srgbClr val="007F86"/>
                </a:solidFill>
                <a:latin typeface="DejaVu Sans"/>
                <a:ea typeface="DejaVu Sans"/>
                <a:cs typeface="DejaVu Sans"/>
              </a:defRPr>
            </a:lvl4pPr>
            <a:lvl5pPr algn="l">
              <a:buNone/>
              <a:defRPr sz="1875" b="1">
                <a:solidFill>
                  <a:srgbClr val="007F86"/>
                </a:solidFill>
                <a:latin typeface="DejaVu Sans"/>
                <a:ea typeface="DejaVu Sans"/>
                <a:cs typeface="DejaVu Sans"/>
              </a:defRPr>
            </a:lvl5pPr>
            <a:lvl6pPr algn="l">
              <a:buNone/>
              <a:defRPr sz="1875" b="1">
                <a:solidFill>
                  <a:srgbClr val="007F86"/>
                </a:solidFill>
                <a:latin typeface="DejaVu Sans"/>
                <a:ea typeface="DejaVu Sans"/>
                <a:cs typeface="DejaVu Sans"/>
              </a:defRPr>
            </a:lvl6pPr>
            <a:lvl7pPr algn="l">
              <a:buNone/>
              <a:defRPr sz="1875" b="1">
                <a:solidFill>
                  <a:srgbClr val="007F86"/>
                </a:solidFill>
                <a:latin typeface="DejaVu Sans"/>
                <a:ea typeface="DejaVu Sans"/>
                <a:cs typeface="DejaVu Sans"/>
              </a:defRPr>
            </a:lvl7pPr>
            <a:lvl8pPr algn="l">
              <a:buNone/>
              <a:defRPr sz="1875" b="1">
                <a:solidFill>
                  <a:srgbClr val="007F86"/>
                </a:solidFill>
                <a:latin typeface="DejaVu Sans"/>
                <a:ea typeface="DejaVu Sans"/>
                <a:cs typeface="DejaVu Sans"/>
              </a:defRPr>
            </a:lvl8pPr>
            <a:lvl9pPr algn="l">
              <a:buNone/>
              <a:defRPr sz="1875" b="1">
                <a:solidFill>
                  <a:srgbClr val="007F86"/>
                </a:solidFill>
                <a:latin typeface="DejaVu Sans"/>
                <a:ea typeface="DejaVu Sans"/>
                <a:cs typeface="DejaVu Sans"/>
              </a:defRPr>
            </a:lvl9pPr>
          </a:lstStyle>
          <a:p xmlns:a="http://schemas.openxmlformats.org/drawingml/2006/main">
            <a:pPr algn="l">
              <a:lnSpc>
                <a:spcPct val="115000"/>
              </a:lnSpc>
              <a:buNone/>
              <a:defRPr sz="1875" b="1">
                <a:solidFill>
                  <a:srgbClr val="007F86"/>
                </a:solidFill>
                <a:latin typeface="DejaVu Sans"/>
                <a:ea typeface="DejaVu Sans"/>
                <a:cs typeface="DejaVu Sans"/>
              </a:defRPr>
            </a:pPr>
            <a:r>
              <a:rPr sz="1875" b="1">
                <a:solidFill>
                  <a:srgbClr val="007F86"/>
                </a:solidFill>
                <a:latin typeface="DejaVu Sans"/>
                <a:ea typeface="DejaVu Sans"/>
                <a:cs typeface="DejaVu Sans"/>
              </a:rPr>
              <a:t>POST /members/resolve excerpt</a:t>
            </a:r>
          </a:p>
        </p:txBody>
      </p:sp>
      <p:sp>
        <p:nvSpPr>
          <p:cNvPr id="5" name="text-29">
            <a:extLst xmlns:a="http://schemas.openxmlformats.org/drawingml/2006/main">
              <a:ext uri="{FF2B5EF4-FFF2-40B4-BE49-F238E27FC236}">
                <a16:creationId xmlns:a16="http://schemas.microsoft.com/office/drawing/2014/main" id="{B611E87C-F004-4965-9F34-00F0309CDA58}"/>
              </a:ext>
            </a:extLst>
          </p:cNvPr>
          <p:cNvSpPr>
            <a:spLocks xmlns:a="http://schemas.openxmlformats.org/drawingml/2006/main" noGrp="1"/>
          </p:cNvSpPr>
          <p:nvPr/>
        </p:nvSpPr>
        <p:spPr>
          <a:xfrm xmlns:a="http://schemas.openxmlformats.org/drawingml/2006/main">
            <a:off x="6381750" y="2000250"/>
            <a:ext cx="52006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1">
                <a:solidFill>
                  <a:srgbClr val="007F86"/>
                </a:solidFill>
                <a:latin typeface="DejaVu Sans"/>
                <a:ea typeface="DejaVu Sans"/>
                <a:cs typeface="DejaVu Sans"/>
              </a:defRPr>
            </a:defPPr>
            <a:lvl1pPr algn="l">
              <a:buNone/>
              <a:defRPr sz="1875" b="1">
                <a:solidFill>
                  <a:srgbClr val="007F86"/>
                </a:solidFill>
                <a:latin typeface="DejaVu Sans"/>
                <a:ea typeface="DejaVu Sans"/>
                <a:cs typeface="DejaVu Sans"/>
              </a:defRPr>
            </a:lvl1pPr>
            <a:lvl2pPr algn="l">
              <a:buNone/>
              <a:defRPr sz="1875" b="1">
                <a:solidFill>
                  <a:srgbClr val="007F86"/>
                </a:solidFill>
                <a:latin typeface="DejaVu Sans"/>
                <a:ea typeface="DejaVu Sans"/>
                <a:cs typeface="DejaVu Sans"/>
              </a:defRPr>
            </a:lvl2pPr>
            <a:lvl3pPr algn="l">
              <a:buNone/>
              <a:defRPr sz="1875" b="1">
                <a:solidFill>
                  <a:srgbClr val="007F86"/>
                </a:solidFill>
                <a:latin typeface="DejaVu Sans"/>
                <a:ea typeface="DejaVu Sans"/>
                <a:cs typeface="DejaVu Sans"/>
              </a:defRPr>
            </a:lvl3pPr>
            <a:lvl4pPr algn="l">
              <a:buNone/>
              <a:defRPr sz="1875" b="1">
                <a:solidFill>
                  <a:srgbClr val="007F86"/>
                </a:solidFill>
                <a:latin typeface="DejaVu Sans"/>
                <a:ea typeface="DejaVu Sans"/>
                <a:cs typeface="DejaVu Sans"/>
              </a:defRPr>
            </a:lvl4pPr>
            <a:lvl5pPr algn="l">
              <a:buNone/>
              <a:defRPr sz="1875" b="1">
                <a:solidFill>
                  <a:srgbClr val="007F86"/>
                </a:solidFill>
                <a:latin typeface="DejaVu Sans"/>
                <a:ea typeface="DejaVu Sans"/>
                <a:cs typeface="DejaVu Sans"/>
              </a:defRPr>
            </a:lvl5pPr>
            <a:lvl6pPr algn="l">
              <a:buNone/>
              <a:defRPr sz="1875" b="1">
                <a:solidFill>
                  <a:srgbClr val="007F86"/>
                </a:solidFill>
                <a:latin typeface="DejaVu Sans"/>
                <a:ea typeface="DejaVu Sans"/>
                <a:cs typeface="DejaVu Sans"/>
              </a:defRPr>
            </a:lvl6pPr>
            <a:lvl7pPr algn="l">
              <a:buNone/>
              <a:defRPr sz="1875" b="1">
                <a:solidFill>
                  <a:srgbClr val="007F86"/>
                </a:solidFill>
                <a:latin typeface="DejaVu Sans"/>
                <a:ea typeface="DejaVu Sans"/>
                <a:cs typeface="DejaVu Sans"/>
              </a:defRPr>
            </a:lvl7pPr>
            <a:lvl8pPr algn="l">
              <a:buNone/>
              <a:defRPr sz="1875" b="1">
                <a:solidFill>
                  <a:srgbClr val="007F86"/>
                </a:solidFill>
                <a:latin typeface="DejaVu Sans"/>
                <a:ea typeface="DejaVu Sans"/>
                <a:cs typeface="DejaVu Sans"/>
              </a:defRPr>
            </a:lvl8pPr>
            <a:lvl9pPr algn="l">
              <a:buNone/>
              <a:defRPr sz="1875" b="1">
                <a:solidFill>
                  <a:srgbClr val="007F86"/>
                </a:solidFill>
                <a:latin typeface="DejaVu Sans"/>
                <a:ea typeface="DejaVu Sans"/>
                <a:cs typeface="DejaVu Sans"/>
              </a:defRPr>
            </a:lvl9pPr>
          </a:lstStyle>
          <a:p xmlns:a="http://schemas.openxmlformats.org/drawingml/2006/main">
            <a:pPr algn="l">
              <a:lnSpc>
                <a:spcPct val="115000"/>
              </a:lnSpc>
              <a:buNone/>
              <a:defRPr sz="1875" b="1">
                <a:solidFill>
                  <a:srgbClr val="007F86"/>
                </a:solidFill>
                <a:latin typeface="DejaVu Sans"/>
                <a:ea typeface="DejaVu Sans"/>
                <a:cs typeface="DejaVu Sans"/>
              </a:defRPr>
            </a:pPr>
            <a:r>
              <a:rPr sz="1875" b="1">
                <a:solidFill>
                  <a:srgbClr val="007F86"/>
                </a:solidFill>
                <a:latin typeface="DejaVu Sans"/>
                <a:ea typeface="DejaVu Sans"/>
                <a:cs typeface="DejaVu Sans"/>
              </a:rPr>
              <a:t>HTTP 200 resolution</a:t>
            </a:r>
          </a:p>
        </p:txBody>
      </p:sp>
      <p:sp>
        <p:nvSpPr>
          <p:cNvPr id="6" name="text-30">
            <a:extLst xmlns:a="http://schemas.openxmlformats.org/drawingml/2006/main">
              <a:ext uri="{FF2B5EF4-FFF2-40B4-BE49-F238E27FC236}">
                <a16:creationId xmlns:a16="http://schemas.microsoft.com/office/drawing/2014/main" id="{A1ABFAB2-7B48-4C3A-8ADE-C905369B5400}"/>
              </a:ext>
            </a:extLst>
          </p:cNvPr>
          <p:cNvSpPr>
            <a:spLocks xmlns:a="http://schemas.openxmlformats.org/drawingml/2006/main" noGrp="1"/>
          </p:cNvSpPr>
          <p:nvPr/>
        </p:nvSpPr>
        <p:spPr>
          <a:xfrm xmlns:a="http://schemas.openxmlformats.org/drawingml/2006/main">
            <a:off x="609600" y="2533650"/>
            <a:ext cx="5191125" cy="3352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575" b="0">
                <a:solidFill>
                  <a:srgbClr val="102A43"/>
                </a:solidFill>
                <a:latin typeface="DejaVu Sans Mono"/>
                <a:ea typeface="DejaVu Sans Mono"/>
                <a:cs typeface="DejaVu Sans Mono"/>
              </a:defRPr>
            </a:defPPr>
            <a:lvl1pPr algn="l">
              <a:buNone/>
              <a:defRPr sz="1575" b="0">
                <a:solidFill>
                  <a:srgbClr val="102A43"/>
                </a:solidFill>
                <a:latin typeface="DejaVu Sans Mono"/>
                <a:ea typeface="DejaVu Sans Mono"/>
                <a:cs typeface="DejaVu Sans Mono"/>
              </a:defRPr>
            </a:lvl1pPr>
            <a:lvl2pPr algn="l">
              <a:buNone/>
              <a:defRPr sz="1575" b="0">
                <a:solidFill>
                  <a:srgbClr val="102A43"/>
                </a:solidFill>
                <a:latin typeface="DejaVu Sans Mono"/>
                <a:ea typeface="DejaVu Sans Mono"/>
                <a:cs typeface="DejaVu Sans Mono"/>
              </a:defRPr>
            </a:lvl2pPr>
            <a:lvl3pPr algn="l">
              <a:buNone/>
              <a:defRPr sz="1575" b="0">
                <a:solidFill>
                  <a:srgbClr val="102A43"/>
                </a:solidFill>
                <a:latin typeface="DejaVu Sans Mono"/>
                <a:ea typeface="DejaVu Sans Mono"/>
                <a:cs typeface="DejaVu Sans Mono"/>
              </a:defRPr>
            </a:lvl3pPr>
            <a:lvl4pPr algn="l">
              <a:buNone/>
              <a:defRPr sz="1575" b="0">
                <a:solidFill>
                  <a:srgbClr val="102A43"/>
                </a:solidFill>
                <a:latin typeface="DejaVu Sans Mono"/>
                <a:ea typeface="DejaVu Sans Mono"/>
                <a:cs typeface="DejaVu Sans Mono"/>
              </a:defRPr>
            </a:lvl4pPr>
            <a:lvl5pPr algn="l">
              <a:buNone/>
              <a:defRPr sz="1575" b="0">
                <a:solidFill>
                  <a:srgbClr val="102A43"/>
                </a:solidFill>
                <a:latin typeface="DejaVu Sans Mono"/>
                <a:ea typeface="DejaVu Sans Mono"/>
                <a:cs typeface="DejaVu Sans Mono"/>
              </a:defRPr>
            </a:lvl5pPr>
            <a:lvl6pPr algn="l">
              <a:buNone/>
              <a:defRPr sz="1575" b="0">
                <a:solidFill>
                  <a:srgbClr val="102A43"/>
                </a:solidFill>
                <a:latin typeface="DejaVu Sans Mono"/>
                <a:ea typeface="DejaVu Sans Mono"/>
                <a:cs typeface="DejaVu Sans Mono"/>
              </a:defRPr>
            </a:lvl6pPr>
            <a:lvl7pPr algn="l">
              <a:buNone/>
              <a:defRPr sz="1575" b="0">
                <a:solidFill>
                  <a:srgbClr val="102A43"/>
                </a:solidFill>
                <a:latin typeface="DejaVu Sans Mono"/>
                <a:ea typeface="DejaVu Sans Mono"/>
                <a:cs typeface="DejaVu Sans Mono"/>
              </a:defRPr>
            </a:lvl7pPr>
            <a:lvl8pPr algn="l">
              <a:buNone/>
              <a:defRPr sz="1575" b="0">
                <a:solidFill>
                  <a:srgbClr val="102A43"/>
                </a:solidFill>
                <a:latin typeface="DejaVu Sans Mono"/>
                <a:ea typeface="DejaVu Sans Mono"/>
                <a:cs typeface="DejaVu Sans Mono"/>
              </a:defRPr>
            </a:lvl8pPr>
            <a:lvl9pPr algn="l">
              <a:buNone/>
              <a:defRPr sz="1575" b="0">
                <a:solidFill>
                  <a:srgbClr val="102A43"/>
                </a:solidFill>
                <a:latin typeface="DejaVu Sans Mono"/>
                <a:ea typeface="DejaVu Sans Mono"/>
                <a:cs typeface="DejaVu Sans Mono"/>
              </a:defRPr>
            </a:lvl9pPr>
          </a:lstStyle>
          <a:p xmlns:a="http://schemas.openxmlformats.org/drawingml/2006/main">
            <a:pPr algn="l">
              <a:lnSpc>
                <a:spcPct val="115000"/>
              </a:lnSpc>
              <a:buNone/>
              <a:defRPr sz="1575" b="0">
                <a:solidFill>
                  <a:srgbClr val="102A43"/>
                </a:solidFill>
                <a:latin typeface="DejaVu Sans Mono"/>
                <a:ea typeface="DejaVu Sans Mono"/>
                <a:cs typeface="DejaVu Sans Mono"/>
              </a:defRPr>
            </a:pPr>
            <a:r>
              <a:rPr sz="1575" b="0">
                <a:solidFill>
                  <a:srgbClr val="102A43"/>
                </a:solidFill>
                <a:latin typeface="DejaVu Sans Mono"/>
                <a:ea typeface="DejaVu Sans Mono"/>
                <a:cs typeface="DejaVu Sans Mono"/>
              </a:rPr>
              <a:t>{</a:t>
            </a:r>
          </a:p>
          <a:p xmlns:a="http://schemas.openxmlformats.org/drawingml/2006/main">
            <a:pPr algn="l">
              <a:lnSpc>
                <a:spcPct val="115000"/>
              </a:lnSpc>
              <a:buNone/>
              <a:defRPr sz="1575" b="0">
                <a:solidFill>
                  <a:srgbClr val="102A43"/>
                </a:solidFill>
                <a:latin typeface="DejaVu Sans Mono"/>
                <a:ea typeface="DejaVu Sans Mono"/>
                <a:cs typeface="DejaVu Sans Mono"/>
              </a:defRPr>
            </a:pPr>
            <a:r>
              <a:rPr sz="1575" b="0">
                <a:solidFill>
                  <a:srgbClr val="102A43"/>
                </a:solidFill>
                <a:latin typeface="DejaVu Sans Mono"/>
                <a:ea typeface="DejaVu Sans Mono"/>
                <a:cs typeface="DejaVu Sans Mono"/>
              </a:rPr>
              <a:t>  "EXTERNAL_CONTRACT_ID": "SYN-1001",</a:t>
            </a:r>
          </a:p>
          <a:p xmlns:a="http://schemas.openxmlformats.org/drawingml/2006/main">
            <a:pPr algn="l">
              <a:lnSpc>
                <a:spcPct val="115000"/>
              </a:lnSpc>
              <a:buNone/>
              <a:defRPr sz="1575" b="0">
                <a:solidFill>
                  <a:srgbClr val="102A43"/>
                </a:solidFill>
                <a:latin typeface="DejaVu Sans Mono"/>
                <a:ea typeface="DejaVu Sans Mono"/>
                <a:cs typeface="DejaVu Sans Mono"/>
              </a:defRPr>
            </a:pPr>
            <a:r>
              <a:rPr sz="1575" b="0">
                <a:solidFill>
                  <a:srgbClr val="102A43"/>
                </a:solidFill>
                <a:latin typeface="DejaVu Sans Mono"/>
                <a:ea typeface="DejaVu Sans Mono"/>
                <a:cs typeface="DejaVu Sans Mono"/>
              </a:rPr>
              <a:t>  "RELATIONSHIP_CODE": "SELF",</a:t>
            </a:r>
          </a:p>
          <a:p xmlns:a="http://schemas.openxmlformats.org/drawingml/2006/main">
            <a:pPr algn="l">
              <a:lnSpc>
                <a:spcPct val="115000"/>
              </a:lnSpc>
              <a:buNone/>
              <a:defRPr sz="1575" b="0">
                <a:solidFill>
                  <a:srgbClr val="102A43"/>
                </a:solidFill>
                <a:latin typeface="DejaVu Sans Mono"/>
                <a:ea typeface="DejaVu Sans Mono"/>
                <a:cs typeface="DejaVu Sans Mono"/>
              </a:defRPr>
            </a:pPr>
            <a:r>
              <a:rPr sz="1575" b="0">
                <a:solidFill>
                  <a:srgbClr val="102A43"/>
                </a:solidFill>
                <a:latin typeface="DejaVu Sans Mono"/>
                <a:ea typeface="DejaVu Sans Mono"/>
                <a:cs typeface="DejaVu Sans Mono"/>
              </a:rPr>
              <a:t>  "DATE_OF_BIRTH": "1980-01-02",</a:t>
            </a:r>
          </a:p>
          <a:p xmlns:a="http://schemas.openxmlformats.org/drawingml/2006/main">
            <a:pPr algn="l">
              <a:lnSpc>
                <a:spcPct val="115000"/>
              </a:lnSpc>
              <a:buNone/>
              <a:defRPr sz="1575" b="0">
                <a:solidFill>
                  <a:srgbClr val="102A43"/>
                </a:solidFill>
                <a:latin typeface="DejaVu Sans Mono"/>
                <a:ea typeface="DejaVu Sans Mono"/>
                <a:cs typeface="DejaVu Sans Mono"/>
              </a:defRPr>
            </a:pPr>
            <a:r>
              <a:rPr sz="1575" b="0">
                <a:solidFill>
                  <a:srgbClr val="102A43"/>
                </a:solidFill>
                <a:latin typeface="DejaVu Sans Mono"/>
                <a:ea typeface="DejaVu Sans Mono"/>
                <a:cs typeface="DejaVu Sans Mono"/>
              </a:rPr>
              <a:t>  "resolveProvider": true,</a:t>
            </a:r>
          </a:p>
          <a:p xmlns:a="http://schemas.openxmlformats.org/drawingml/2006/main">
            <a:pPr algn="l">
              <a:lnSpc>
                <a:spcPct val="115000"/>
              </a:lnSpc>
              <a:buNone/>
              <a:defRPr sz="1575" b="0">
                <a:solidFill>
                  <a:srgbClr val="102A43"/>
                </a:solidFill>
                <a:latin typeface="DejaVu Sans Mono"/>
                <a:ea typeface="DejaVu Sans Mono"/>
                <a:cs typeface="DejaVu Sans Mono"/>
              </a:defRPr>
            </a:pPr>
            <a:r>
              <a:rPr sz="1575" b="0">
                <a:solidFill>
                  <a:srgbClr val="102A43"/>
                </a:solidFill>
                <a:latin typeface="DejaVu Sans Mono"/>
                <a:ea typeface="DejaVu Sans Mono"/>
                <a:cs typeface="DejaVu Sans Mono"/>
              </a:rPr>
              <a:t>  "resolvePayer": true</a:t>
            </a:r>
          </a:p>
          <a:p xmlns:a="http://schemas.openxmlformats.org/drawingml/2006/main">
            <a:pPr algn="l">
              <a:lnSpc>
                <a:spcPct val="115000"/>
              </a:lnSpc>
              <a:buNone/>
              <a:defRPr sz="1575" b="0">
                <a:solidFill>
                  <a:srgbClr val="102A43"/>
                </a:solidFill>
                <a:latin typeface="DejaVu Sans Mono"/>
                <a:ea typeface="DejaVu Sans Mono"/>
                <a:cs typeface="DejaVu Sans Mono"/>
              </a:defRPr>
            </a:pPr>
            <a:r>
              <a:rPr sz="1575" b="0">
                <a:solidFill>
                  <a:srgbClr val="102A43"/>
                </a:solidFill>
                <a:latin typeface="DejaVu Sans Mono"/>
                <a:ea typeface="DejaVu Sans Mono"/>
                <a:cs typeface="DejaVu Sans Mono"/>
              </a:rPr>
              <a:t>}</a:t>
            </a:r>
          </a:p>
        </p:txBody>
      </p:sp>
      <p:sp>
        <p:nvSpPr>
          <p:cNvPr id="7" name="text-31">
            <a:extLst xmlns:a="http://schemas.openxmlformats.org/drawingml/2006/main">
              <a:ext uri="{FF2B5EF4-FFF2-40B4-BE49-F238E27FC236}">
                <a16:creationId xmlns:a16="http://schemas.microsoft.com/office/drawing/2014/main" id="{B6291F2F-B0D8-4FA5-B667-D702CCB6C56E}"/>
              </a:ext>
            </a:extLst>
          </p:cNvPr>
          <p:cNvSpPr>
            <a:spLocks xmlns:a="http://schemas.openxmlformats.org/drawingml/2006/main" noGrp="1"/>
          </p:cNvSpPr>
          <p:nvPr/>
        </p:nvSpPr>
        <p:spPr>
          <a:xfrm xmlns:a="http://schemas.openxmlformats.org/drawingml/2006/main">
            <a:off x="6381750" y="2533650"/>
            <a:ext cx="5200650" cy="3352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575" b="0">
                <a:solidFill>
                  <a:srgbClr val="102A43"/>
                </a:solidFill>
                <a:latin typeface="DejaVu Sans Mono"/>
                <a:ea typeface="DejaVu Sans Mono"/>
                <a:cs typeface="DejaVu Sans Mono"/>
              </a:defRPr>
            </a:defPPr>
            <a:lvl1pPr algn="l">
              <a:buNone/>
              <a:defRPr sz="1575" b="0">
                <a:solidFill>
                  <a:srgbClr val="102A43"/>
                </a:solidFill>
                <a:latin typeface="DejaVu Sans Mono"/>
                <a:ea typeface="DejaVu Sans Mono"/>
                <a:cs typeface="DejaVu Sans Mono"/>
              </a:defRPr>
            </a:lvl1pPr>
            <a:lvl2pPr algn="l">
              <a:buNone/>
              <a:defRPr sz="1575" b="0">
                <a:solidFill>
                  <a:srgbClr val="102A43"/>
                </a:solidFill>
                <a:latin typeface="DejaVu Sans Mono"/>
                <a:ea typeface="DejaVu Sans Mono"/>
                <a:cs typeface="DejaVu Sans Mono"/>
              </a:defRPr>
            </a:lvl2pPr>
            <a:lvl3pPr algn="l">
              <a:buNone/>
              <a:defRPr sz="1575" b="0">
                <a:solidFill>
                  <a:srgbClr val="102A43"/>
                </a:solidFill>
                <a:latin typeface="DejaVu Sans Mono"/>
                <a:ea typeface="DejaVu Sans Mono"/>
                <a:cs typeface="DejaVu Sans Mono"/>
              </a:defRPr>
            </a:lvl3pPr>
            <a:lvl4pPr algn="l">
              <a:buNone/>
              <a:defRPr sz="1575" b="0">
                <a:solidFill>
                  <a:srgbClr val="102A43"/>
                </a:solidFill>
                <a:latin typeface="DejaVu Sans Mono"/>
                <a:ea typeface="DejaVu Sans Mono"/>
                <a:cs typeface="DejaVu Sans Mono"/>
              </a:defRPr>
            </a:lvl4pPr>
            <a:lvl5pPr algn="l">
              <a:buNone/>
              <a:defRPr sz="1575" b="0">
                <a:solidFill>
                  <a:srgbClr val="102A43"/>
                </a:solidFill>
                <a:latin typeface="DejaVu Sans Mono"/>
                <a:ea typeface="DejaVu Sans Mono"/>
                <a:cs typeface="DejaVu Sans Mono"/>
              </a:defRPr>
            </a:lvl5pPr>
            <a:lvl6pPr algn="l">
              <a:buNone/>
              <a:defRPr sz="1575" b="0">
                <a:solidFill>
                  <a:srgbClr val="102A43"/>
                </a:solidFill>
                <a:latin typeface="DejaVu Sans Mono"/>
                <a:ea typeface="DejaVu Sans Mono"/>
                <a:cs typeface="DejaVu Sans Mono"/>
              </a:defRPr>
            </a:lvl6pPr>
            <a:lvl7pPr algn="l">
              <a:buNone/>
              <a:defRPr sz="1575" b="0">
                <a:solidFill>
                  <a:srgbClr val="102A43"/>
                </a:solidFill>
                <a:latin typeface="DejaVu Sans Mono"/>
                <a:ea typeface="DejaVu Sans Mono"/>
                <a:cs typeface="DejaVu Sans Mono"/>
              </a:defRPr>
            </a:lvl7pPr>
            <a:lvl8pPr algn="l">
              <a:buNone/>
              <a:defRPr sz="1575" b="0">
                <a:solidFill>
                  <a:srgbClr val="102A43"/>
                </a:solidFill>
                <a:latin typeface="DejaVu Sans Mono"/>
                <a:ea typeface="DejaVu Sans Mono"/>
                <a:cs typeface="DejaVu Sans Mono"/>
              </a:defRPr>
            </a:lvl8pPr>
            <a:lvl9pPr algn="l">
              <a:buNone/>
              <a:defRPr sz="1575" b="0">
                <a:solidFill>
                  <a:srgbClr val="102A43"/>
                </a:solidFill>
                <a:latin typeface="DejaVu Sans Mono"/>
                <a:ea typeface="DejaVu Sans Mono"/>
                <a:cs typeface="DejaVu Sans Mono"/>
              </a:defRPr>
            </a:lvl9pPr>
          </a:lstStyle>
          <a:p xmlns:a="http://schemas.openxmlformats.org/drawingml/2006/main">
            <a:pPr algn="l">
              <a:lnSpc>
                <a:spcPct val="115000"/>
              </a:lnSpc>
              <a:buNone/>
              <a:defRPr sz="1575" b="0">
                <a:solidFill>
                  <a:srgbClr val="102A43"/>
                </a:solidFill>
                <a:latin typeface="DejaVu Sans Mono"/>
                <a:ea typeface="DejaVu Sans Mono"/>
                <a:cs typeface="DejaVu Sans Mono"/>
              </a:defRPr>
            </a:pPr>
            <a:r>
              <a:rPr sz="1575" b="0">
                <a:solidFill>
                  <a:srgbClr val="102A43"/>
                </a:solidFill>
                <a:latin typeface="DejaVu Sans Mono"/>
                <a:ea typeface="DejaVu Sans Mono"/>
                <a:cs typeface="DejaVu Sans Mono"/>
              </a:rPr>
              <a:t>{</a:t>
            </a:r>
          </a:p>
          <a:p xmlns:a="http://schemas.openxmlformats.org/drawingml/2006/main">
            <a:pPr algn="l">
              <a:lnSpc>
                <a:spcPct val="115000"/>
              </a:lnSpc>
              <a:buNone/>
              <a:defRPr sz="1575" b="0">
                <a:solidFill>
                  <a:srgbClr val="102A43"/>
                </a:solidFill>
                <a:latin typeface="DejaVu Sans Mono"/>
                <a:ea typeface="DejaVu Sans Mono"/>
                <a:cs typeface="DejaVu Sans Mono"/>
              </a:defRPr>
            </a:pPr>
            <a:r>
              <a:rPr sz="1575" b="0">
                <a:solidFill>
                  <a:srgbClr val="102A43"/>
                </a:solidFill>
                <a:latin typeface="DejaVu Sans Mono"/>
                <a:ea typeface="DejaVu Sans Mono"/>
                <a:cs typeface="DejaVu Sans Mono"/>
              </a:rPr>
              <a:t>  "owner": { "contract": "990000001",</a:t>
            </a:r>
          </a:p>
          <a:p xmlns:a="http://schemas.openxmlformats.org/drawingml/2006/main">
            <a:pPr algn="l">
              <a:lnSpc>
                <a:spcPct val="115000"/>
              </a:lnSpc>
              <a:buNone/>
              <a:defRPr sz="1575" b="0">
                <a:solidFill>
                  <a:srgbClr val="102A43"/>
                </a:solidFill>
                <a:latin typeface="DejaVu Sans Mono"/>
                <a:ea typeface="DejaVu Sans Mono"/>
                <a:cs typeface="DejaVu Sans Mono"/>
              </a:defRPr>
            </a:pPr>
            <a:r>
              <a:rPr sz="1575" b="0">
                <a:solidFill>
                  <a:srgbClr val="102A43"/>
                </a:solidFill>
                <a:latin typeface="DejaVu Sans Mono"/>
                <a:ea typeface="DejaVu Sans Mono"/>
                <a:cs typeface="DejaVu Sans Mono"/>
              </a:rPr>
              <a:t>    "pin": "001",</a:t>
            </a:r>
          </a:p>
          <a:p xmlns:a="http://schemas.openxmlformats.org/drawingml/2006/main">
            <a:pPr algn="l">
              <a:lnSpc>
                <a:spcPct val="115000"/>
              </a:lnSpc>
              <a:buNone/>
              <a:defRPr sz="1575" b="0">
                <a:solidFill>
                  <a:srgbClr val="102A43"/>
                </a:solidFill>
                <a:latin typeface="DejaVu Sans Mono"/>
                <a:ea typeface="DejaVu Sans Mono"/>
                <a:cs typeface="DejaVu Sans Mono"/>
              </a:defRPr>
            </a:pPr>
            <a:r>
              <a:rPr sz="1575" b="0">
                <a:solidFill>
                  <a:srgbClr val="102A43"/>
                </a:solidFill>
                <a:latin typeface="DejaVu Sans Mono"/>
                <a:ea typeface="DejaVu Sans Mono"/>
                <a:cs typeface="DejaVu Sans Mono"/>
              </a:rPr>
              <a:t>    "contractMemberGuid": "SYN-MEMBER-1" },</a:t>
            </a:r>
          </a:p>
          <a:p xmlns:a="http://schemas.openxmlformats.org/drawingml/2006/main">
            <a:pPr algn="l">
              <a:lnSpc>
                <a:spcPct val="115000"/>
              </a:lnSpc>
              <a:buNone/>
              <a:defRPr sz="1575" b="0">
                <a:solidFill>
                  <a:srgbClr val="102A43"/>
                </a:solidFill>
                <a:latin typeface="DejaVu Sans Mono"/>
                <a:ea typeface="DejaVu Sans Mono"/>
                <a:cs typeface="DejaVu Sans Mono"/>
              </a:defRPr>
            </a:pPr>
            <a:r>
              <a:rPr sz="1575" b="0">
                <a:solidFill>
                  <a:srgbClr val="102A43"/>
                </a:solidFill>
                <a:latin typeface="DejaVu Sans Mono"/>
                <a:ea typeface="DejaVu Sans Mono"/>
                <a:cs typeface="DejaVu Sans Mono"/>
              </a:rPr>
              <a:t>  "manager": { ... },</a:t>
            </a:r>
          </a:p>
          <a:p xmlns:a="http://schemas.openxmlformats.org/drawingml/2006/main">
            <a:pPr algn="l">
              <a:lnSpc>
                <a:spcPct val="115000"/>
              </a:lnSpc>
              <a:buNone/>
              <a:defRPr sz="1575" b="0">
                <a:solidFill>
                  <a:srgbClr val="102A43"/>
                </a:solidFill>
                <a:latin typeface="DejaVu Sans Mono"/>
                <a:ea typeface="DejaVu Sans Mono"/>
                <a:cs typeface="DejaVu Sans Mono"/>
              </a:defRPr>
            </a:pPr>
            <a:r>
              <a:rPr sz="1575" b="0">
                <a:solidFill>
                  <a:srgbClr val="102A43"/>
                </a:solidFill>
                <a:latin typeface="DejaVu Sans Mono"/>
                <a:ea typeface="DejaVu Sans Mono"/>
                <a:cs typeface="DejaVu Sans Mono"/>
              </a:rPr>
              <a:t>  "providerConsentGuid": null,</a:t>
            </a:r>
          </a:p>
          <a:p xmlns:a="http://schemas.openxmlformats.org/drawingml/2006/main">
            <a:pPr algn="l">
              <a:lnSpc>
                <a:spcPct val="115000"/>
              </a:lnSpc>
              <a:buNone/>
              <a:defRPr sz="1575" b="0">
                <a:solidFill>
                  <a:srgbClr val="102A43"/>
                </a:solidFill>
                <a:latin typeface="DejaVu Sans Mono"/>
                <a:ea typeface="DejaVu Sans Mono"/>
                <a:cs typeface="DejaVu Sans Mono"/>
              </a:defRPr>
            </a:pPr>
            <a:r>
              <a:rPr sz="1575" b="0">
                <a:solidFill>
                  <a:srgbClr val="102A43"/>
                </a:solidFill>
                <a:latin typeface="DejaVu Sans Mono"/>
                <a:ea typeface="DejaVu Sans Mono"/>
                <a:cs typeface="DejaVu Sans Mono"/>
              </a:rPr>
              <a:t>  "payerConsentGuid": "SYN-CONSENT-20001"</a:t>
            </a:r>
          </a:p>
          <a:p xmlns:a="http://schemas.openxmlformats.org/drawingml/2006/main">
            <a:pPr algn="l">
              <a:lnSpc>
                <a:spcPct val="115000"/>
              </a:lnSpc>
              <a:buNone/>
              <a:defRPr sz="1575" b="0">
                <a:solidFill>
                  <a:srgbClr val="102A43"/>
                </a:solidFill>
                <a:latin typeface="DejaVu Sans Mono"/>
                <a:ea typeface="DejaVu Sans Mono"/>
                <a:cs typeface="DejaVu Sans Mono"/>
              </a:defRPr>
            </a:pPr>
            <a:r>
              <a:rPr sz="1575" b="0">
                <a:solidFill>
                  <a:srgbClr val="102A43"/>
                </a:solidFill>
                <a:latin typeface="DejaVu Sans Mono"/>
                <a:ea typeface="DejaVu Sans Mono"/>
                <a:cs typeface="DejaVu Sans Mono"/>
              </a:rPr>
              <a:t>}</a:t>
            </a:r>
          </a:p>
        </p:txBody>
      </p:sp>
    </p:spTree>
    <p:extLst>
      <p:ext uri="{BB962C8B-B14F-4D97-AF65-F5344CB8AC3E}">
        <p14:creationId xmlns:p14="http://schemas.microsoft.com/office/powerpoint/2010/main" val="1164831987"/>
      </p:ext>
    </p:extLst>
  </p:cSld>
</p:sld>
</file>

<file path=ppt/slides/slide11.xml><?xml version="1.0" encoding="utf-8"?>
<p:sld xmlns:p="http://schemas.openxmlformats.org/presentationml/2006/main">
  <p:cSld>
    <p:bg>
      <p:bgPr>
        <a:solidFill xmlns:a="http://schemas.openxmlformats.org/drawingml/2006/main">
          <a:srgbClr val="F6F8FA"/>
        </a:solidFill>
      </p:bgPr>
    </p:bg>
    <p:spTree>
      <p:nvGrpSpPr>
        <p:cNvPr id="1" name=""/>
        <p:cNvGrpSpPr/>
        <p:nvPr/>
      </p:nvGrpSpPr>
      <p:grpSpPr>
        <a:xfrm xmlns:a="http://schemas.openxmlformats.org/drawingml/2006/main"/>
      </p:grpSpPr>
      <p:sp>
        <p:nvSpPr>
          <p:cNvPr id="8" name="slide-title">
            <a:extLst xmlns:a="http://schemas.openxmlformats.org/drawingml/2006/main">
              <a:ext uri="{FF2B5EF4-FFF2-40B4-BE49-F238E27FC236}">
                <a16:creationId xmlns:a16="http://schemas.microsoft.com/office/drawing/2014/main" id="{97A3E58E-7E98-48D3-9469-FC9556ED351E}"/>
              </a:ext>
            </a:extLst>
          </p:cNvPr>
          <p:cNvSpPr>
            <a:spLocks xmlns:a="http://schemas.openxmlformats.org/drawingml/2006/main" noGrp="1"/>
          </p:cNvSpPr>
          <p:nvPr/>
        </p:nvSpPr>
        <p:spPr>
          <a:xfrm xmlns:a="http://schemas.openxmlformats.org/drawingml/2006/main">
            <a:off x="609600" y="438150"/>
            <a:ext cx="109728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300" b="1">
                <a:solidFill>
                  <a:srgbClr val="102A43"/>
                </a:solidFill>
                <a:latin typeface="DejaVu Sans"/>
                <a:ea typeface="DejaVu Sans"/>
                <a:cs typeface="DejaVu Sans"/>
              </a:defRPr>
            </a:defPPr>
            <a:lvl1pPr algn="l">
              <a:buNone/>
              <a:defRPr sz="3300" b="1">
                <a:solidFill>
                  <a:srgbClr val="102A43"/>
                </a:solidFill>
                <a:latin typeface="DejaVu Sans"/>
                <a:ea typeface="DejaVu Sans"/>
                <a:cs typeface="DejaVu Sans"/>
              </a:defRPr>
            </a:lvl1pPr>
            <a:lvl2pPr algn="l">
              <a:buNone/>
              <a:defRPr sz="3300" b="1">
                <a:solidFill>
                  <a:srgbClr val="102A43"/>
                </a:solidFill>
                <a:latin typeface="DejaVu Sans"/>
                <a:ea typeface="DejaVu Sans"/>
                <a:cs typeface="DejaVu Sans"/>
              </a:defRPr>
            </a:lvl2pPr>
            <a:lvl3pPr algn="l">
              <a:buNone/>
              <a:defRPr sz="3300" b="1">
                <a:solidFill>
                  <a:srgbClr val="102A43"/>
                </a:solidFill>
                <a:latin typeface="DejaVu Sans"/>
                <a:ea typeface="DejaVu Sans"/>
                <a:cs typeface="DejaVu Sans"/>
              </a:defRPr>
            </a:lvl3pPr>
            <a:lvl4pPr algn="l">
              <a:buNone/>
              <a:defRPr sz="3300" b="1">
                <a:solidFill>
                  <a:srgbClr val="102A43"/>
                </a:solidFill>
                <a:latin typeface="DejaVu Sans"/>
                <a:ea typeface="DejaVu Sans"/>
                <a:cs typeface="DejaVu Sans"/>
              </a:defRPr>
            </a:lvl4pPr>
            <a:lvl5pPr algn="l">
              <a:buNone/>
              <a:defRPr sz="3300" b="1">
                <a:solidFill>
                  <a:srgbClr val="102A43"/>
                </a:solidFill>
                <a:latin typeface="DejaVu Sans"/>
                <a:ea typeface="DejaVu Sans"/>
                <a:cs typeface="DejaVu Sans"/>
              </a:defRPr>
            </a:lvl5pPr>
            <a:lvl6pPr algn="l">
              <a:buNone/>
              <a:defRPr sz="3300" b="1">
                <a:solidFill>
                  <a:srgbClr val="102A43"/>
                </a:solidFill>
                <a:latin typeface="DejaVu Sans"/>
                <a:ea typeface="DejaVu Sans"/>
                <a:cs typeface="DejaVu Sans"/>
              </a:defRPr>
            </a:lvl6pPr>
            <a:lvl7pPr algn="l">
              <a:buNone/>
              <a:defRPr sz="3300" b="1">
                <a:solidFill>
                  <a:srgbClr val="102A43"/>
                </a:solidFill>
                <a:latin typeface="DejaVu Sans"/>
                <a:ea typeface="DejaVu Sans"/>
                <a:cs typeface="DejaVu Sans"/>
              </a:defRPr>
            </a:lvl7pPr>
            <a:lvl8pPr algn="l">
              <a:buNone/>
              <a:defRPr sz="3300" b="1">
                <a:solidFill>
                  <a:srgbClr val="102A43"/>
                </a:solidFill>
                <a:latin typeface="DejaVu Sans"/>
                <a:ea typeface="DejaVu Sans"/>
                <a:cs typeface="DejaVu Sans"/>
              </a:defRPr>
            </a:lvl8pPr>
            <a:lvl9pPr algn="l">
              <a:buNone/>
              <a:defRPr sz="3300" b="1">
                <a:solidFill>
                  <a:srgbClr val="102A43"/>
                </a:solidFill>
                <a:latin typeface="DejaVu Sans"/>
                <a:ea typeface="DejaVu Sans"/>
                <a:cs typeface="DejaVu Sans"/>
              </a:defRPr>
            </a:lvl9pPr>
          </a:lstStyle>
          <a:p xmlns:a="http://schemas.openxmlformats.org/drawingml/2006/main">
            <a:pPr algn="l">
              <a:lnSpc>
                <a:spcPct val="115000"/>
              </a:lnSpc>
              <a:buNone/>
              <a:defRPr sz="3300" b="1">
                <a:solidFill>
                  <a:srgbClr val="102A43"/>
                </a:solidFill>
                <a:latin typeface="DejaVu Sans"/>
                <a:ea typeface="DejaVu Sans"/>
                <a:cs typeface="DejaVu Sans"/>
              </a:defRPr>
            </a:pPr>
            <a:r>
              <a:rPr sz="3300" b="1">
                <a:solidFill>
                  <a:srgbClr val="102A43"/>
                </a:solidFill>
                <a:latin typeface="DejaVu Sans"/>
                <a:ea typeface="DejaVu Sans"/>
                <a:cs typeface="DejaVu Sans"/>
              </a:rPr>
              <a:t>Provider clinical entry</a:t>
            </a:r>
          </a:p>
        </p:txBody>
      </p:sp>
      <p:sp>
        <p:nvSpPr>
          <p:cNvPr id="2" name="text-32">
            <a:extLst xmlns:a="http://schemas.openxmlformats.org/drawingml/2006/main">
              <a:ext uri="{FF2B5EF4-FFF2-40B4-BE49-F238E27FC236}">
                <a16:creationId xmlns:a16="http://schemas.microsoft.com/office/drawing/2014/main" id="{3B5480CE-CFF2-4A5E-A0BE-1802DC4D5A42}"/>
              </a:ext>
            </a:extLst>
          </p:cNvPr>
          <p:cNvSpPr>
            <a:spLocks xmlns:a="http://schemas.openxmlformats.org/drawingml/2006/main" noGrp="1"/>
          </p:cNvSpPr>
          <p:nvPr/>
        </p:nvSpPr>
        <p:spPr>
          <a:xfrm xmlns:a="http://schemas.openxmlformats.org/drawingml/2006/main">
            <a:off x="609600" y="1371600"/>
            <a:ext cx="109728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526778"/>
                </a:solidFill>
                <a:latin typeface="DejaVu Sans"/>
                <a:ea typeface="DejaVu Sans"/>
                <a:cs typeface="DejaVu Sans"/>
              </a:defRPr>
            </a:defPPr>
            <a:lvl1pPr algn="l">
              <a:buNone/>
              <a:defRPr sz="1875" b="0">
                <a:solidFill>
                  <a:srgbClr val="526778"/>
                </a:solidFill>
                <a:latin typeface="DejaVu Sans"/>
                <a:ea typeface="DejaVu Sans"/>
                <a:cs typeface="DejaVu Sans"/>
              </a:defRPr>
            </a:lvl1pPr>
            <a:lvl2pPr algn="l">
              <a:buNone/>
              <a:defRPr sz="1875" b="0">
                <a:solidFill>
                  <a:srgbClr val="526778"/>
                </a:solidFill>
                <a:latin typeface="DejaVu Sans"/>
                <a:ea typeface="DejaVu Sans"/>
                <a:cs typeface="DejaVu Sans"/>
              </a:defRPr>
            </a:lvl2pPr>
            <a:lvl3pPr algn="l">
              <a:buNone/>
              <a:defRPr sz="1875" b="0">
                <a:solidFill>
                  <a:srgbClr val="526778"/>
                </a:solidFill>
                <a:latin typeface="DejaVu Sans"/>
                <a:ea typeface="DejaVu Sans"/>
                <a:cs typeface="DejaVu Sans"/>
              </a:defRPr>
            </a:lvl3pPr>
            <a:lvl4pPr algn="l">
              <a:buNone/>
              <a:defRPr sz="1875" b="0">
                <a:solidFill>
                  <a:srgbClr val="526778"/>
                </a:solidFill>
                <a:latin typeface="DejaVu Sans"/>
                <a:ea typeface="DejaVu Sans"/>
                <a:cs typeface="DejaVu Sans"/>
              </a:defRPr>
            </a:lvl4pPr>
            <a:lvl5pPr algn="l">
              <a:buNone/>
              <a:defRPr sz="1875" b="0">
                <a:solidFill>
                  <a:srgbClr val="526778"/>
                </a:solidFill>
                <a:latin typeface="DejaVu Sans"/>
                <a:ea typeface="DejaVu Sans"/>
                <a:cs typeface="DejaVu Sans"/>
              </a:defRPr>
            </a:lvl5pPr>
            <a:lvl6pPr algn="l">
              <a:buNone/>
              <a:defRPr sz="1875" b="0">
                <a:solidFill>
                  <a:srgbClr val="526778"/>
                </a:solidFill>
                <a:latin typeface="DejaVu Sans"/>
                <a:ea typeface="DejaVu Sans"/>
                <a:cs typeface="DejaVu Sans"/>
              </a:defRPr>
            </a:lvl6pPr>
            <a:lvl7pPr algn="l">
              <a:buNone/>
              <a:defRPr sz="1875" b="0">
                <a:solidFill>
                  <a:srgbClr val="526778"/>
                </a:solidFill>
                <a:latin typeface="DejaVu Sans"/>
                <a:ea typeface="DejaVu Sans"/>
                <a:cs typeface="DejaVu Sans"/>
              </a:defRPr>
            </a:lvl7pPr>
            <a:lvl8pPr algn="l">
              <a:buNone/>
              <a:defRPr sz="1875" b="0">
                <a:solidFill>
                  <a:srgbClr val="526778"/>
                </a:solidFill>
                <a:latin typeface="DejaVu Sans"/>
                <a:ea typeface="DejaVu Sans"/>
                <a:cs typeface="DejaVu Sans"/>
              </a:defRPr>
            </a:lvl8pPr>
            <a:lvl9pPr algn="l">
              <a:buNone/>
              <a:defRPr sz="1875" b="0">
                <a:solidFill>
                  <a:srgbClr val="526778"/>
                </a:solidFill>
                <a:latin typeface="DejaVu Sans"/>
                <a:ea typeface="DejaVu Sans"/>
                <a:cs typeface="DejaVu Sans"/>
              </a:defRPr>
            </a:lvl9pPr>
          </a:lstStyle>
          <a:p xmlns:a="http://schemas.openxmlformats.org/drawingml/2006/main">
            <a:pPr algn="l">
              <a:lnSpc>
                <a:spcPct val="115000"/>
              </a:lnSpc>
              <a:buNone/>
              <a:defRPr sz="1875" b="0">
                <a:solidFill>
                  <a:srgbClr val="526778"/>
                </a:solidFill>
                <a:latin typeface="DejaVu Sans"/>
                <a:ea typeface="DejaVu Sans"/>
                <a:cs typeface="DejaVu Sans"/>
              </a:defRPr>
            </a:pPr>
            <a:r>
              <a:rPr sz="1875" b="0">
                <a:solidFill>
                  <a:srgbClr val="526778"/>
                </a:solidFill>
                <a:latin typeface="DejaVu Sans"/>
                <a:ea typeface="DejaVu Sans"/>
                <a:cs typeface="DejaVu Sans"/>
              </a:rPr>
              <a:t>The PCDS object is an entry inside the member request array.</a:t>
            </a:r>
          </a:p>
        </p:txBody>
      </p:sp>
      <p:sp>
        <p:nvSpPr>
          <p:cNvPr id="3" name="slide-number">
            <a:extLst xmlns:a="http://schemas.openxmlformats.org/drawingml/2006/main">
              <a:ext uri="{FF2B5EF4-FFF2-40B4-BE49-F238E27FC236}">
                <a16:creationId xmlns:a16="http://schemas.microsoft.com/office/drawing/2014/main" id="{738C1851-925A-4901-B088-978AA8E7C9F3}"/>
              </a:ext>
            </a:extLst>
          </p:cNvPr>
          <p:cNvSpPr>
            <a:spLocks xmlns:a="http://schemas.openxmlformats.org/drawingml/2006/main" noGrp="1"/>
          </p:cNvSpPr>
          <p:nvPr/>
        </p:nvSpPr>
        <p:spPr>
          <a:xfrm xmlns:a="http://schemas.openxmlformats.org/drawingml/2006/main">
            <a:off x="11182350" y="6391275"/>
            <a:ext cx="4000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275" b="0">
                <a:solidFill>
                  <a:srgbClr val="526778"/>
                </a:solidFill>
                <a:latin typeface="DejaVu Sans"/>
                <a:ea typeface="DejaVu Sans"/>
                <a:cs typeface="DejaVu Sans"/>
              </a:defRPr>
            </a:defPPr>
            <a:lvl1pPr algn="r">
              <a:buNone/>
              <a:defRPr sz="1275" b="0">
                <a:solidFill>
                  <a:srgbClr val="526778"/>
                </a:solidFill>
                <a:latin typeface="DejaVu Sans"/>
                <a:ea typeface="DejaVu Sans"/>
                <a:cs typeface="DejaVu Sans"/>
              </a:defRPr>
            </a:lvl1pPr>
            <a:lvl2pPr algn="r">
              <a:buNone/>
              <a:defRPr sz="1275" b="0">
                <a:solidFill>
                  <a:srgbClr val="526778"/>
                </a:solidFill>
                <a:latin typeface="DejaVu Sans"/>
                <a:ea typeface="DejaVu Sans"/>
                <a:cs typeface="DejaVu Sans"/>
              </a:defRPr>
            </a:lvl2pPr>
            <a:lvl3pPr algn="r">
              <a:buNone/>
              <a:defRPr sz="1275" b="0">
                <a:solidFill>
                  <a:srgbClr val="526778"/>
                </a:solidFill>
                <a:latin typeface="DejaVu Sans"/>
                <a:ea typeface="DejaVu Sans"/>
                <a:cs typeface="DejaVu Sans"/>
              </a:defRPr>
            </a:lvl3pPr>
            <a:lvl4pPr algn="r">
              <a:buNone/>
              <a:defRPr sz="1275" b="0">
                <a:solidFill>
                  <a:srgbClr val="526778"/>
                </a:solidFill>
                <a:latin typeface="DejaVu Sans"/>
                <a:ea typeface="DejaVu Sans"/>
                <a:cs typeface="DejaVu Sans"/>
              </a:defRPr>
            </a:lvl4pPr>
            <a:lvl5pPr algn="r">
              <a:buNone/>
              <a:defRPr sz="1275" b="0">
                <a:solidFill>
                  <a:srgbClr val="526778"/>
                </a:solidFill>
                <a:latin typeface="DejaVu Sans"/>
                <a:ea typeface="DejaVu Sans"/>
                <a:cs typeface="DejaVu Sans"/>
              </a:defRPr>
            </a:lvl5pPr>
            <a:lvl6pPr algn="r">
              <a:buNone/>
              <a:defRPr sz="1275" b="0">
                <a:solidFill>
                  <a:srgbClr val="526778"/>
                </a:solidFill>
                <a:latin typeface="DejaVu Sans"/>
                <a:ea typeface="DejaVu Sans"/>
                <a:cs typeface="DejaVu Sans"/>
              </a:defRPr>
            </a:lvl6pPr>
            <a:lvl7pPr algn="r">
              <a:buNone/>
              <a:defRPr sz="1275" b="0">
                <a:solidFill>
                  <a:srgbClr val="526778"/>
                </a:solidFill>
                <a:latin typeface="DejaVu Sans"/>
                <a:ea typeface="DejaVu Sans"/>
                <a:cs typeface="DejaVu Sans"/>
              </a:defRPr>
            </a:lvl7pPr>
            <a:lvl8pPr algn="r">
              <a:buNone/>
              <a:defRPr sz="1275" b="0">
                <a:solidFill>
                  <a:srgbClr val="526778"/>
                </a:solidFill>
                <a:latin typeface="DejaVu Sans"/>
                <a:ea typeface="DejaVu Sans"/>
                <a:cs typeface="DejaVu Sans"/>
              </a:defRPr>
            </a:lvl8pPr>
            <a:lvl9pPr algn="r">
              <a:buNone/>
              <a:defRPr sz="1275" b="0">
                <a:solidFill>
                  <a:srgbClr val="526778"/>
                </a:solidFill>
                <a:latin typeface="DejaVu Sans"/>
                <a:ea typeface="DejaVu Sans"/>
                <a:cs typeface="DejaVu Sans"/>
              </a:defRPr>
            </a:lvl9pPr>
          </a:lstStyle>
          <a:p xmlns:a="http://schemas.openxmlformats.org/drawingml/2006/main">
            <a:pPr algn="r">
              <a:lnSpc>
                <a:spcPct val="115000"/>
              </a:lnSpc>
              <a:buNone/>
              <a:defRPr sz="1275" b="0">
                <a:solidFill>
                  <a:srgbClr val="526778"/>
                </a:solidFill>
                <a:latin typeface="DejaVu Sans"/>
                <a:ea typeface="DejaVu Sans"/>
                <a:cs typeface="DejaVu Sans"/>
              </a:defRPr>
            </a:pPr>
            <a:r>
              <a:rPr sz="1275" b="0">
                <a:solidFill>
                  <a:srgbClr val="526778"/>
                </a:solidFill>
                <a:latin typeface="DejaVu Sans"/>
                <a:ea typeface="DejaVu Sans"/>
                <a:cs typeface="DejaVu Sans"/>
              </a:rPr>
              <a:t>11</a:t>
            </a:r>
          </a:p>
        </p:txBody>
      </p:sp>
      <p:sp>
        <p:nvSpPr>
          <p:cNvPr id="4" name="text-33">
            <a:extLst xmlns:a="http://schemas.openxmlformats.org/drawingml/2006/main">
              <a:ext uri="{FF2B5EF4-FFF2-40B4-BE49-F238E27FC236}">
                <a16:creationId xmlns:a16="http://schemas.microsoft.com/office/drawing/2014/main" id="{5E440F66-043A-453F-B0CA-C51697B8BE15}"/>
              </a:ext>
            </a:extLst>
          </p:cNvPr>
          <p:cNvSpPr>
            <a:spLocks xmlns:a="http://schemas.openxmlformats.org/drawingml/2006/main" noGrp="1"/>
          </p:cNvSpPr>
          <p:nvPr/>
        </p:nvSpPr>
        <p:spPr>
          <a:xfrm xmlns:a="http://schemas.openxmlformats.org/drawingml/2006/main">
            <a:off x="609600" y="2028825"/>
            <a:ext cx="7239000" cy="409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50" b="0">
                <a:solidFill>
                  <a:srgbClr val="102A43"/>
                </a:solidFill>
                <a:latin typeface="DejaVu Sans Mono"/>
                <a:ea typeface="DejaVu Sans Mono"/>
                <a:cs typeface="DejaVu Sans Mono"/>
              </a:defRPr>
            </a:defPPr>
            <a:lvl1pPr algn="l">
              <a:buNone/>
              <a:defRPr sz="1650" b="0">
                <a:solidFill>
                  <a:srgbClr val="102A43"/>
                </a:solidFill>
                <a:latin typeface="DejaVu Sans Mono"/>
                <a:ea typeface="DejaVu Sans Mono"/>
                <a:cs typeface="DejaVu Sans Mono"/>
              </a:defRPr>
            </a:lvl1pPr>
            <a:lvl2pPr algn="l">
              <a:buNone/>
              <a:defRPr sz="1650" b="0">
                <a:solidFill>
                  <a:srgbClr val="102A43"/>
                </a:solidFill>
                <a:latin typeface="DejaVu Sans Mono"/>
                <a:ea typeface="DejaVu Sans Mono"/>
                <a:cs typeface="DejaVu Sans Mono"/>
              </a:defRPr>
            </a:lvl2pPr>
            <a:lvl3pPr algn="l">
              <a:buNone/>
              <a:defRPr sz="1650" b="0">
                <a:solidFill>
                  <a:srgbClr val="102A43"/>
                </a:solidFill>
                <a:latin typeface="DejaVu Sans Mono"/>
                <a:ea typeface="DejaVu Sans Mono"/>
                <a:cs typeface="DejaVu Sans Mono"/>
              </a:defRPr>
            </a:lvl3pPr>
            <a:lvl4pPr algn="l">
              <a:buNone/>
              <a:defRPr sz="1650" b="0">
                <a:solidFill>
                  <a:srgbClr val="102A43"/>
                </a:solidFill>
                <a:latin typeface="DejaVu Sans Mono"/>
                <a:ea typeface="DejaVu Sans Mono"/>
                <a:cs typeface="DejaVu Sans Mono"/>
              </a:defRPr>
            </a:lvl4pPr>
            <a:lvl5pPr algn="l">
              <a:buNone/>
              <a:defRPr sz="1650" b="0">
                <a:solidFill>
                  <a:srgbClr val="102A43"/>
                </a:solidFill>
                <a:latin typeface="DejaVu Sans Mono"/>
                <a:ea typeface="DejaVu Sans Mono"/>
                <a:cs typeface="DejaVu Sans Mono"/>
              </a:defRPr>
            </a:lvl5pPr>
            <a:lvl6pPr algn="l">
              <a:buNone/>
              <a:defRPr sz="1650" b="0">
                <a:solidFill>
                  <a:srgbClr val="102A43"/>
                </a:solidFill>
                <a:latin typeface="DejaVu Sans Mono"/>
                <a:ea typeface="DejaVu Sans Mono"/>
                <a:cs typeface="DejaVu Sans Mono"/>
              </a:defRPr>
            </a:lvl6pPr>
            <a:lvl7pPr algn="l">
              <a:buNone/>
              <a:defRPr sz="1650" b="0">
                <a:solidFill>
                  <a:srgbClr val="102A43"/>
                </a:solidFill>
                <a:latin typeface="DejaVu Sans Mono"/>
                <a:ea typeface="DejaVu Sans Mono"/>
                <a:cs typeface="DejaVu Sans Mono"/>
              </a:defRPr>
            </a:lvl7pPr>
            <a:lvl8pPr algn="l">
              <a:buNone/>
              <a:defRPr sz="1650" b="0">
                <a:solidFill>
                  <a:srgbClr val="102A43"/>
                </a:solidFill>
                <a:latin typeface="DejaVu Sans Mono"/>
                <a:ea typeface="DejaVu Sans Mono"/>
                <a:cs typeface="DejaVu Sans Mono"/>
              </a:defRPr>
            </a:lvl8pPr>
            <a:lvl9pPr algn="l">
              <a:buNone/>
              <a:defRPr sz="1650" b="0">
                <a:solidFill>
                  <a:srgbClr val="102A43"/>
                </a:solidFill>
                <a:latin typeface="DejaVu Sans Mono"/>
                <a:ea typeface="DejaVu Sans Mono"/>
                <a:cs typeface="DejaVu Sans Mono"/>
              </a:defRPr>
            </a:lvl9pPr>
          </a:lstStyle>
          <a:p xmlns:a="http://schemas.openxmlformats.org/drawingml/2006/main">
            <a:pPr algn="l">
              <a:lnSpc>
                <a:spcPct val="115000"/>
              </a:lnSpc>
              <a:buNone/>
              <a:defRPr sz="1650" b="0">
                <a:solidFill>
                  <a:srgbClr val="102A43"/>
                </a:solidFill>
                <a:latin typeface="DejaVu Sans Mono"/>
                <a:ea typeface="DejaVu Sans Mono"/>
                <a:cs typeface="DejaVu Sans Mono"/>
              </a:defRPr>
            </a:pPr>
            <a:r>
              <a:rPr sz="1650" b="0">
                <a:solidFill>
                  <a:srgbClr val="102A43"/>
                </a:solidFill>
                <a:latin typeface="DejaVu Sans Mono"/>
                <a:ea typeface="DejaVu Sans Mono"/>
                <a:cs typeface="DejaVu Sans Mono"/>
              </a:rPr>
              <a:t>{</a:t>
            </a:r>
          </a:p>
          <a:p xmlns:a="http://schemas.openxmlformats.org/drawingml/2006/main">
            <a:pPr algn="l">
              <a:lnSpc>
                <a:spcPct val="115000"/>
              </a:lnSpc>
              <a:buNone/>
              <a:defRPr sz="1650" b="0">
                <a:solidFill>
                  <a:srgbClr val="102A43"/>
                </a:solidFill>
                <a:latin typeface="DejaVu Sans Mono"/>
                <a:ea typeface="DejaVu Sans Mono"/>
                <a:cs typeface="DejaVu Sans Mono"/>
              </a:defRPr>
            </a:pPr>
            <a:r>
              <a:rPr sz="1650" b="0">
                <a:solidFill>
                  <a:srgbClr val="102A43"/>
                </a:solidFill>
                <a:latin typeface="DejaVu Sans Mono"/>
                <a:ea typeface="DejaVu Sans Mono"/>
                <a:cs typeface="DejaVu Sans Mono"/>
              </a:rPr>
              <a:t>  "consentGuid": null,</a:t>
            </a:r>
          </a:p>
          <a:p xmlns:a="http://schemas.openxmlformats.org/drawingml/2006/main">
            <a:pPr algn="l">
              <a:lnSpc>
                <a:spcPct val="115000"/>
              </a:lnSpc>
              <a:buNone/>
              <a:defRPr sz="1650" b="0">
                <a:solidFill>
                  <a:srgbClr val="102A43"/>
                </a:solidFill>
                <a:latin typeface="DejaVu Sans Mono"/>
                <a:ea typeface="DejaVu Sans Mono"/>
                <a:cs typeface="DejaVu Sans Mono"/>
              </a:defRPr>
            </a:pPr>
            <a:r>
              <a:rPr sz="1650" b="0">
                <a:solidFill>
                  <a:srgbClr val="102A43"/>
                </a:solidFill>
                <a:latin typeface="DejaVu Sans Mono"/>
                <a:ea typeface="DejaVu Sans Mono"/>
                <a:cs typeface="DejaVu Sans Mono"/>
              </a:rPr>
              <a:t>  "consentTarget": "PCDS",</a:t>
            </a:r>
          </a:p>
          <a:p xmlns:a="http://schemas.openxmlformats.org/drawingml/2006/main">
            <a:pPr algn="l">
              <a:lnSpc>
                <a:spcPct val="115000"/>
              </a:lnSpc>
              <a:buNone/>
              <a:defRPr sz="1650" b="0">
                <a:solidFill>
                  <a:srgbClr val="102A43"/>
                </a:solidFill>
                <a:latin typeface="DejaVu Sans Mono"/>
                <a:ea typeface="DejaVu Sans Mono"/>
                <a:cs typeface="DejaVu Sans Mono"/>
              </a:defRPr>
            </a:pPr>
            <a:r>
              <a:rPr sz="1650" b="0">
                <a:solidFill>
                  <a:srgbClr val="102A43"/>
                </a:solidFill>
                <a:latin typeface="DejaVu Sans Mono"/>
                <a:ea typeface="DejaVu Sans Mono"/>
                <a:cs typeface="DejaVu Sans Mono"/>
              </a:rPr>
              <a:t>  "consentStatus": "RVOKE",</a:t>
            </a:r>
          </a:p>
          <a:p xmlns:a="http://schemas.openxmlformats.org/drawingml/2006/main">
            <a:pPr algn="l">
              <a:lnSpc>
                <a:spcPct val="115000"/>
              </a:lnSpc>
              <a:buNone/>
              <a:defRPr sz="1650" b="0">
                <a:solidFill>
                  <a:srgbClr val="102A43"/>
                </a:solidFill>
                <a:latin typeface="DejaVu Sans Mono"/>
                <a:ea typeface="DejaVu Sans Mono"/>
                <a:cs typeface="DejaVu Sans Mono"/>
              </a:defRPr>
            </a:pPr>
            <a:r>
              <a:rPr sz="1650" b="0">
                <a:solidFill>
                  <a:srgbClr val="102A43"/>
                </a:solidFill>
                <a:latin typeface="DejaVu Sans Mono"/>
                <a:ea typeface="DejaVu Sans Mono"/>
                <a:cs typeface="DejaVu Sans Mono"/>
              </a:rPr>
              <a:t>  "consentOwner": {</a:t>
            </a:r>
          </a:p>
          <a:p xmlns:a="http://schemas.openxmlformats.org/drawingml/2006/main">
            <a:pPr algn="l">
              <a:lnSpc>
                <a:spcPct val="115000"/>
              </a:lnSpc>
              <a:buNone/>
              <a:defRPr sz="1650" b="0">
                <a:solidFill>
                  <a:srgbClr val="102A43"/>
                </a:solidFill>
                <a:latin typeface="DejaVu Sans Mono"/>
                <a:ea typeface="DejaVu Sans Mono"/>
                <a:cs typeface="DejaVu Sans Mono"/>
              </a:defRPr>
            </a:pPr>
            <a:r>
              <a:rPr sz="1650" b="0">
                <a:solidFill>
                  <a:srgbClr val="102A43"/>
                </a:solidFill>
                <a:latin typeface="DejaVu Sans Mono"/>
                <a:ea typeface="DejaVu Sans Mono"/>
                <a:cs typeface="DejaVu Sans Mono"/>
              </a:rPr>
              <a:t>    "contract": "990000001",</a:t>
            </a:r>
          </a:p>
          <a:p xmlns:a="http://schemas.openxmlformats.org/drawingml/2006/main">
            <a:pPr algn="l">
              <a:lnSpc>
                <a:spcPct val="115000"/>
              </a:lnSpc>
              <a:buNone/>
              <a:defRPr sz="1650" b="0">
                <a:solidFill>
                  <a:srgbClr val="102A43"/>
                </a:solidFill>
                <a:latin typeface="DejaVu Sans Mono"/>
                <a:ea typeface="DejaVu Sans Mono"/>
                <a:cs typeface="DejaVu Sans Mono"/>
              </a:defRPr>
            </a:pPr>
            <a:r>
              <a:rPr sz="1650" b="0">
                <a:solidFill>
                  <a:srgbClr val="102A43"/>
                </a:solidFill>
                <a:latin typeface="DejaVu Sans Mono"/>
                <a:ea typeface="DejaVu Sans Mono"/>
                <a:cs typeface="DejaVu Sans Mono"/>
              </a:rPr>
              <a:t>    "pin": "001",</a:t>
            </a:r>
          </a:p>
          <a:p xmlns:a="http://schemas.openxmlformats.org/drawingml/2006/main">
            <a:pPr algn="l">
              <a:lnSpc>
                <a:spcPct val="115000"/>
              </a:lnSpc>
              <a:buNone/>
              <a:defRPr sz="1650" b="0">
                <a:solidFill>
                  <a:srgbClr val="102A43"/>
                </a:solidFill>
                <a:latin typeface="DejaVu Sans Mono"/>
                <a:ea typeface="DejaVu Sans Mono"/>
                <a:cs typeface="DejaVu Sans Mono"/>
              </a:defRPr>
            </a:pPr>
            <a:r>
              <a:rPr sz="1650" b="0">
                <a:solidFill>
                  <a:srgbClr val="102A43"/>
                </a:solidFill>
                <a:latin typeface="DejaVu Sans Mono"/>
                <a:ea typeface="DejaVu Sans Mono"/>
                <a:cs typeface="DejaVu Sans Mono"/>
              </a:rPr>
              <a:t>    "contractMemberGuid": "SYN-MEMBER-1"</a:t>
            </a:r>
          </a:p>
          <a:p xmlns:a="http://schemas.openxmlformats.org/drawingml/2006/main">
            <a:pPr algn="l">
              <a:lnSpc>
                <a:spcPct val="115000"/>
              </a:lnSpc>
              <a:buNone/>
              <a:defRPr sz="1650" b="0">
                <a:solidFill>
                  <a:srgbClr val="102A43"/>
                </a:solidFill>
                <a:latin typeface="DejaVu Sans Mono"/>
                <a:ea typeface="DejaVu Sans Mono"/>
                <a:cs typeface="DejaVu Sans Mono"/>
              </a:defRPr>
            </a:pPr>
            <a:r>
              <a:rPr sz="1650" b="0">
                <a:solidFill>
                  <a:srgbClr val="102A43"/>
                </a:solidFill>
                <a:latin typeface="DejaVu Sans Mono"/>
                <a:ea typeface="DejaVu Sans Mono"/>
                <a:cs typeface="DejaVu Sans Mono"/>
              </a:rPr>
              <a:t>  },</a:t>
            </a:r>
          </a:p>
          <a:p xmlns:a="http://schemas.openxmlformats.org/drawingml/2006/main">
            <a:pPr algn="l">
              <a:lnSpc>
                <a:spcPct val="115000"/>
              </a:lnSpc>
              <a:buNone/>
              <a:defRPr sz="1650" b="0">
                <a:solidFill>
                  <a:srgbClr val="102A43"/>
                </a:solidFill>
                <a:latin typeface="DejaVu Sans Mono"/>
                <a:ea typeface="DejaVu Sans Mono"/>
                <a:cs typeface="DejaVu Sans Mono"/>
              </a:defRPr>
            </a:pPr>
            <a:r>
              <a:rPr sz="1650" b="0">
                <a:solidFill>
                  <a:srgbClr val="102A43"/>
                </a:solidFill>
                <a:latin typeface="DejaVu Sans Mono"/>
                <a:ea typeface="DejaVu Sans Mono"/>
                <a:cs typeface="DejaVu Sans Mono"/>
              </a:rPr>
              <a:t>  "effectiveDate": "2026-10-01",</a:t>
            </a:r>
          </a:p>
          <a:p xmlns:a="http://schemas.openxmlformats.org/drawingml/2006/main">
            <a:pPr algn="l">
              <a:lnSpc>
                <a:spcPct val="115000"/>
              </a:lnSpc>
              <a:buNone/>
              <a:defRPr sz="1650" b="0">
                <a:solidFill>
                  <a:srgbClr val="102A43"/>
                </a:solidFill>
                <a:latin typeface="DejaVu Sans Mono"/>
                <a:ea typeface="DejaVu Sans Mono"/>
                <a:cs typeface="DejaVu Sans Mono"/>
              </a:defRPr>
            </a:pPr>
            <a:r>
              <a:rPr sz="1650" b="0">
                <a:solidFill>
                  <a:srgbClr val="102A43"/>
                </a:solidFill>
                <a:latin typeface="DejaVu Sans Mono"/>
                <a:ea typeface="DejaVu Sans Mono"/>
                <a:cs typeface="DejaVu Sans Mono"/>
              </a:rPr>
              <a:t>  "effectiveEndDate": null,</a:t>
            </a:r>
          </a:p>
          <a:p xmlns:a="http://schemas.openxmlformats.org/drawingml/2006/main">
            <a:pPr algn="l">
              <a:lnSpc>
                <a:spcPct val="115000"/>
              </a:lnSpc>
              <a:buNone/>
              <a:defRPr sz="1650" b="0">
                <a:solidFill>
                  <a:srgbClr val="102A43"/>
                </a:solidFill>
                <a:latin typeface="DejaVu Sans Mono"/>
                <a:ea typeface="DejaVu Sans Mono"/>
                <a:cs typeface="DejaVu Sans Mono"/>
              </a:defRPr>
            </a:pPr>
            <a:r>
              <a:rPr sz="1650" b="0">
                <a:solidFill>
                  <a:srgbClr val="102A43"/>
                </a:solidFill>
                <a:latin typeface="DejaVu Sans Mono"/>
                <a:ea typeface="DejaVu Sans Mono"/>
                <a:cs typeface="DejaVu Sans Mono"/>
              </a:rPr>
              <a:t>  "transactionDetails": { ... }</a:t>
            </a:r>
          </a:p>
          <a:p xmlns:a="http://schemas.openxmlformats.org/drawingml/2006/main">
            <a:pPr algn="l">
              <a:lnSpc>
                <a:spcPct val="115000"/>
              </a:lnSpc>
              <a:buNone/>
              <a:defRPr sz="1650" b="0">
                <a:solidFill>
                  <a:srgbClr val="102A43"/>
                </a:solidFill>
                <a:latin typeface="DejaVu Sans Mono"/>
                <a:ea typeface="DejaVu Sans Mono"/>
                <a:cs typeface="DejaVu Sans Mono"/>
              </a:defRPr>
            </a:pPr>
            <a:r>
              <a:rPr sz="1650" b="0">
                <a:solidFill>
                  <a:srgbClr val="102A43"/>
                </a:solidFill>
                <a:latin typeface="DejaVu Sans Mono"/>
                <a:ea typeface="DejaVu Sans Mono"/>
                <a:cs typeface="DejaVu Sans Mono"/>
              </a:rPr>
              <a:t>}</a:t>
            </a:r>
          </a:p>
        </p:txBody>
      </p:sp>
      <p:sp>
        <p:nvSpPr>
          <p:cNvPr id="5" name="text-34">
            <a:extLst xmlns:a="http://schemas.openxmlformats.org/drawingml/2006/main">
              <a:ext uri="{FF2B5EF4-FFF2-40B4-BE49-F238E27FC236}">
                <a16:creationId xmlns:a16="http://schemas.microsoft.com/office/drawing/2014/main" id="{81E3FCC3-7835-43B2-BB65-C5718689B72E}"/>
              </a:ext>
            </a:extLst>
          </p:cNvPr>
          <p:cNvSpPr>
            <a:spLocks xmlns:a="http://schemas.openxmlformats.org/drawingml/2006/main" noGrp="1"/>
          </p:cNvSpPr>
          <p:nvPr/>
        </p:nvSpPr>
        <p:spPr>
          <a:xfrm xmlns:a="http://schemas.openxmlformats.org/drawingml/2006/main">
            <a:off x="8286750" y="2057400"/>
            <a:ext cx="3238500" cy="971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102A43"/>
                </a:solidFill>
                <a:latin typeface="DejaVu Sans"/>
                <a:ea typeface="DejaVu Sans"/>
                <a:cs typeface="DejaVu Sans"/>
              </a:defRPr>
            </a:defPPr>
            <a:lvl1pPr algn="l">
              <a:buNone/>
              <a:defRPr sz="1875" b="0">
                <a:solidFill>
                  <a:srgbClr val="102A43"/>
                </a:solidFill>
                <a:latin typeface="DejaVu Sans"/>
                <a:ea typeface="DejaVu Sans"/>
                <a:cs typeface="DejaVu Sans"/>
              </a:defRPr>
            </a:lvl1pPr>
            <a:lvl2pPr algn="l">
              <a:buNone/>
              <a:defRPr sz="1875" b="0">
                <a:solidFill>
                  <a:srgbClr val="102A43"/>
                </a:solidFill>
                <a:latin typeface="DejaVu Sans"/>
                <a:ea typeface="DejaVu Sans"/>
                <a:cs typeface="DejaVu Sans"/>
              </a:defRPr>
            </a:lvl2pPr>
            <a:lvl3pPr algn="l">
              <a:buNone/>
              <a:defRPr sz="1875" b="0">
                <a:solidFill>
                  <a:srgbClr val="102A43"/>
                </a:solidFill>
                <a:latin typeface="DejaVu Sans"/>
                <a:ea typeface="DejaVu Sans"/>
                <a:cs typeface="DejaVu Sans"/>
              </a:defRPr>
            </a:lvl3pPr>
            <a:lvl4pPr algn="l">
              <a:buNone/>
              <a:defRPr sz="1875" b="0">
                <a:solidFill>
                  <a:srgbClr val="102A43"/>
                </a:solidFill>
                <a:latin typeface="DejaVu Sans"/>
                <a:ea typeface="DejaVu Sans"/>
                <a:cs typeface="DejaVu Sans"/>
              </a:defRPr>
            </a:lvl4pPr>
            <a:lvl5pPr algn="l">
              <a:buNone/>
              <a:defRPr sz="1875" b="0">
                <a:solidFill>
                  <a:srgbClr val="102A43"/>
                </a:solidFill>
                <a:latin typeface="DejaVu Sans"/>
                <a:ea typeface="DejaVu Sans"/>
                <a:cs typeface="DejaVu Sans"/>
              </a:defRPr>
            </a:lvl5pPr>
            <a:lvl6pPr algn="l">
              <a:buNone/>
              <a:defRPr sz="1875" b="0">
                <a:solidFill>
                  <a:srgbClr val="102A43"/>
                </a:solidFill>
                <a:latin typeface="DejaVu Sans"/>
                <a:ea typeface="DejaVu Sans"/>
                <a:cs typeface="DejaVu Sans"/>
              </a:defRPr>
            </a:lvl6pPr>
            <a:lvl7pPr algn="l">
              <a:buNone/>
              <a:defRPr sz="1875" b="0">
                <a:solidFill>
                  <a:srgbClr val="102A43"/>
                </a:solidFill>
                <a:latin typeface="DejaVu Sans"/>
                <a:ea typeface="DejaVu Sans"/>
                <a:cs typeface="DejaVu Sans"/>
              </a:defRPr>
            </a:lvl7pPr>
            <a:lvl8pPr algn="l">
              <a:buNone/>
              <a:defRPr sz="1875" b="0">
                <a:solidFill>
                  <a:srgbClr val="102A43"/>
                </a:solidFill>
                <a:latin typeface="DejaVu Sans"/>
                <a:ea typeface="DejaVu Sans"/>
                <a:cs typeface="DejaVu Sans"/>
              </a:defRPr>
            </a:lvl8pPr>
            <a:lvl9pPr algn="l">
              <a:buNone/>
              <a:defRPr sz="1875" b="0">
                <a:solidFill>
                  <a:srgbClr val="102A43"/>
                </a:solidFill>
                <a:latin typeface="DejaVu Sans"/>
                <a:ea typeface="DejaVu Sans"/>
                <a:cs typeface="DejaVu Sans"/>
              </a:defRPr>
            </a:lvl9pPr>
          </a:lstStyle>
          <a:p xmlns:a="http://schemas.openxmlformats.org/drawingml/2006/main">
            <a:pPr algn="l">
              <a:lnSpc>
                <a:spcPct val="115000"/>
              </a:lnSpc>
              <a:buNone/>
              <a:defRPr sz="1875" b="0">
                <a:solidFill>
                  <a:srgbClr val="102A43"/>
                </a:solidFill>
                <a:latin typeface="DejaVu Sans"/>
                <a:ea typeface="DejaVu Sans"/>
                <a:cs typeface="DejaVu Sans"/>
              </a:defRPr>
            </a:pPr>
            <a:r>
              <a:rPr sz="1875" b="0">
                <a:solidFill>
                  <a:srgbClr val="102A43"/>
                </a:solidFill>
                <a:latin typeface="DejaVu Sans"/>
                <a:ea typeface="DejaVu Sans"/>
                <a:cs typeface="DejaVu Sans"/>
              </a:rPr>
              <a:t>No coverage object</a:t>
            </a:r>
          </a:p>
        </p:txBody>
      </p:sp>
      <p:sp>
        <p:nvSpPr>
          <p:cNvPr id="6" name="text-35">
            <a:extLst xmlns:a="http://schemas.openxmlformats.org/drawingml/2006/main">
              <a:ext uri="{FF2B5EF4-FFF2-40B4-BE49-F238E27FC236}">
                <a16:creationId xmlns:a16="http://schemas.microsoft.com/office/drawing/2014/main" id="{258356A4-F27E-463C-B673-74706E803AC2}"/>
              </a:ext>
            </a:extLst>
          </p:cNvPr>
          <p:cNvSpPr>
            <a:spLocks xmlns:a="http://schemas.openxmlformats.org/drawingml/2006/main" noGrp="1"/>
          </p:cNvSpPr>
          <p:nvPr/>
        </p:nvSpPr>
        <p:spPr>
          <a:xfrm xmlns:a="http://schemas.openxmlformats.org/drawingml/2006/main">
            <a:off x="8286750" y="3162300"/>
            <a:ext cx="3238500" cy="971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102A43"/>
                </a:solidFill>
                <a:latin typeface="DejaVu Sans"/>
                <a:ea typeface="DejaVu Sans"/>
                <a:cs typeface="DejaVu Sans"/>
              </a:defRPr>
            </a:defPPr>
            <a:lvl1pPr algn="l">
              <a:buNone/>
              <a:defRPr sz="1875" b="0">
                <a:solidFill>
                  <a:srgbClr val="102A43"/>
                </a:solidFill>
                <a:latin typeface="DejaVu Sans"/>
                <a:ea typeface="DejaVu Sans"/>
                <a:cs typeface="DejaVu Sans"/>
              </a:defRPr>
            </a:lvl1pPr>
            <a:lvl2pPr algn="l">
              <a:buNone/>
              <a:defRPr sz="1875" b="0">
                <a:solidFill>
                  <a:srgbClr val="102A43"/>
                </a:solidFill>
                <a:latin typeface="DejaVu Sans"/>
                <a:ea typeface="DejaVu Sans"/>
                <a:cs typeface="DejaVu Sans"/>
              </a:defRPr>
            </a:lvl2pPr>
            <a:lvl3pPr algn="l">
              <a:buNone/>
              <a:defRPr sz="1875" b="0">
                <a:solidFill>
                  <a:srgbClr val="102A43"/>
                </a:solidFill>
                <a:latin typeface="DejaVu Sans"/>
                <a:ea typeface="DejaVu Sans"/>
                <a:cs typeface="DejaVu Sans"/>
              </a:defRPr>
            </a:lvl3pPr>
            <a:lvl4pPr algn="l">
              <a:buNone/>
              <a:defRPr sz="1875" b="0">
                <a:solidFill>
                  <a:srgbClr val="102A43"/>
                </a:solidFill>
                <a:latin typeface="DejaVu Sans"/>
                <a:ea typeface="DejaVu Sans"/>
                <a:cs typeface="DejaVu Sans"/>
              </a:defRPr>
            </a:lvl4pPr>
            <a:lvl5pPr algn="l">
              <a:buNone/>
              <a:defRPr sz="1875" b="0">
                <a:solidFill>
                  <a:srgbClr val="102A43"/>
                </a:solidFill>
                <a:latin typeface="DejaVu Sans"/>
                <a:ea typeface="DejaVu Sans"/>
                <a:cs typeface="DejaVu Sans"/>
              </a:defRPr>
            </a:lvl5pPr>
            <a:lvl6pPr algn="l">
              <a:buNone/>
              <a:defRPr sz="1875" b="0">
                <a:solidFill>
                  <a:srgbClr val="102A43"/>
                </a:solidFill>
                <a:latin typeface="DejaVu Sans"/>
                <a:ea typeface="DejaVu Sans"/>
                <a:cs typeface="DejaVu Sans"/>
              </a:defRPr>
            </a:lvl6pPr>
            <a:lvl7pPr algn="l">
              <a:buNone/>
              <a:defRPr sz="1875" b="0">
                <a:solidFill>
                  <a:srgbClr val="102A43"/>
                </a:solidFill>
                <a:latin typeface="DejaVu Sans"/>
                <a:ea typeface="DejaVu Sans"/>
                <a:cs typeface="DejaVu Sans"/>
              </a:defRPr>
            </a:lvl7pPr>
            <a:lvl8pPr algn="l">
              <a:buNone/>
              <a:defRPr sz="1875" b="0">
                <a:solidFill>
                  <a:srgbClr val="102A43"/>
                </a:solidFill>
                <a:latin typeface="DejaVu Sans"/>
                <a:ea typeface="DejaVu Sans"/>
                <a:cs typeface="DejaVu Sans"/>
              </a:defRPr>
            </a:lvl8pPr>
            <a:lvl9pPr algn="l">
              <a:buNone/>
              <a:defRPr sz="1875" b="0">
                <a:solidFill>
                  <a:srgbClr val="102A43"/>
                </a:solidFill>
                <a:latin typeface="DejaVu Sans"/>
                <a:ea typeface="DejaVu Sans"/>
                <a:cs typeface="DejaVu Sans"/>
              </a:defRPr>
            </a:lvl9pPr>
          </a:lstStyle>
          <a:p xmlns:a="http://schemas.openxmlformats.org/drawingml/2006/main">
            <a:pPr algn="l">
              <a:lnSpc>
                <a:spcPct val="115000"/>
              </a:lnSpc>
              <a:buNone/>
              <a:defRPr sz="1875" b="0">
                <a:solidFill>
                  <a:srgbClr val="102A43"/>
                </a:solidFill>
                <a:latin typeface="DejaVu Sans"/>
                <a:ea typeface="DejaVu Sans"/>
                <a:cs typeface="DejaVu Sans"/>
              </a:defRPr>
            </a:pPr>
            <a:r>
              <a:rPr sz="1875" b="0">
                <a:solidFill>
                  <a:srgbClr val="102A43"/>
                </a:solidFill>
                <a:latin typeface="DejaVu Sans"/>
                <a:ea typeface="DejaVu Sans"/>
                <a:cs typeface="DejaVu Sans"/>
              </a:rPr>
              <a:t>Owner values come from lookup</a:t>
            </a:r>
          </a:p>
        </p:txBody>
      </p:sp>
      <p:sp>
        <p:nvSpPr>
          <p:cNvPr id="7" name="text-36">
            <a:extLst xmlns:a="http://schemas.openxmlformats.org/drawingml/2006/main">
              <a:ext uri="{FF2B5EF4-FFF2-40B4-BE49-F238E27FC236}">
                <a16:creationId xmlns:a16="http://schemas.microsoft.com/office/drawing/2014/main" id="{F99A7073-66A5-4EB9-BA9F-EC303969E0B2}"/>
              </a:ext>
            </a:extLst>
          </p:cNvPr>
          <p:cNvSpPr>
            <a:spLocks xmlns:a="http://schemas.openxmlformats.org/drawingml/2006/main" noGrp="1"/>
          </p:cNvSpPr>
          <p:nvPr/>
        </p:nvSpPr>
        <p:spPr>
          <a:xfrm xmlns:a="http://schemas.openxmlformats.org/drawingml/2006/main">
            <a:off x="8286750" y="4267200"/>
            <a:ext cx="3238500" cy="971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102A43"/>
                </a:solidFill>
                <a:latin typeface="DejaVu Sans"/>
                <a:ea typeface="DejaVu Sans"/>
                <a:cs typeface="DejaVu Sans"/>
              </a:defRPr>
            </a:defPPr>
            <a:lvl1pPr algn="l">
              <a:buNone/>
              <a:defRPr sz="1875" b="0">
                <a:solidFill>
                  <a:srgbClr val="102A43"/>
                </a:solidFill>
                <a:latin typeface="DejaVu Sans"/>
                <a:ea typeface="DejaVu Sans"/>
                <a:cs typeface="DejaVu Sans"/>
              </a:defRPr>
            </a:lvl1pPr>
            <a:lvl2pPr algn="l">
              <a:buNone/>
              <a:defRPr sz="1875" b="0">
                <a:solidFill>
                  <a:srgbClr val="102A43"/>
                </a:solidFill>
                <a:latin typeface="DejaVu Sans"/>
                <a:ea typeface="DejaVu Sans"/>
                <a:cs typeface="DejaVu Sans"/>
              </a:defRPr>
            </a:lvl2pPr>
            <a:lvl3pPr algn="l">
              <a:buNone/>
              <a:defRPr sz="1875" b="0">
                <a:solidFill>
                  <a:srgbClr val="102A43"/>
                </a:solidFill>
                <a:latin typeface="DejaVu Sans"/>
                <a:ea typeface="DejaVu Sans"/>
                <a:cs typeface="DejaVu Sans"/>
              </a:defRPr>
            </a:lvl3pPr>
            <a:lvl4pPr algn="l">
              <a:buNone/>
              <a:defRPr sz="1875" b="0">
                <a:solidFill>
                  <a:srgbClr val="102A43"/>
                </a:solidFill>
                <a:latin typeface="DejaVu Sans"/>
                <a:ea typeface="DejaVu Sans"/>
                <a:cs typeface="DejaVu Sans"/>
              </a:defRPr>
            </a:lvl4pPr>
            <a:lvl5pPr algn="l">
              <a:buNone/>
              <a:defRPr sz="1875" b="0">
                <a:solidFill>
                  <a:srgbClr val="102A43"/>
                </a:solidFill>
                <a:latin typeface="DejaVu Sans"/>
                <a:ea typeface="DejaVu Sans"/>
                <a:cs typeface="DejaVu Sans"/>
              </a:defRPr>
            </a:lvl5pPr>
            <a:lvl6pPr algn="l">
              <a:buNone/>
              <a:defRPr sz="1875" b="0">
                <a:solidFill>
                  <a:srgbClr val="102A43"/>
                </a:solidFill>
                <a:latin typeface="DejaVu Sans"/>
                <a:ea typeface="DejaVu Sans"/>
                <a:cs typeface="DejaVu Sans"/>
              </a:defRPr>
            </a:lvl6pPr>
            <a:lvl7pPr algn="l">
              <a:buNone/>
              <a:defRPr sz="1875" b="0">
                <a:solidFill>
                  <a:srgbClr val="102A43"/>
                </a:solidFill>
                <a:latin typeface="DejaVu Sans"/>
                <a:ea typeface="DejaVu Sans"/>
                <a:cs typeface="DejaVu Sans"/>
              </a:defRPr>
            </a:lvl7pPr>
            <a:lvl8pPr algn="l">
              <a:buNone/>
              <a:defRPr sz="1875" b="0">
                <a:solidFill>
                  <a:srgbClr val="102A43"/>
                </a:solidFill>
                <a:latin typeface="DejaVu Sans"/>
                <a:ea typeface="DejaVu Sans"/>
                <a:cs typeface="DejaVu Sans"/>
              </a:defRPr>
            </a:lvl8pPr>
            <a:lvl9pPr algn="l">
              <a:buNone/>
              <a:defRPr sz="1875" b="0">
                <a:solidFill>
                  <a:srgbClr val="102A43"/>
                </a:solidFill>
                <a:latin typeface="DejaVu Sans"/>
                <a:ea typeface="DejaVu Sans"/>
                <a:cs typeface="DejaVu Sans"/>
              </a:defRPr>
            </a:lvl9pPr>
          </a:lstStyle>
          <a:p xmlns:a="http://schemas.openxmlformats.org/drawingml/2006/main">
            <a:pPr algn="l">
              <a:lnSpc>
                <a:spcPct val="115000"/>
              </a:lnSpc>
              <a:buNone/>
              <a:defRPr sz="1875" b="0">
                <a:solidFill>
                  <a:srgbClr val="102A43"/>
                </a:solidFill>
                <a:latin typeface="DejaVu Sans"/>
                <a:ea typeface="DejaVu Sans"/>
                <a:cs typeface="DejaVu Sans"/>
              </a:defRPr>
            </a:pPr>
            <a:r>
              <a:rPr sz="1875" b="0">
                <a:solidFill>
                  <a:srgbClr val="102A43"/>
                </a:solidFill>
                <a:latin typeface="DejaVu Sans"/>
                <a:ea typeface="DejaVu Sans"/>
                <a:cs typeface="DejaVu Sans"/>
              </a:rPr>
              <a:t>Transaction details stay top level</a:t>
            </a:r>
          </a:p>
        </p:txBody>
      </p:sp>
    </p:spTree>
    <p:extLst>
      <p:ext uri="{BB962C8B-B14F-4D97-AF65-F5344CB8AC3E}">
        <p14:creationId xmlns:p14="http://schemas.microsoft.com/office/powerpoint/2010/main" val="1437222158"/>
      </p:ext>
    </p:extLst>
  </p:cSld>
</p:sld>
</file>

<file path=ppt/slides/slide12.xml><?xml version="1.0" encoding="utf-8"?>
<p:sld xmlns:p="http://schemas.openxmlformats.org/presentationml/2006/main">
  <p:cSld>
    <p:bg>
      <p:bgPr>
        <a:solidFill xmlns:a="http://schemas.openxmlformats.org/drawingml/2006/main">
          <a:srgbClr val="F6F8FA"/>
        </a:solidFill>
      </p:bgPr>
    </p:bg>
    <p:spTree>
      <p:nvGrpSpPr>
        <p:cNvPr id="1" name=""/>
        <p:cNvGrpSpPr/>
        <p:nvPr/>
      </p:nvGrpSpPr>
      <p:grpSpPr>
        <a:xfrm xmlns:a="http://schemas.openxmlformats.org/drawingml/2006/main"/>
      </p:grpSpPr>
      <p:sp>
        <p:nvSpPr>
          <p:cNvPr id="8" name="slide-title">
            <a:extLst xmlns:a="http://schemas.openxmlformats.org/drawingml/2006/main">
              <a:ext uri="{FF2B5EF4-FFF2-40B4-BE49-F238E27FC236}">
                <a16:creationId xmlns:a16="http://schemas.microsoft.com/office/drawing/2014/main" id="{FDE73019-79B1-4FA2-8F0F-7FD8F959F225}"/>
              </a:ext>
            </a:extLst>
          </p:cNvPr>
          <p:cNvSpPr>
            <a:spLocks xmlns:a="http://schemas.openxmlformats.org/drawingml/2006/main" noGrp="1"/>
          </p:cNvSpPr>
          <p:nvPr/>
        </p:nvSpPr>
        <p:spPr>
          <a:xfrm xmlns:a="http://schemas.openxmlformats.org/drawingml/2006/main">
            <a:off x="609600" y="438150"/>
            <a:ext cx="109728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300" b="1">
                <a:solidFill>
                  <a:srgbClr val="102A43"/>
                </a:solidFill>
                <a:latin typeface="DejaVu Sans"/>
                <a:ea typeface="DejaVu Sans"/>
                <a:cs typeface="DejaVu Sans"/>
              </a:defRPr>
            </a:defPPr>
            <a:lvl1pPr algn="l">
              <a:buNone/>
              <a:defRPr sz="3300" b="1">
                <a:solidFill>
                  <a:srgbClr val="102A43"/>
                </a:solidFill>
                <a:latin typeface="DejaVu Sans"/>
                <a:ea typeface="DejaVu Sans"/>
                <a:cs typeface="DejaVu Sans"/>
              </a:defRPr>
            </a:lvl1pPr>
            <a:lvl2pPr algn="l">
              <a:buNone/>
              <a:defRPr sz="3300" b="1">
                <a:solidFill>
                  <a:srgbClr val="102A43"/>
                </a:solidFill>
                <a:latin typeface="DejaVu Sans"/>
                <a:ea typeface="DejaVu Sans"/>
                <a:cs typeface="DejaVu Sans"/>
              </a:defRPr>
            </a:lvl2pPr>
            <a:lvl3pPr algn="l">
              <a:buNone/>
              <a:defRPr sz="3300" b="1">
                <a:solidFill>
                  <a:srgbClr val="102A43"/>
                </a:solidFill>
                <a:latin typeface="DejaVu Sans"/>
                <a:ea typeface="DejaVu Sans"/>
                <a:cs typeface="DejaVu Sans"/>
              </a:defRPr>
            </a:lvl3pPr>
            <a:lvl4pPr algn="l">
              <a:buNone/>
              <a:defRPr sz="3300" b="1">
                <a:solidFill>
                  <a:srgbClr val="102A43"/>
                </a:solidFill>
                <a:latin typeface="DejaVu Sans"/>
                <a:ea typeface="DejaVu Sans"/>
                <a:cs typeface="DejaVu Sans"/>
              </a:defRPr>
            </a:lvl4pPr>
            <a:lvl5pPr algn="l">
              <a:buNone/>
              <a:defRPr sz="3300" b="1">
                <a:solidFill>
                  <a:srgbClr val="102A43"/>
                </a:solidFill>
                <a:latin typeface="DejaVu Sans"/>
                <a:ea typeface="DejaVu Sans"/>
                <a:cs typeface="DejaVu Sans"/>
              </a:defRPr>
            </a:lvl5pPr>
            <a:lvl6pPr algn="l">
              <a:buNone/>
              <a:defRPr sz="3300" b="1">
                <a:solidFill>
                  <a:srgbClr val="102A43"/>
                </a:solidFill>
                <a:latin typeface="DejaVu Sans"/>
                <a:ea typeface="DejaVu Sans"/>
                <a:cs typeface="DejaVu Sans"/>
              </a:defRPr>
            </a:lvl6pPr>
            <a:lvl7pPr algn="l">
              <a:buNone/>
              <a:defRPr sz="3300" b="1">
                <a:solidFill>
                  <a:srgbClr val="102A43"/>
                </a:solidFill>
                <a:latin typeface="DejaVu Sans"/>
                <a:ea typeface="DejaVu Sans"/>
                <a:cs typeface="DejaVu Sans"/>
              </a:defRPr>
            </a:lvl7pPr>
            <a:lvl8pPr algn="l">
              <a:buNone/>
              <a:defRPr sz="3300" b="1">
                <a:solidFill>
                  <a:srgbClr val="102A43"/>
                </a:solidFill>
                <a:latin typeface="DejaVu Sans"/>
                <a:ea typeface="DejaVu Sans"/>
                <a:cs typeface="DejaVu Sans"/>
              </a:defRPr>
            </a:lvl8pPr>
            <a:lvl9pPr algn="l">
              <a:buNone/>
              <a:defRPr sz="3300" b="1">
                <a:solidFill>
                  <a:srgbClr val="102A43"/>
                </a:solidFill>
                <a:latin typeface="DejaVu Sans"/>
                <a:ea typeface="DejaVu Sans"/>
                <a:cs typeface="DejaVu Sans"/>
              </a:defRPr>
            </a:lvl9pPr>
          </a:lstStyle>
          <a:p xmlns:a="http://schemas.openxmlformats.org/drawingml/2006/main">
            <a:pPr algn="l">
              <a:lnSpc>
                <a:spcPct val="115000"/>
              </a:lnSpc>
              <a:buNone/>
              <a:defRPr sz="3300" b="1">
                <a:solidFill>
                  <a:srgbClr val="102A43"/>
                </a:solidFill>
                <a:latin typeface="DejaVu Sans"/>
                <a:ea typeface="DejaVu Sans"/>
                <a:cs typeface="DejaVu Sans"/>
              </a:defRPr>
            </a:pPr>
            <a:r>
              <a:rPr sz="3300" b="1">
                <a:solidFill>
                  <a:srgbClr val="102A43"/>
                </a:solidFill>
                <a:latin typeface="DejaVu Sans"/>
                <a:ea typeface="DejaVu Sans"/>
                <a:cs typeface="DejaVu Sans"/>
              </a:rPr>
              <a:t>Payer-to-payer entry</a:t>
            </a:r>
          </a:p>
        </p:txBody>
      </p:sp>
      <p:sp>
        <p:nvSpPr>
          <p:cNvPr id="2" name="text-37">
            <a:extLst xmlns:a="http://schemas.openxmlformats.org/drawingml/2006/main">
              <a:ext uri="{FF2B5EF4-FFF2-40B4-BE49-F238E27FC236}">
                <a16:creationId xmlns:a16="http://schemas.microsoft.com/office/drawing/2014/main" id="{E0D2CF1C-9575-4F53-B66A-4AC355808022}"/>
              </a:ext>
            </a:extLst>
          </p:cNvPr>
          <p:cNvSpPr>
            <a:spLocks xmlns:a="http://schemas.openxmlformats.org/drawingml/2006/main" noGrp="1"/>
          </p:cNvSpPr>
          <p:nvPr/>
        </p:nvSpPr>
        <p:spPr>
          <a:xfrm xmlns:a="http://schemas.openxmlformats.org/drawingml/2006/main">
            <a:off x="609600" y="1371600"/>
            <a:ext cx="109728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526778"/>
                </a:solidFill>
                <a:latin typeface="DejaVu Sans"/>
                <a:ea typeface="DejaVu Sans"/>
                <a:cs typeface="DejaVu Sans"/>
              </a:defRPr>
            </a:defPPr>
            <a:lvl1pPr algn="l">
              <a:buNone/>
              <a:defRPr sz="1875" b="0">
                <a:solidFill>
                  <a:srgbClr val="526778"/>
                </a:solidFill>
                <a:latin typeface="DejaVu Sans"/>
                <a:ea typeface="DejaVu Sans"/>
                <a:cs typeface="DejaVu Sans"/>
              </a:defRPr>
            </a:lvl1pPr>
            <a:lvl2pPr algn="l">
              <a:buNone/>
              <a:defRPr sz="1875" b="0">
                <a:solidFill>
                  <a:srgbClr val="526778"/>
                </a:solidFill>
                <a:latin typeface="DejaVu Sans"/>
                <a:ea typeface="DejaVu Sans"/>
                <a:cs typeface="DejaVu Sans"/>
              </a:defRPr>
            </a:lvl2pPr>
            <a:lvl3pPr algn="l">
              <a:buNone/>
              <a:defRPr sz="1875" b="0">
                <a:solidFill>
                  <a:srgbClr val="526778"/>
                </a:solidFill>
                <a:latin typeface="DejaVu Sans"/>
                <a:ea typeface="DejaVu Sans"/>
                <a:cs typeface="DejaVu Sans"/>
              </a:defRPr>
            </a:lvl3pPr>
            <a:lvl4pPr algn="l">
              <a:buNone/>
              <a:defRPr sz="1875" b="0">
                <a:solidFill>
                  <a:srgbClr val="526778"/>
                </a:solidFill>
                <a:latin typeface="DejaVu Sans"/>
                <a:ea typeface="DejaVu Sans"/>
                <a:cs typeface="DejaVu Sans"/>
              </a:defRPr>
            </a:lvl4pPr>
            <a:lvl5pPr algn="l">
              <a:buNone/>
              <a:defRPr sz="1875" b="0">
                <a:solidFill>
                  <a:srgbClr val="526778"/>
                </a:solidFill>
                <a:latin typeface="DejaVu Sans"/>
                <a:ea typeface="DejaVu Sans"/>
                <a:cs typeface="DejaVu Sans"/>
              </a:defRPr>
            </a:lvl5pPr>
            <a:lvl6pPr algn="l">
              <a:buNone/>
              <a:defRPr sz="1875" b="0">
                <a:solidFill>
                  <a:srgbClr val="526778"/>
                </a:solidFill>
                <a:latin typeface="DejaVu Sans"/>
                <a:ea typeface="DejaVu Sans"/>
                <a:cs typeface="DejaVu Sans"/>
              </a:defRPr>
            </a:lvl6pPr>
            <a:lvl7pPr algn="l">
              <a:buNone/>
              <a:defRPr sz="1875" b="0">
                <a:solidFill>
                  <a:srgbClr val="526778"/>
                </a:solidFill>
                <a:latin typeface="DejaVu Sans"/>
                <a:ea typeface="DejaVu Sans"/>
                <a:cs typeface="DejaVu Sans"/>
              </a:defRPr>
            </a:lvl7pPr>
            <a:lvl8pPr algn="l">
              <a:buNone/>
              <a:defRPr sz="1875" b="0">
                <a:solidFill>
                  <a:srgbClr val="526778"/>
                </a:solidFill>
                <a:latin typeface="DejaVu Sans"/>
                <a:ea typeface="DejaVu Sans"/>
                <a:cs typeface="DejaVu Sans"/>
              </a:defRPr>
            </a:lvl8pPr>
            <a:lvl9pPr algn="l">
              <a:buNone/>
              <a:defRPr sz="1875" b="0">
                <a:solidFill>
                  <a:srgbClr val="526778"/>
                </a:solidFill>
                <a:latin typeface="DejaVu Sans"/>
                <a:ea typeface="DejaVu Sans"/>
                <a:cs typeface="DejaVu Sans"/>
              </a:defRPr>
            </a:lvl9pPr>
          </a:lstStyle>
          <a:p xmlns:a="http://schemas.openxmlformats.org/drawingml/2006/main">
            <a:pPr algn="l">
              <a:lnSpc>
                <a:spcPct val="115000"/>
              </a:lnSpc>
              <a:buNone/>
              <a:defRPr sz="1875" b="0">
                <a:solidFill>
                  <a:srgbClr val="526778"/>
                </a:solidFill>
                <a:latin typeface="DejaVu Sans"/>
                <a:ea typeface="DejaVu Sans"/>
                <a:cs typeface="DejaVu Sans"/>
              </a:defRPr>
            </a:pPr>
            <a:r>
              <a:rPr sz="1875" b="0">
                <a:solidFill>
                  <a:srgbClr val="526778"/>
                </a:solidFill>
                <a:latin typeface="DejaVu Sans"/>
                <a:ea typeface="DejaVu Sans"/>
                <a:cs typeface="DejaVu Sans"/>
              </a:rPr>
              <a:t>One P2PDS entry uses the general or coverage-specific shape.</a:t>
            </a:r>
          </a:p>
        </p:txBody>
      </p:sp>
      <p:sp>
        <p:nvSpPr>
          <p:cNvPr id="3" name="slide-number">
            <a:extLst xmlns:a="http://schemas.openxmlformats.org/drawingml/2006/main">
              <a:ext uri="{FF2B5EF4-FFF2-40B4-BE49-F238E27FC236}">
                <a16:creationId xmlns:a16="http://schemas.microsoft.com/office/drawing/2014/main" id="{BE3D3C06-833F-479A-A9D9-87B485D58580}"/>
              </a:ext>
            </a:extLst>
          </p:cNvPr>
          <p:cNvSpPr>
            <a:spLocks xmlns:a="http://schemas.openxmlformats.org/drawingml/2006/main" noGrp="1"/>
          </p:cNvSpPr>
          <p:nvPr/>
        </p:nvSpPr>
        <p:spPr>
          <a:xfrm xmlns:a="http://schemas.openxmlformats.org/drawingml/2006/main">
            <a:off x="11182350" y="6391275"/>
            <a:ext cx="4000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275" b="0">
                <a:solidFill>
                  <a:srgbClr val="526778"/>
                </a:solidFill>
                <a:latin typeface="DejaVu Sans"/>
                <a:ea typeface="DejaVu Sans"/>
                <a:cs typeface="DejaVu Sans"/>
              </a:defRPr>
            </a:defPPr>
            <a:lvl1pPr algn="r">
              <a:buNone/>
              <a:defRPr sz="1275" b="0">
                <a:solidFill>
                  <a:srgbClr val="526778"/>
                </a:solidFill>
                <a:latin typeface="DejaVu Sans"/>
                <a:ea typeface="DejaVu Sans"/>
                <a:cs typeface="DejaVu Sans"/>
              </a:defRPr>
            </a:lvl1pPr>
            <a:lvl2pPr algn="r">
              <a:buNone/>
              <a:defRPr sz="1275" b="0">
                <a:solidFill>
                  <a:srgbClr val="526778"/>
                </a:solidFill>
                <a:latin typeface="DejaVu Sans"/>
                <a:ea typeface="DejaVu Sans"/>
                <a:cs typeface="DejaVu Sans"/>
              </a:defRPr>
            </a:lvl2pPr>
            <a:lvl3pPr algn="r">
              <a:buNone/>
              <a:defRPr sz="1275" b="0">
                <a:solidFill>
                  <a:srgbClr val="526778"/>
                </a:solidFill>
                <a:latin typeface="DejaVu Sans"/>
                <a:ea typeface="DejaVu Sans"/>
                <a:cs typeface="DejaVu Sans"/>
              </a:defRPr>
            </a:lvl3pPr>
            <a:lvl4pPr algn="r">
              <a:buNone/>
              <a:defRPr sz="1275" b="0">
                <a:solidFill>
                  <a:srgbClr val="526778"/>
                </a:solidFill>
                <a:latin typeface="DejaVu Sans"/>
                <a:ea typeface="DejaVu Sans"/>
                <a:cs typeface="DejaVu Sans"/>
              </a:defRPr>
            </a:lvl4pPr>
            <a:lvl5pPr algn="r">
              <a:buNone/>
              <a:defRPr sz="1275" b="0">
                <a:solidFill>
                  <a:srgbClr val="526778"/>
                </a:solidFill>
                <a:latin typeface="DejaVu Sans"/>
                <a:ea typeface="DejaVu Sans"/>
                <a:cs typeface="DejaVu Sans"/>
              </a:defRPr>
            </a:lvl5pPr>
            <a:lvl6pPr algn="r">
              <a:buNone/>
              <a:defRPr sz="1275" b="0">
                <a:solidFill>
                  <a:srgbClr val="526778"/>
                </a:solidFill>
                <a:latin typeface="DejaVu Sans"/>
                <a:ea typeface="DejaVu Sans"/>
                <a:cs typeface="DejaVu Sans"/>
              </a:defRPr>
            </a:lvl6pPr>
            <a:lvl7pPr algn="r">
              <a:buNone/>
              <a:defRPr sz="1275" b="0">
                <a:solidFill>
                  <a:srgbClr val="526778"/>
                </a:solidFill>
                <a:latin typeface="DejaVu Sans"/>
                <a:ea typeface="DejaVu Sans"/>
                <a:cs typeface="DejaVu Sans"/>
              </a:defRPr>
            </a:lvl7pPr>
            <a:lvl8pPr algn="r">
              <a:buNone/>
              <a:defRPr sz="1275" b="0">
                <a:solidFill>
                  <a:srgbClr val="526778"/>
                </a:solidFill>
                <a:latin typeface="DejaVu Sans"/>
                <a:ea typeface="DejaVu Sans"/>
                <a:cs typeface="DejaVu Sans"/>
              </a:defRPr>
            </a:lvl8pPr>
            <a:lvl9pPr algn="r">
              <a:buNone/>
              <a:defRPr sz="1275" b="0">
                <a:solidFill>
                  <a:srgbClr val="526778"/>
                </a:solidFill>
                <a:latin typeface="DejaVu Sans"/>
                <a:ea typeface="DejaVu Sans"/>
                <a:cs typeface="DejaVu Sans"/>
              </a:defRPr>
            </a:lvl9pPr>
          </a:lstStyle>
          <a:p xmlns:a="http://schemas.openxmlformats.org/drawingml/2006/main">
            <a:pPr algn="r">
              <a:lnSpc>
                <a:spcPct val="115000"/>
              </a:lnSpc>
              <a:buNone/>
              <a:defRPr sz="1275" b="0">
                <a:solidFill>
                  <a:srgbClr val="526778"/>
                </a:solidFill>
                <a:latin typeface="DejaVu Sans"/>
                <a:ea typeface="DejaVu Sans"/>
                <a:cs typeface="DejaVu Sans"/>
              </a:defRPr>
            </a:pPr>
            <a:r>
              <a:rPr sz="1275" b="0">
                <a:solidFill>
                  <a:srgbClr val="526778"/>
                </a:solidFill>
                <a:latin typeface="DejaVu Sans"/>
                <a:ea typeface="DejaVu Sans"/>
                <a:cs typeface="DejaVu Sans"/>
              </a:rPr>
              <a:t>12</a:t>
            </a:r>
          </a:p>
        </p:txBody>
      </p:sp>
      <p:sp>
        <p:nvSpPr>
          <p:cNvPr id="4" name="text-38">
            <a:extLst xmlns:a="http://schemas.openxmlformats.org/drawingml/2006/main">
              <a:ext uri="{FF2B5EF4-FFF2-40B4-BE49-F238E27FC236}">
                <a16:creationId xmlns:a16="http://schemas.microsoft.com/office/drawing/2014/main" id="{9633D0B6-EAC6-4035-8397-F9AD660CE2BD}"/>
              </a:ext>
            </a:extLst>
          </p:cNvPr>
          <p:cNvSpPr>
            <a:spLocks xmlns:a="http://schemas.openxmlformats.org/drawingml/2006/main" noGrp="1"/>
          </p:cNvSpPr>
          <p:nvPr/>
        </p:nvSpPr>
        <p:spPr>
          <a:xfrm xmlns:a="http://schemas.openxmlformats.org/drawingml/2006/main">
            <a:off x="609600" y="2028825"/>
            <a:ext cx="7239000" cy="409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50" b="0">
                <a:solidFill>
                  <a:srgbClr val="102A43"/>
                </a:solidFill>
                <a:latin typeface="DejaVu Sans Mono"/>
                <a:ea typeface="DejaVu Sans Mono"/>
                <a:cs typeface="DejaVu Sans Mono"/>
              </a:defRPr>
            </a:defPPr>
            <a:lvl1pPr algn="l">
              <a:buNone/>
              <a:defRPr sz="1650" b="0">
                <a:solidFill>
                  <a:srgbClr val="102A43"/>
                </a:solidFill>
                <a:latin typeface="DejaVu Sans Mono"/>
                <a:ea typeface="DejaVu Sans Mono"/>
                <a:cs typeface="DejaVu Sans Mono"/>
              </a:defRPr>
            </a:lvl1pPr>
            <a:lvl2pPr algn="l">
              <a:buNone/>
              <a:defRPr sz="1650" b="0">
                <a:solidFill>
                  <a:srgbClr val="102A43"/>
                </a:solidFill>
                <a:latin typeface="DejaVu Sans Mono"/>
                <a:ea typeface="DejaVu Sans Mono"/>
                <a:cs typeface="DejaVu Sans Mono"/>
              </a:defRPr>
            </a:lvl2pPr>
            <a:lvl3pPr algn="l">
              <a:buNone/>
              <a:defRPr sz="1650" b="0">
                <a:solidFill>
                  <a:srgbClr val="102A43"/>
                </a:solidFill>
                <a:latin typeface="DejaVu Sans Mono"/>
                <a:ea typeface="DejaVu Sans Mono"/>
                <a:cs typeface="DejaVu Sans Mono"/>
              </a:defRPr>
            </a:lvl3pPr>
            <a:lvl4pPr algn="l">
              <a:buNone/>
              <a:defRPr sz="1650" b="0">
                <a:solidFill>
                  <a:srgbClr val="102A43"/>
                </a:solidFill>
                <a:latin typeface="DejaVu Sans Mono"/>
                <a:ea typeface="DejaVu Sans Mono"/>
                <a:cs typeface="DejaVu Sans Mono"/>
              </a:defRPr>
            </a:lvl4pPr>
            <a:lvl5pPr algn="l">
              <a:buNone/>
              <a:defRPr sz="1650" b="0">
                <a:solidFill>
                  <a:srgbClr val="102A43"/>
                </a:solidFill>
                <a:latin typeface="DejaVu Sans Mono"/>
                <a:ea typeface="DejaVu Sans Mono"/>
                <a:cs typeface="DejaVu Sans Mono"/>
              </a:defRPr>
            </a:lvl5pPr>
            <a:lvl6pPr algn="l">
              <a:buNone/>
              <a:defRPr sz="1650" b="0">
                <a:solidFill>
                  <a:srgbClr val="102A43"/>
                </a:solidFill>
                <a:latin typeface="DejaVu Sans Mono"/>
                <a:ea typeface="DejaVu Sans Mono"/>
                <a:cs typeface="DejaVu Sans Mono"/>
              </a:defRPr>
            </a:lvl6pPr>
            <a:lvl7pPr algn="l">
              <a:buNone/>
              <a:defRPr sz="1650" b="0">
                <a:solidFill>
                  <a:srgbClr val="102A43"/>
                </a:solidFill>
                <a:latin typeface="DejaVu Sans Mono"/>
                <a:ea typeface="DejaVu Sans Mono"/>
                <a:cs typeface="DejaVu Sans Mono"/>
              </a:defRPr>
            </a:lvl7pPr>
            <a:lvl8pPr algn="l">
              <a:buNone/>
              <a:defRPr sz="1650" b="0">
                <a:solidFill>
                  <a:srgbClr val="102A43"/>
                </a:solidFill>
                <a:latin typeface="DejaVu Sans Mono"/>
                <a:ea typeface="DejaVu Sans Mono"/>
                <a:cs typeface="DejaVu Sans Mono"/>
              </a:defRPr>
            </a:lvl8pPr>
            <a:lvl9pPr algn="l">
              <a:buNone/>
              <a:defRPr sz="1650" b="0">
                <a:solidFill>
                  <a:srgbClr val="102A43"/>
                </a:solidFill>
                <a:latin typeface="DejaVu Sans Mono"/>
                <a:ea typeface="DejaVu Sans Mono"/>
                <a:cs typeface="DejaVu Sans Mono"/>
              </a:defRPr>
            </a:lvl9pPr>
          </a:lstStyle>
          <a:p xmlns:a="http://schemas.openxmlformats.org/drawingml/2006/main">
            <a:pPr algn="l">
              <a:lnSpc>
                <a:spcPct val="115000"/>
              </a:lnSpc>
              <a:buNone/>
              <a:defRPr sz="1650" b="0">
                <a:solidFill>
                  <a:srgbClr val="102A43"/>
                </a:solidFill>
                <a:latin typeface="DejaVu Sans Mono"/>
                <a:ea typeface="DejaVu Sans Mono"/>
                <a:cs typeface="DejaVu Sans Mono"/>
              </a:defRPr>
            </a:pPr>
            <a:r>
              <a:rPr sz="1650" b="0">
                <a:solidFill>
                  <a:srgbClr val="102A43"/>
                </a:solidFill>
                <a:latin typeface="DejaVu Sans Mono"/>
                <a:ea typeface="DejaVu Sans Mono"/>
                <a:cs typeface="DejaVu Sans Mono"/>
              </a:rPr>
              <a:t>{</a:t>
            </a:r>
          </a:p>
          <a:p xmlns:a="http://schemas.openxmlformats.org/drawingml/2006/main">
            <a:pPr algn="l">
              <a:lnSpc>
                <a:spcPct val="115000"/>
              </a:lnSpc>
              <a:buNone/>
              <a:defRPr sz="1650" b="0">
                <a:solidFill>
                  <a:srgbClr val="102A43"/>
                </a:solidFill>
                <a:latin typeface="DejaVu Sans Mono"/>
                <a:ea typeface="DejaVu Sans Mono"/>
                <a:cs typeface="DejaVu Sans Mono"/>
              </a:defRPr>
            </a:pPr>
            <a:r>
              <a:rPr sz="1650" b="0">
                <a:solidFill>
                  <a:srgbClr val="102A43"/>
                </a:solidFill>
                <a:latin typeface="DejaVu Sans Mono"/>
                <a:ea typeface="DejaVu Sans Mono"/>
                <a:cs typeface="DejaVu Sans Mono"/>
              </a:rPr>
              <a:t>  "consentGuid": "SYN-CONSENT-20001",</a:t>
            </a:r>
          </a:p>
          <a:p xmlns:a="http://schemas.openxmlformats.org/drawingml/2006/main">
            <a:pPr algn="l">
              <a:lnSpc>
                <a:spcPct val="115000"/>
              </a:lnSpc>
              <a:buNone/>
              <a:defRPr sz="1650" b="0">
                <a:solidFill>
                  <a:srgbClr val="102A43"/>
                </a:solidFill>
                <a:latin typeface="DejaVu Sans Mono"/>
                <a:ea typeface="DejaVu Sans Mono"/>
                <a:cs typeface="DejaVu Sans Mono"/>
              </a:defRPr>
            </a:pPr>
            <a:r>
              <a:rPr sz="1650" b="0">
                <a:solidFill>
                  <a:srgbClr val="102A43"/>
                </a:solidFill>
                <a:latin typeface="DejaVu Sans Mono"/>
                <a:ea typeface="DejaVu Sans Mono"/>
                <a:cs typeface="DejaVu Sans Mono"/>
              </a:rPr>
              <a:t>  "consentTarget": "P2PDS",</a:t>
            </a:r>
          </a:p>
          <a:p xmlns:a="http://schemas.openxmlformats.org/drawingml/2006/main">
            <a:pPr algn="l">
              <a:lnSpc>
                <a:spcPct val="115000"/>
              </a:lnSpc>
              <a:buNone/>
              <a:defRPr sz="1650" b="0">
                <a:solidFill>
                  <a:srgbClr val="102A43"/>
                </a:solidFill>
                <a:latin typeface="DejaVu Sans Mono"/>
                <a:ea typeface="DejaVu Sans Mono"/>
                <a:cs typeface="DejaVu Sans Mono"/>
              </a:defRPr>
            </a:pPr>
            <a:r>
              <a:rPr sz="1650" b="0">
                <a:solidFill>
                  <a:srgbClr val="102A43"/>
                </a:solidFill>
                <a:latin typeface="DejaVu Sans Mono"/>
                <a:ea typeface="DejaVu Sans Mono"/>
                <a:cs typeface="DejaVu Sans Mono"/>
              </a:rPr>
              <a:t>  "consentStatus": "GRANT",</a:t>
            </a:r>
          </a:p>
          <a:p xmlns:a="http://schemas.openxmlformats.org/drawingml/2006/main">
            <a:pPr algn="l">
              <a:lnSpc>
                <a:spcPct val="115000"/>
              </a:lnSpc>
              <a:buNone/>
              <a:defRPr sz="1650" b="0">
                <a:solidFill>
                  <a:srgbClr val="102A43"/>
                </a:solidFill>
                <a:latin typeface="DejaVu Sans Mono"/>
                <a:ea typeface="DejaVu Sans Mono"/>
                <a:cs typeface="DejaVu Sans Mono"/>
              </a:defRPr>
            </a:pPr>
            <a:r>
              <a:rPr sz="1650" b="0">
                <a:solidFill>
                  <a:srgbClr val="102A43"/>
                </a:solidFill>
                <a:latin typeface="DejaVu Sans Mono"/>
                <a:ea typeface="DejaVu Sans Mono"/>
                <a:cs typeface="DejaVu Sans Mono"/>
              </a:rPr>
              <a:t>  "consentOwner": { ... },</a:t>
            </a:r>
          </a:p>
          <a:p xmlns:a="http://schemas.openxmlformats.org/drawingml/2006/main">
            <a:pPr algn="l">
              <a:lnSpc>
                <a:spcPct val="115000"/>
              </a:lnSpc>
              <a:buNone/>
              <a:defRPr sz="1650" b="0">
                <a:solidFill>
                  <a:srgbClr val="102A43"/>
                </a:solidFill>
                <a:latin typeface="DejaVu Sans Mono"/>
                <a:ea typeface="DejaVu Sans Mono"/>
                <a:cs typeface="DejaVu Sans Mono"/>
              </a:defRPr>
            </a:pPr>
            <a:r>
              <a:rPr sz="1650" b="0">
                <a:solidFill>
                  <a:srgbClr val="102A43"/>
                </a:solidFill>
                <a:latin typeface="DejaVu Sans Mono"/>
                <a:ea typeface="DejaVu Sans Mono"/>
                <a:cs typeface="DejaVu Sans Mono"/>
              </a:rPr>
              <a:t>  "effectiveDate": "2026-10-02",</a:t>
            </a:r>
          </a:p>
          <a:p xmlns:a="http://schemas.openxmlformats.org/drawingml/2006/main">
            <a:pPr algn="l">
              <a:lnSpc>
                <a:spcPct val="115000"/>
              </a:lnSpc>
              <a:buNone/>
              <a:defRPr sz="1650" b="0">
                <a:solidFill>
                  <a:srgbClr val="102A43"/>
                </a:solidFill>
                <a:latin typeface="DejaVu Sans Mono"/>
                <a:ea typeface="DejaVu Sans Mono"/>
                <a:cs typeface="DejaVu Sans Mono"/>
              </a:defRPr>
            </a:pPr>
            <a:r>
              <a:rPr sz="1650" b="0">
                <a:solidFill>
                  <a:srgbClr val="102A43"/>
                </a:solidFill>
                <a:latin typeface="DejaVu Sans Mono"/>
                <a:ea typeface="DejaVu Sans Mono"/>
                <a:cs typeface="DejaVu Sans Mono"/>
              </a:rPr>
              <a:t>  "effectiveEndDate": null,</a:t>
            </a:r>
          </a:p>
          <a:p xmlns:a="http://schemas.openxmlformats.org/drawingml/2006/main">
            <a:pPr algn="l">
              <a:lnSpc>
                <a:spcPct val="115000"/>
              </a:lnSpc>
              <a:buNone/>
              <a:defRPr sz="1650" b="0">
                <a:solidFill>
                  <a:srgbClr val="102A43"/>
                </a:solidFill>
                <a:latin typeface="DejaVu Sans Mono"/>
                <a:ea typeface="DejaVu Sans Mono"/>
                <a:cs typeface="DejaVu Sans Mono"/>
              </a:defRPr>
            </a:pPr>
            <a:r>
              <a:rPr sz="1650" b="0">
                <a:solidFill>
                  <a:srgbClr val="102A43"/>
                </a:solidFill>
                <a:latin typeface="DejaVu Sans Mono"/>
                <a:ea typeface="DejaVu Sans Mono"/>
                <a:cs typeface="DejaVu Sans Mono"/>
              </a:rPr>
              <a:t>  "coverage": { ... },</a:t>
            </a:r>
          </a:p>
          <a:p xmlns:a="http://schemas.openxmlformats.org/drawingml/2006/main">
            <a:pPr algn="l">
              <a:lnSpc>
                <a:spcPct val="115000"/>
              </a:lnSpc>
              <a:buNone/>
              <a:defRPr sz="1650" b="0">
                <a:solidFill>
                  <a:srgbClr val="102A43"/>
                </a:solidFill>
                <a:latin typeface="DejaVu Sans Mono"/>
                <a:ea typeface="DejaVu Sans Mono"/>
                <a:cs typeface="DejaVu Sans Mono"/>
              </a:defRPr>
            </a:pPr>
            <a:r>
              <a:rPr sz="1650" b="0">
                <a:solidFill>
                  <a:srgbClr val="102A43"/>
                </a:solidFill>
                <a:latin typeface="DejaVu Sans Mono"/>
                <a:ea typeface="DejaVu Sans Mono"/>
                <a:cs typeface="DejaVu Sans Mono"/>
              </a:rPr>
              <a:t>  "transactionDetails": { ... }</a:t>
            </a:r>
          </a:p>
          <a:p xmlns:a="http://schemas.openxmlformats.org/drawingml/2006/main">
            <a:pPr algn="l">
              <a:lnSpc>
                <a:spcPct val="115000"/>
              </a:lnSpc>
              <a:buNone/>
              <a:defRPr sz="1650" b="0">
                <a:solidFill>
                  <a:srgbClr val="102A43"/>
                </a:solidFill>
                <a:latin typeface="DejaVu Sans Mono"/>
                <a:ea typeface="DejaVu Sans Mono"/>
                <a:cs typeface="DejaVu Sans Mono"/>
              </a:defRPr>
            </a:pPr>
            <a:r>
              <a:rPr sz="1650" b="0">
                <a:solidFill>
                  <a:srgbClr val="102A43"/>
                </a:solidFill>
                <a:latin typeface="DejaVu Sans Mono"/>
                <a:ea typeface="DejaVu Sans Mono"/>
                <a:cs typeface="DejaVu Sans Mono"/>
              </a:rPr>
              <a:t>}</a:t>
            </a:r>
          </a:p>
        </p:txBody>
      </p:sp>
      <p:sp>
        <p:nvSpPr>
          <p:cNvPr id="5" name="text-39">
            <a:extLst xmlns:a="http://schemas.openxmlformats.org/drawingml/2006/main">
              <a:ext uri="{FF2B5EF4-FFF2-40B4-BE49-F238E27FC236}">
                <a16:creationId xmlns:a16="http://schemas.microsoft.com/office/drawing/2014/main" id="{FECF4868-3F29-49D4-AF3A-000C6BA4B528}"/>
              </a:ext>
            </a:extLst>
          </p:cNvPr>
          <p:cNvSpPr>
            <a:spLocks xmlns:a="http://schemas.openxmlformats.org/drawingml/2006/main" noGrp="1"/>
          </p:cNvSpPr>
          <p:nvPr/>
        </p:nvSpPr>
        <p:spPr>
          <a:xfrm xmlns:a="http://schemas.openxmlformats.org/drawingml/2006/main">
            <a:off x="8286750" y="2057400"/>
            <a:ext cx="32385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102A43"/>
                </a:solidFill>
                <a:latin typeface="DejaVu Sans"/>
                <a:ea typeface="DejaVu Sans"/>
                <a:cs typeface="DejaVu Sans"/>
              </a:defRPr>
            </a:defPPr>
            <a:lvl1pPr algn="l">
              <a:buNone/>
              <a:defRPr sz="1875" b="0">
                <a:solidFill>
                  <a:srgbClr val="102A43"/>
                </a:solidFill>
                <a:latin typeface="DejaVu Sans"/>
                <a:ea typeface="DejaVu Sans"/>
                <a:cs typeface="DejaVu Sans"/>
              </a:defRPr>
            </a:lvl1pPr>
            <a:lvl2pPr algn="l">
              <a:buNone/>
              <a:defRPr sz="1875" b="0">
                <a:solidFill>
                  <a:srgbClr val="102A43"/>
                </a:solidFill>
                <a:latin typeface="DejaVu Sans"/>
                <a:ea typeface="DejaVu Sans"/>
                <a:cs typeface="DejaVu Sans"/>
              </a:defRPr>
            </a:lvl2pPr>
            <a:lvl3pPr algn="l">
              <a:buNone/>
              <a:defRPr sz="1875" b="0">
                <a:solidFill>
                  <a:srgbClr val="102A43"/>
                </a:solidFill>
                <a:latin typeface="DejaVu Sans"/>
                <a:ea typeface="DejaVu Sans"/>
                <a:cs typeface="DejaVu Sans"/>
              </a:defRPr>
            </a:lvl3pPr>
            <a:lvl4pPr algn="l">
              <a:buNone/>
              <a:defRPr sz="1875" b="0">
                <a:solidFill>
                  <a:srgbClr val="102A43"/>
                </a:solidFill>
                <a:latin typeface="DejaVu Sans"/>
                <a:ea typeface="DejaVu Sans"/>
                <a:cs typeface="DejaVu Sans"/>
              </a:defRPr>
            </a:lvl4pPr>
            <a:lvl5pPr algn="l">
              <a:buNone/>
              <a:defRPr sz="1875" b="0">
                <a:solidFill>
                  <a:srgbClr val="102A43"/>
                </a:solidFill>
                <a:latin typeface="DejaVu Sans"/>
                <a:ea typeface="DejaVu Sans"/>
                <a:cs typeface="DejaVu Sans"/>
              </a:defRPr>
            </a:lvl5pPr>
            <a:lvl6pPr algn="l">
              <a:buNone/>
              <a:defRPr sz="1875" b="0">
                <a:solidFill>
                  <a:srgbClr val="102A43"/>
                </a:solidFill>
                <a:latin typeface="DejaVu Sans"/>
                <a:ea typeface="DejaVu Sans"/>
                <a:cs typeface="DejaVu Sans"/>
              </a:defRPr>
            </a:lvl6pPr>
            <a:lvl7pPr algn="l">
              <a:buNone/>
              <a:defRPr sz="1875" b="0">
                <a:solidFill>
                  <a:srgbClr val="102A43"/>
                </a:solidFill>
                <a:latin typeface="DejaVu Sans"/>
                <a:ea typeface="DejaVu Sans"/>
                <a:cs typeface="DejaVu Sans"/>
              </a:defRPr>
            </a:lvl7pPr>
            <a:lvl8pPr algn="l">
              <a:buNone/>
              <a:defRPr sz="1875" b="0">
                <a:solidFill>
                  <a:srgbClr val="102A43"/>
                </a:solidFill>
                <a:latin typeface="DejaVu Sans"/>
                <a:ea typeface="DejaVu Sans"/>
                <a:cs typeface="DejaVu Sans"/>
              </a:defRPr>
            </a:lvl8pPr>
            <a:lvl9pPr algn="l">
              <a:buNone/>
              <a:defRPr sz="1875" b="0">
                <a:solidFill>
                  <a:srgbClr val="102A43"/>
                </a:solidFill>
                <a:latin typeface="DejaVu Sans"/>
                <a:ea typeface="DejaVu Sans"/>
                <a:cs typeface="DejaVu Sans"/>
              </a:defRPr>
            </a:lvl9pPr>
          </a:lstStyle>
          <a:p xmlns:a="http://schemas.openxmlformats.org/drawingml/2006/main">
            <a:pPr algn="l">
              <a:lnSpc>
                <a:spcPct val="115000"/>
              </a:lnSpc>
              <a:buNone/>
              <a:defRPr sz="1875" b="0">
                <a:solidFill>
                  <a:srgbClr val="102A43"/>
                </a:solidFill>
                <a:latin typeface="DejaVu Sans"/>
                <a:ea typeface="DejaVu Sans"/>
                <a:cs typeface="DejaVu Sans"/>
              </a:defRPr>
            </a:pPr>
            <a:r>
              <a:rPr sz="1875" b="0">
                <a:solidFill>
                  <a:srgbClr val="102A43"/>
                </a:solidFill>
                <a:latin typeface="DejaVu Sans"/>
                <a:ea typeface="DejaVu Sans"/>
                <a:cs typeface="DejaVu Sans"/>
              </a:rPr>
              <a:t>Existing GUID selects update</a:t>
            </a:r>
          </a:p>
        </p:txBody>
      </p:sp>
      <p:sp>
        <p:nvSpPr>
          <p:cNvPr id="6" name="text-40">
            <a:extLst xmlns:a="http://schemas.openxmlformats.org/drawingml/2006/main">
              <a:ext uri="{FF2B5EF4-FFF2-40B4-BE49-F238E27FC236}">
                <a16:creationId xmlns:a16="http://schemas.microsoft.com/office/drawing/2014/main" id="{0F2205E2-7BEC-4159-B7CD-2A2C04F8D77E}"/>
              </a:ext>
            </a:extLst>
          </p:cNvPr>
          <p:cNvSpPr>
            <a:spLocks xmlns:a="http://schemas.openxmlformats.org/drawingml/2006/main" noGrp="1"/>
          </p:cNvSpPr>
          <p:nvPr/>
        </p:nvSpPr>
        <p:spPr>
          <a:xfrm xmlns:a="http://schemas.openxmlformats.org/drawingml/2006/main">
            <a:off x="8286750" y="3181350"/>
            <a:ext cx="32385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102A43"/>
                </a:solidFill>
                <a:latin typeface="DejaVu Sans"/>
                <a:ea typeface="DejaVu Sans"/>
                <a:cs typeface="DejaVu Sans"/>
              </a:defRPr>
            </a:defPPr>
            <a:lvl1pPr algn="l">
              <a:buNone/>
              <a:defRPr sz="1875" b="0">
                <a:solidFill>
                  <a:srgbClr val="102A43"/>
                </a:solidFill>
                <a:latin typeface="DejaVu Sans"/>
                <a:ea typeface="DejaVu Sans"/>
                <a:cs typeface="DejaVu Sans"/>
              </a:defRPr>
            </a:lvl1pPr>
            <a:lvl2pPr algn="l">
              <a:buNone/>
              <a:defRPr sz="1875" b="0">
                <a:solidFill>
                  <a:srgbClr val="102A43"/>
                </a:solidFill>
                <a:latin typeface="DejaVu Sans"/>
                <a:ea typeface="DejaVu Sans"/>
                <a:cs typeface="DejaVu Sans"/>
              </a:defRPr>
            </a:lvl2pPr>
            <a:lvl3pPr algn="l">
              <a:buNone/>
              <a:defRPr sz="1875" b="0">
                <a:solidFill>
                  <a:srgbClr val="102A43"/>
                </a:solidFill>
                <a:latin typeface="DejaVu Sans"/>
                <a:ea typeface="DejaVu Sans"/>
                <a:cs typeface="DejaVu Sans"/>
              </a:defRPr>
            </a:lvl3pPr>
            <a:lvl4pPr algn="l">
              <a:buNone/>
              <a:defRPr sz="1875" b="0">
                <a:solidFill>
                  <a:srgbClr val="102A43"/>
                </a:solidFill>
                <a:latin typeface="DejaVu Sans"/>
                <a:ea typeface="DejaVu Sans"/>
                <a:cs typeface="DejaVu Sans"/>
              </a:defRPr>
            </a:lvl4pPr>
            <a:lvl5pPr algn="l">
              <a:buNone/>
              <a:defRPr sz="1875" b="0">
                <a:solidFill>
                  <a:srgbClr val="102A43"/>
                </a:solidFill>
                <a:latin typeface="DejaVu Sans"/>
                <a:ea typeface="DejaVu Sans"/>
                <a:cs typeface="DejaVu Sans"/>
              </a:defRPr>
            </a:lvl5pPr>
            <a:lvl6pPr algn="l">
              <a:buNone/>
              <a:defRPr sz="1875" b="0">
                <a:solidFill>
                  <a:srgbClr val="102A43"/>
                </a:solidFill>
                <a:latin typeface="DejaVu Sans"/>
                <a:ea typeface="DejaVu Sans"/>
                <a:cs typeface="DejaVu Sans"/>
              </a:defRPr>
            </a:lvl6pPr>
            <a:lvl7pPr algn="l">
              <a:buNone/>
              <a:defRPr sz="1875" b="0">
                <a:solidFill>
                  <a:srgbClr val="102A43"/>
                </a:solidFill>
                <a:latin typeface="DejaVu Sans"/>
                <a:ea typeface="DejaVu Sans"/>
                <a:cs typeface="DejaVu Sans"/>
              </a:defRPr>
            </a:lvl7pPr>
            <a:lvl8pPr algn="l">
              <a:buNone/>
              <a:defRPr sz="1875" b="0">
                <a:solidFill>
                  <a:srgbClr val="102A43"/>
                </a:solidFill>
                <a:latin typeface="DejaVu Sans"/>
                <a:ea typeface="DejaVu Sans"/>
                <a:cs typeface="DejaVu Sans"/>
              </a:defRPr>
            </a:lvl8pPr>
            <a:lvl9pPr algn="l">
              <a:buNone/>
              <a:defRPr sz="1875" b="0">
                <a:solidFill>
                  <a:srgbClr val="102A43"/>
                </a:solidFill>
                <a:latin typeface="DejaVu Sans"/>
                <a:ea typeface="DejaVu Sans"/>
                <a:cs typeface="DejaVu Sans"/>
              </a:defRPr>
            </a:lvl9pPr>
          </a:lstStyle>
          <a:p xmlns:a="http://schemas.openxmlformats.org/drawingml/2006/main">
            <a:pPr algn="l">
              <a:lnSpc>
                <a:spcPct val="115000"/>
              </a:lnSpc>
              <a:buNone/>
              <a:defRPr sz="1875" b="0">
                <a:solidFill>
                  <a:srgbClr val="102A43"/>
                </a:solidFill>
                <a:latin typeface="DejaVu Sans"/>
                <a:ea typeface="DejaVu Sans"/>
                <a:cs typeface="DejaVu Sans"/>
              </a:defRPr>
            </a:pPr>
            <a:r>
              <a:rPr sz="1875" b="0">
                <a:solidFill>
                  <a:srgbClr val="102A43"/>
                </a:solidFill>
                <a:latin typeface="DejaVu Sans"/>
                <a:ea typeface="DejaVu Sans"/>
                <a:cs typeface="DejaVu Sans"/>
              </a:rPr>
              <a:t>Coverage comes from the row</a:t>
            </a:r>
          </a:p>
        </p:txBody>
      </p:sp>
      <p:sp>
        <p:nvSpPr>
          <p:cNvPr id="7" name="text-41">
            <a:extLst xmlns:a="http://schemas.openxmlformats.org/drawingml/2006/main">
              <a:ext uri="{FF2B5EF4-FFF2-40B4-BE49-F238E27FC236}">
                <a16:creationId xmlns:a16="http://schemas.microsoft.com/office/drawing/2014/main" id="{C3B7FD0F-4E10-4D47-847F-885C3296A7A7}"/>
              </a:ext>
            </a:extLst>
          </p:cNvPr>
          <p:cNvSpPr>
            <a:spLocks xmlns:a="http://schemas.openxmlformats.org/drawingml/2006/main" noGrp="1"/>
          </p:cNvSpPr>
          <p:nvPr/>
        </p:nvSpPr>
        <p:spPr>
          <a:xfrm xmlns:a="http://schemas.openxmlformats.org/drawingml/2006/main">
            <a:off x="8286750" y="4305300"/>
            <a:ext cx="32385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102A43"/>
                </a:solidFill>
                <a:latin typeface="DejaVu Sans"/>
                <a:ea typeface="DejaVu Sans"/>
                <a:cs typeface="DejaVu Sans"/>
              </a:defRPr>
            </a:defPPr>
            <a:lvl1pPr algn="l">
              <a:buNone/>
              <a:defRPr sz="1875" b="0">
                <a:solidFill>
                  <a:srgbClr val="102A43"/>
                </a:solidFill>
                <a:latin typeface="DejaVu Sans"/>
                <a:ea typeface="DejaVu Sans"/>
                <a:cs typeface="DejaVu Sans"/>
              </a:defRPr>
            </a:lvl1pPr>
            <a:lvl2pPr algn="l">
              <a:buNone/>
              <a:defRPr sz="1875" b="0">
                <a:solidFill>
                  <a:srgbClr val="102A43"/>
                </a:solidFill>
                <a:latin typeface="DejaVu Sans"/>
                <a:ea typeface="DejaVu Sans"/>
                <a:cs typeface="DejaVu Sans"/>
              </a:defRPr>
            </a:lvl2pPr>
            <a:lvl3pPr algn="l">
              <a:buNone/>
              <a:defRPr sz="1875" b="0">
                <a:solidFill>
                  <a:srgbClr val="102A43"/>
                </a:solidFill>
                <a:latin typeface="DejaVu Sans"/>
                <a:ea typeface="DejaVu Sans"/>
                <a:cs typeface="DejaVu Sans"/>
              </a:defRPr>
            </a:lvl3pPr>
            <a:lvl4pPr algn="l">
              <a:buNone/>
              <a:defRPr sz="1875" b="0">
                <a:solidFill>
                  <a:srgbClr val="102A43"/>
                </a:solidFill>
                <a:latin typeface="DejaVu Sans"/>
                <a:ea typeface="DejaVu Sans"/>
                <a:cs typeface="DejaVu Sans"/>
              </a:defRPr>
            </a:lvl4pPr>
            <a:lvl5pPr algn="l">
              <a:buNone/>
              <a:defRPr sz="1875" b="0">
                <a:solidFill>
                  <a:srgbClr val="102A43"/>
                </a:solidFill>
                <a:latin typeface="DejaVu Sans"/>
                <a:ea typeface="DejaVu Sans"/>
                <a:cs typeface="DejaVu Sans"/>
              </a:defRPr>
            </a:lvl5pPr>
            <a:lvl6pPr algn="l">
              <a:buNone/>
              <a:defRPr sz="1875" b="0">
                <a:solidFill>
                  <a:srgbClr val="102A43"/>
                </a:solidFill>
                <a:latin typeface="DejaVu Sans"/>
                <a:ea typeface="DejaVu Sans"/>
                <a:cs typeface="DejaVu Sans"/>
              </a:defRPr>
            </a:lvl6pPr>
            <a:lvl7pPr algn="l">
              <a:buNone/>
              <a:defRPr sz="1875" b="0">
                <a:solidFill>
                  <a:srgbClr val="102A43"/>
                </a:solidFill>
                <a:latin typeface="DejaVu Sans"/>
                <a:ea typeface="DejaVu Sans"/>
                <a:cs typeface="DejaVu Sans"/>
              </a:defRPr>
            </a:lvl7pPr>
            <a:lvl8pPr algn="l">
              <a:buNone/>
              <a:defRPr sz="1875" b="0">
                <a:solidFill>
                  <a:srgbClr val="102A43"/>
                </a:solidFill>
                <a:latin typeface="DejaVu Sans"/>
                <a:ea typeface="DejaVu Sans"/>
                <a:cs typeface="DejaVu Sans"/>
              </a:defRPr>
            </a:lvl8pPr>
            <a:lvl9pPr algn="l">
              <a:buNone/>
              <a:defRPr sz="1875" b="0">
                <a:solidFill>
                  <a:srgbClr val="102A43"/>
                </a:solidFill>
                <a:latin typeface="DejaVu Sans"/>
                <a:ea typeface="DejaVu Sans"/>
                <a:cs typeface="DejaVu Sans"/>
              </a:defRPr>
            </a:lvl9pPr>
          </a:lstStyle>
          <a:p xmlns:a="http://schemas.openxmlformats.org/drawingml/2006/main">
            <a:pPr algn="l">
              <a:lnSpc>
                <a:spcPct val="115000"/>
              </a:lnSpc>
              <a:buNone/>
              <a:defRPr sz="1875" b="0">
                <a:solidFill>
                  <a:srgbClr val="102A43"/>
                </a:solidFill>
                <a:latin typeface="DejaVu Sans"/>
                <a:ea typeface="DejaVu Sans"/>
                <a:cs typeface="DejaVu Sans"/>
              </a:defRPr>
            </a:pPr>
            <a:r>
              <a:rPr sz="1875" b="0">
                <a:solidFill>
                  <a:srgbClr val="102A43"/>
                </a:solidFill>
                <a:latin typeface="DejaVu Sans"/>
                <a:ea typeface="DejaVu Sans"/>
                <a:cs typeface="DejaVu Sans"/>
              </a:rPr>
              <a:t>Both entries share one POST</a:t>
            </a:r>
          </a:p>
        </p:txBody>
      </p:sp>
    </p:spTree>
    <p:extLst>
      <p:ext uri="{BB962C8B-B14F-4D97-AF65-F5344CB8AC3E}">
        <p14:creationId xmlns:p14="http://schemas.microsoft.com/office/powerpoint/2010/main" val="1634104034"/>
      </p:ext>
    </p:extLst>
  </p:cSld>
</p:sld>
</file>

<file path=ppt/slides/slide13.xml><?xml version="1.0" encoding="utf-8"?>
<p:sld xmlns:p="http://schemas.openxmlformats.org/presentationml/2006/main">
  <p:cSld>
    <p:bg>
      <p:bgPr>
        <a:solidFill xmlns:a="http://schemas.openxmlformats.org/drawingml/2006/main">
          <a:srgbClr val="F6F8FA"/>
        </a:solidFill>
      </p:bgPr>
    </p:bg>
    <p:spTree>
      <p:nvGrpSpPr>
        <p:cNvPr id="1" name=""/>
        <p:cNvGrpSpPr/>
        <p:nvPr/>
      </p:nvGrpSpPr>
      <p:grpSpPr>
        <a:xfrm xmlns:a="http://schemas.openxmlformats.org/drawingml/2006/main"/>
      </p:grpSpPr>
      <p:sp>
        <p:nvSpPr>
          <p:cNvPr id="6" name="slide-title">
            <a:extLst xmlns:a="http://schemas.openxmlformats.org/drawingml/2006/main">
              <a:ext uri="{FF2B5EF4-FFF2-40B4-BE49-F238E27FC236}">
                <a16:creationId xmlns:a16="http://schemas.microsoft.com/office/drawing/2014/main" id="{3E9C634A-9449-4668-B1FB-4655B2498ED7}"/>
              </a:ext>
            </a:extLst>
          </p:cNvPr>
          <p:cNvSpPr>
            <a:spLocks xmlns:a="http://schemas.openxmlformats.org/drawingml/2006/main" noGrp="1"/>
          </p:cNvSpPr>
          <p:nvPr/>
        </p:nvSpPr>
        <p:spPr>
          <a:xfrm xmlns:a="http://schemas.openxmlformats.org/drawingml/2006/main">
            <a:off x="609600" y="438150"/>
            <a:ext cx="109728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300" b="1">
                <a:solidFill>
                  <a:srgbClr val="102A43"/>
                </a:solidFill>
                <a:latin typeface="DejaVu Sans"/>
                <a:ea typeface="DejaVu Sans"/>
                <a:cs typeface="DejaVu Sans"/>
              </a:defRPr>
            </a:defPPr>
            <a:lvl1pPr algn="l">
              <a:buNone/>
              <a:defRPr sz="3300" b="1">
                <a:solidFill>
                  <a:srgbClr val="102A43"/>
                </a:solidFill>
                <a:latin typeface="DejaVu Sans"/>
                <a:ea typeface="DejaVu Sans"/>
                <a:cs typeface="DejaVu Sans"/>
              </a:defRPr>
            </a:lvl1pPr>
            <a:lvl2pPr algn="l">
              <a:buNone/>
              <a:defRPr sz="3300" b="1">
                <a:solidFill>
                  <a:srgbClr val="102A43"/>
                </a:solidFill>
                <a:latin typeface="DejaVu Sans"/>
                <a:ea typeface="DejaVu Sans"/>
                <a:cs typeface="DejaVu Sans"/>
              </a:defRPr>
            </a:lvl2pPr>
            <a:lvl3pPr algn="l">
              <a:buNone/>
              <a:defRPr sz="3300" b="1">
                <a:solidFill>
                  <a:srgbClr val="102A43"/>
                </a:solidFill>
                <a:latin typeface="DejaVu Sans"/>
                <a:ea typeface="DejaVu Sans"/>
                <a:cs typeface="DejaVu Sans"/>
              </a:defRPr>
            </a:lvl3pPr>
            <a:lvl4pPr algn="l">
              <a:buNone/>
              <a:defRPr sz="3300" b="1">
                <a:solidFill>
                  <a:srgbClr val="102A43"/>
                </a:solidFill>
                <a:latin typeface="DejaVu Sans"/>
                <a:ea typeface="DejaVu Sans"/>
                <a:cs typeface="DejaVu Sans"/>
              </a:defRPr>
            </a:lvl4pPr>
            <a:lvl5pPr algn="l">
              <a:buNone/>
              <a:defRPr sz="3300" b="1">
                <a:solidFill>
                  <a:srgbClr val="102A43"/>
                </a:solidFill>
                <a:latin typeface="DejaVu Sans"/>
                <a:ea typeface="DejaVu Sans"/>
                <a:cs typeface="DejaVu Sans"/>
              </a:defRPr>
            </a:lvl5pPr>
            <a:lvl6pPr algn="l">
              <a:buNone/>
              <a:defRPr sz="3300" b="1">
                <a:solidFill>
                  <a:srgbClr val="102A43"/>
                </a:solidFill>
                <a:latin typeface="DejaVu Sans"/>
                <a:ea typeface="DejaVu Sans"/>
                <a:cs typeface="DejaVu Sans"/>
              </a:defRPr>
            </a:lvl6pPr>
            <a:lvl7pPr algn="l">
              <a:buNone/>
              <a:defRPr sz="3300" b="1">
                <a:solidFill>
                  <a:srgbClr val="102A43"/>
                </a:solidFill>
                <a:latin typeface="DejaVu Sans"/>
                <a:ea typeface="DejaVu Sans"/>
                <a:cs typeface="DejaVu Sans"/>
              </a:defRPr>
            </a:lvl7pPr>
            <a:lvl8pPr algn="l">
              <a:buNone/>
              <a:defRPr sz="3300" b="1">
                <a:solidFill>
                  <a:srgbClr val="102A43"/>
                </a:solidFill>
                <a:latin typeface="DejaVu Sans"/>
                <a:ea typeface="DejaVu Sans"/>
                <a:cs typeface="DejaVu Sans"/>
              </a:defRPr>
            </a:lvl8pPr>
            <a:lvl9pPr algn="l">
              <a:buNone/>
              <a:defRPr sz="3300" b="1">
                <a:solidFill>
                  <a:srgbClr val="102A43"/>
                </a:solidFill>
                <a:latin typeface="DejaVu Sans"/>
                <a:ea typeface="DejaVu Sans"/>
                <a:cs typeface="DejaVu Sans"/>
              </a:defRPr>
            </a:lvl9pPr>
          </a:lstStyle>
          <a:p xmlns:a="http://schemas.openxmlformats.org/drawingml/2006/main">
            <a:pPr algn="l">
              <a:lnSpc>
                <a:spcPct val="115000"/>
              </a:lnSpc>
              <a:buNone/>
              <a:defRPr sz="3300" b="1">
                <a:solidFill>
                  <a:srgbClr val="102A43"/>
                </a:solidFill>
                <a:latin typeface="DejaVu Sans"/>
                <a:ea typeface="DejaVu Sans"/>
                <a:cs typeface="DejaVu Sans"/>
              </a:defRPr>
            </a:pPr>
            <a:r>
              <a:rPr sz="3300" b="1">
                <a:solidFill>
                  <a:srgbClr val="102A43"/>
                </a:solidFill>
                <a:latin typeface="DejaVu Sans"/>
                <a:ea typeface="DejaVu Sans"/>
                <a:cs typeface="DejaVu Sans"/>
              </a:rPr>
              <a:t>Coverage object</a:t>
            </a:r>
          </a:p>
        </p:txBody>
      </p:sp>
      <p:sp>
        <p:nvSpPr>
          <p:cNvPr id="2" name="text-42">
            <a:extLst xmlns:a="http://schemas.openxmlformats.org/drawingml/2006/main">
              <a:ext uri="{FF2B5EF4-FFF2-40B4-BE49-F238E27FC236}">
                <a16:creationId xmlns:a16="http://schemas.microsoft.com/office/drawing/2014/main" id="{AAFF8051-B86B-4E48-B2CC-3A118DCF236C}"/>
              </a:ext>
            </a:extLst>
          </p:cNvPr>
          <p:cNvSpPr>
            <a:spLocks xmlns:a="http://schemas.openxmlformats.org/drawingml/2006/main" noGrp="1"/>
          </p:cNvSpPr>
          <p:nvPr/>
        </p:nvSpPr>
        <p:spPr>
          <a:xfrm xmlns:a="http://schemas.openxmlformats.org/drawingml/2006/main">
            <a:off x="609600" y="1371600"/>
            <a:ext cx="109728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526778"/>
                </a:solidFill>
                <a:latin typeface="DejaVu Sans"/>
                <a:ea typeface="DejaVu Sans"/>
                <a:cs typeface="DejaVu Sans"/>
              </a:defRPr>
            </a:defPPr>
            <a:lvl1pPr algn="l">
              <a:buNone/>
              <a:defRPr sz="1875" b="0">
                <a:solidFill>
                  <a:srgbClr val="526778"/>
                </a:solidFill>
                <a:latin typeface="DejaVu Sans"/>
                <a:ea typeface="DejaVu Sans"/>
                <a:cs typeface="DejaVu Sans"/>
              </a:defRPr>
            </a:lvl1pPr>
            <a:lvl2pPr algn="l">
              <a:buNone/>
              <a:defRPr sz="1875" b="0">
                <a:solidFill>
                  <a:srgbClr val="526778"/>
                </a:solidFill>
                <a:latin typeface="DejaVu Sans"/>
                <a:ea typeface="DejaVu Sans"/>
                <a:cs typeface="DejaVu Sans"/>
              </a:defRPr>
            </a:lvl2pPr>
            <a:lvl3pPr algn="l">
              <a:buNone/>
              <a:defRPr sz="1875" b="0">
                <a:solidFill>
                  <a:srgbClr val="526778"/>
                </a:solidFill>
                <a:latin typeface="DejaVu Sans"/>
                <a:ea typeface="DejaVu Sans"/>
                <a:cs typeface="DejaVu Sans"/>
              </a:defRPr>
            </a:lvl3pPr>
            <a:lvl4pPr algn="l">
              <a:buNone/>
              <a:defRPr sz="1875" b="0">
                <a:solidFill>
                  <a:srgbClr val="526778"/>
                </a:solidFill>
                <a:latin typeface="DejaVu Sans"/>
                <a:ea typeface="DejaVu Sans"/>
                <a:cs typeface="DejaVu Sans"/>
              </a:defRPr>
            </a:lvl4pPr>
            <a:lvl5pPr algn="l">
              <a:buNone/>
              <a:defRPr sz="1875" b="0">
                <a:solidFill>
                  <a:srgbClr val="526778"/>
                </a:solidFill>
                <a:latin typeface="DejaVu Sans"/>
                <a:ea typeface="DejaVu Sans"/>
                <a:cs typeface="DejaVu Sans"/>
              </a:defRPr>
            </a:lvl5pPr>
            <a:lvl6pPr algn="l">
              <a:buNone/>
              <a:defRPr sz="1875" b="0">
                <a:solidFill>
                  <a:srgbClr val="526778"/>
                </a:solidFill>
                <a:latin typeface="DejaVu Sans"/>
                <a:ea typeface="DejaVu Sans"/>
                <a:cs typeface="DejaVu Sans"/>
              </a:defRPr>
            </a:lvl6pPr>
            <a:lvl7pPr algn="l">
              <a:buNone/>
              <a:defRPr sz="1875" b="0">
                <a:solidFill>
                  <a:srgbClr val="526778"/>
                </a:solidFill>
                <a:latin typeface="DejaVu Sans"/>
                <a:ea typeface="DejaVu Sans"/>
                <a:cs typeface="DejaVu Sans"/>
              </a:defRPr>
            </a:lvl7pPr>
            <a:lvl8pPr algn="l">
              <a:buNone/>
              <a:defRPr sz="1875" b="0">
                <a:solidFill>
                  <a:srgbClr val="526778"/>
                </a:solidFill>
                <a:latin typeface="DejaVu Sans"/>
                <a:ea typeface="DejaVu Sans"/>
                <a:cs typeface="DejaVu Sans"/>
              </a:defRPr>
            </a:lvl8pPr>
            <a:lvl9pPr algn="l">
              <a:buNone/>
              <a:defRPr sz="1875" b="0">
                <a:solidFill>
                  <a:srgbClr val="526778"/>
                </a:solidFill>
                <a:latin typeface="DejaVu Sans"/>
                <a:ea typeface="DejaVu Sans"/>
                <a:cs typeface="DejaVu Sans"/>
              </a:defRPr>
            </a:lvl9pPr>
          </a:lstStyle>
          <a:p xmlns:a="http://schemas.openxmlformats.org/drawingml/2006/main">
            <a:pPr algn="l">
              <a:lnSpc>
                <a:spcPct val="115000"/>
              </a:lnSpc>
              <a:buNone/>
              <a:defRPr sz="1875" b="0">
                <a:solidFill>
                  <a:srgbClr val="526778"/>
                </a:solidFill>
                <a:latin typeface="DejaVu Sans"/>
                <a:ea typeface="DejaVu Sans"/>
                <a:cs typeface="DejaVu Sans"/>
              </a:defRPr>
            </a:pPr>
            <a:r>
              <a:rPr sz="1875" b="0">
                <a:solidFill>
                  <a:srgbClr val="526778"/>
                </a:solidFill>
                <a:latin typeface="DejaVu Sans"/>
                <a:ea typeface="DejaVu Sans"/>
                <a:cs typeface="DejaVu Sans"/>
              </a:rPr>
              <a:t>Payer identifiers and subscriber details populate the P2PDS body.</a:t>
            </a:r>
          </a:p>
        </p:txBody>
      </p:sp>
      <p:sp>
        <p:nvSpPr>
          <p:cNvPr id="3" name="slide-number">
            <a:extLst xmlns:a="http://schemas.openxmlformats.org/drawingml/2006/main">
              <a:ext uri="{FF2B5EF4-FFF2-40B4-BE49-F238E27FC236}">
                <a16:creationId xmlns:a16="http://schemas.microsoft.com/office/drawing/2014/main" id="{E88ECEB8-CF56-4C1F-A426-050ADDA4D2EB}"/>
              </a:ext>
            </a:extLst>
          </p:cNvPr>
          <p:cNvSpPr>
            <a:spLocks xmlns:a="http://schemas.openxmlformats.org/drawingml/2006/main" noGrp="1"/>
          </p:cNvSpPr>
          <p:nvPr/>
        </p:nvSpPr>
        <p:spPr>
          <a:xfrm xmlns:a="http://schemas.openxmlformats.org/drawingml/2006/main">
            <a:off x="11182350" y="6391275"/>
            <a:ext cx="4000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275" b="0">
                <a:solidFill>
                  <a:srgbClr val="526778"/>
                </a:solidFill>
                <a:latin typeface="DejaVu Sans"/>
                <a:ea typeface="DejaVu Sans"/>
                <a:cs typeface="DejaVu Sans"/>
              </a:defRPr>
            </a:defPPr>
            <a:lvl1pPr algn="r">
              <a:buNone/>
              <a:defRPr sz="1275" b="0">
                <a:solidFill>
                  <a:srgbClr val="526778"/>
                </a:solidFill>
                <a:latin typeface="DejaVu Sans"/>
                <a:ea typeface="DejaVu Sans"/>
                <a:cs typeface="DejaVu Sans"/>
              </a:defRPr>
            </a:lvl1pPr>
            <a:lvl2pPr algn="r">
              <a:buNone/>
              <a:defRPr sz="1275" b="0">
                <a:solidFill>
                  <a:srgbClr val="526778"/>
                </a:solidFill>
                <a:latin typeface="DejaVu Sans"/>
                <a:ea typeface="DejaVu Sans"/>
                <a:cs typeface="DejaVu Sans"/>
              </a:defRPr>
            </a:lvl2pPr>
            <a:lvl3pPr algn="r">
              <a:buNone/>
              <a:defRPr sz="1275" b="0">
                <a:solidFill>
                  <a:srgbClr val="526778"/>
                </a:solidFill>
                <a:latin typeface="DejaVu Sans"/>
                <a:ea typeface="DejaVu Sans"/>
                <a:cs typeface="DejaVu Sans"/>
              </a:defRPr>
            </a:lvl3pPr>
            <a:lvl4pPr algn="r">
              <a:buNone/>
              <a:defRPr sz="1275" b="0">
                <a:solidFill>
                  <a:srgbClr val="526778"/>
                </a:solidFill>
                <a:latin typeface="DejaVu Sans"/>
                <a:ea typeface="DejaVu Sans"/>
                <a:cs typeface="DejaVu Sans"/>
              </a:defRPr>
            </a:lvl4pPr>
            <a:lvl5pPr algn="r">
              <a:buNone/>
              <a:defRPr sz="1275" b="0">
                <a:solidFill>
                  <a:srgbClr val="526778"/>
                </a:solidFill>
                <a:latin typeface="DejaVu Sans"/>
                <a:ea typeface="DejaVu Sans"/>
                <a:cs typeface="DejaVu Sans"/>
              </a:defRPr>
            </a:lvl5pPr>
            <a:lvl6pPr algn="r">
              <a:buNone/>
              <a:defRPr sz="1275" b="0">
                <a:solidFill>
                  <a:srgbClr val="526778"/>
                </a:solidFill>
                <a:latin typeface="DejaVu Sans"/>
                <a:ea typeface="DejaVu Sans"/>
                <a:cs typeface="DejaVu Sans"/>
              </a:defRPr>
            </a:lvl6pPr>
            <a:lvl7pPr algn="r">
              <a:buNone/>
              <a:defRPr sz="1275" b="0">
                <a:solidFill>
                  <a:srgbClr val="526778"/>
                </a:solidFill>
                <a:latin typeface="DejaVu Sans"/>
                <a:ea typeface="DejaVu Sans"/>
                <a:cs typeface="DejaVu Sans"/>
              </a:defRPr>
            </a:lvl7pPr>
            <a:lvl8pPr algn="r">
              <a:buNone/>
              <a:defRPr sz="1275" b="0">
                <a:solidFill>
                  <a:srgbClr val="526778"/>
                </a:solidFill>
                <a:latin typeface="DejaVu Sans"/>
                <a:ea typeface="DejaVu Sans"/>
                <a:cs typeface="DejaVu Sans"/>
              </a:defRPr>
            </a:lvl8pPr>
            <a:lvl9pPr algn="r">
              <a:buNone/>
              <a:defRPr sz="1275" b="0">
                <a:solidFill>
                  <a:srgbClr val="526778"/>
                </a:solidFill>
                <a:latin typeface="DejaVu Sans"/>
                <a:ea typeface="DejaVu Sans"/>
                <a:cs typeface="DejaVu Sans"/>
              </a:defRPr>
            </a:lvl9pPr>
          </a:lstStyle>
          <a:p xmlns:a="http://schemas.openxmlformats.org/drawingml/2006/main">
            <a:pPr algn="r">
              <a:lnSpc>
                <a:spcPct val="115000"/>
              </a:lnSpc>
              <a:buNone/>
              <a:defRPr sz="1275" b="0">
                <a:solidFill>
                  <a:srgbClr val="526778"/>
                </a:solidFill>
                <a:latin typeface="DejaVu Sans"/>
                <a:ea typeface="DejaVu Sans"/>
                <a:cs typeface="DejaVu Sans"/>
              </a:defRPr>
            </a:pPr>
            <a:r>
              <a:rPr sz="1275" b="0">
                <a:solidFill>
                  <a:srgbClr val="526778"/>
                </a:solidFill>
                <a:latin typeface="DejaVu Sans"/>
                <a:ea typeface="DejaVu Sans"/>
                <a:cs typeface="DejaVu Sans"/>
              </a:rPr>
              <a:t>13</a:t>
            </a:r>
          </a:p>
        </p:txBody>
      </p:sp>
      <p:sp>
        <p:nvSpPr>
          <p:cNvPr id="4" name="text-43">
            <a:extLst xmlns:a="http://schemas.openxmlformats.org/drawingml/2006/main">
              <a:ext uri="{FF2B5EF4-FFF2-40B4-BE49-F238E27FC236}">
                <a16:creationId xmlns:a16="http://schemas.microsoft.com/office/drawing/2014/main" id="{F8C155A7-D67D-48FB-8FEF-F7E8D06C6D20}"/>
              </a:ext>
            </a:extLst>
          </p:cNvPr>
          <p:cNvSpPr>
            <a:spLocks xmlns:a="http://schemas.openxmlformats.org/drawingml/2006/main" noGrp="1"/>
          </p:cNvSpPr>
          <p:nvPr/>
        </p:nvSpPr>
        <p:spPr>
          <a:xfrm xmlns:a="http://schemas.openxmlformats.org/drawingml/2006/main">
            <a:off x="609600" y="2000250"/>
            <a:ext cx="10972800" cy="3714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00" b="0">
                <a:solidFill>
                  <a:srgbClr val="102A43"/>
                </a:solidFill>
                <a:latin typeface="DejaVu Sans Mono"/>
                <a:ea typeface="DejaVu Sans Mono"/>
                <a:cs typeface="DejaVu Sans Mono"/>
              </a:defRPr>
            </a:defPPr>
            <a:lvl1pPr algn="l">
              <a:buNone/>
              <a:defRPr sz="1800" b="0">
                <a:solidFill>
                  <a:srgbClr val="102A43"/>
                </a:solidFill>
                <a:latin typeface="DejaVu Sans Mono"/>
                <a:ea typeface="DejaVu Sans Mono"/>
                <a:cs typeface="DejaVu Sans Mono"/>
              </a:defRPr>
            </a:lvl1pPr>
            <a:lvl2pPr algn="l">
              <a:buNone/>
              <a:defRPr sz="1800" b="0">
                <a:solidFill>
                  <a:srgbClr val="102A43"/>
                </a:solidFill>
                <a:latin typeface="DejaVu Sans Mono"/>
                <a:ea typeface="DejaVu Sans Mono"/>
                <a:cs typeface="DejaVu Sans Mono"/>
              </a:defRPr>
            </a:lvl2pPr>
            <a:lvl3pPr algn="l">
              <a:buNone/>
              <a:defRPr sz="1800" b="0">
                <a:solidFill>
                  <a:srgbClr val="102A43"/>
                </a:solidFill>
                <a:latin typeface="DejaVu Sans Mono"/>
                <a:ea typeface="DejaVu Sans Mono"/>
                <a:cs typeface="DejaVu Sans Mono"/>
              </a:defRPr>
            </a:lvl3pPr>
            <a:lvl4pPr algn="l">
              <a:buNone/>
              <a:defRPr sz="1800" b="0">
                <a:solidFill>
                  <a:srgbClr val="102A43"/>
                </a:solidFill>
                <a:latin typeface="DejaVu Sans Mono"/>
                <a:ea typeface="DejaVu Sans Mono"/>
                <a:cs typeface="DejaVu Sans Mono"/>
              </a:defRPr>
            </a:lvl4pPr>
            <a:lvl5pPr algn="l">
              <a:buNone/>
              <a:defRPr sz="1800" b="0">
                <a:solidFill>
                  <a:srgbClr val="102A43"/>
                </a:solidFill>
                <a:latin typeface="DejaVu Sans Mono"/>
                <a:ea typeface="DejaVu Sans Mono"/>
                <a:cs typeface="DejaVu Sans Mono"/>
              </a:defRPr>
            </a:lvl5pPr>
            <a:lvl6pPr algn="l">
              <a:buNone/>
              <a:defRPr sz="1800" b="0">
                <a:solidFill>
                  <a:srgbClr val="102A43"/>
                </a:solidFill>
                <a:latin typeface="DejaVu Sans Mono"/>
                <a:ea typeface="DejaVu Sans Mono"/>
                <a:cs typeface="DejaVu Sans Mono"/>
              </a:defRPr>
            </a:lvl6pPr>
            <a:lvl7pPr algn="l">
              <a:buNone/>
              <a:defRPr sz="1800" b="0">
                <a:solidFill>
                  <a:srgbClr val="102A43"/>
                </a:solidFill>
                <a:latin typeface="DejaVu Sans Mono"/>
                <a:ea typeface="DejaVu Sans Mono"/>
                <a:cs typeface="DejaVu Sans Mono"/>
              </a:defRPr>
            </a:lvl7pPr>
            <a:lvl8pPr algn="l">
              <a:buNone/>
              <a:defRPr sz="1800" b="0">
                <a:solidFill>
                  <a:srgbClr val="102A43"/>
                </a:solidFill>
                <a:latin typeface="DejaVu Sans Mono"/>
                <a:ea typeface="DejaVu Sans Mono"/>
                <a:cs typeface="DejaVu Sans Mono"/>
              </a:defRPr>
            </a:lvl8pPr>
            <a:lvl9pPr algn="l">
              <a:buNone/>
              <a:defRPr sz="1800" b="0">
                <a:solidFill>
                  <a:srgbClr val="102A43"/>
                </a:solidFill>
                <a:latin typeface="DejaVu Sans Mono"/>
                <a:ea typeface="DejaVu Sans Mono"/>
                <a:cs typeface="DejaVu Sans Mono"/>
              </a:defRPr>
            </a:lvl9pPr>
          </a:lstStyle>
          <a:p xmlns:a="http://schemas.openxmlformats.org/drawingml/2006/main">
            <a:pPr algn="l">
              <a:lnSpc>
                <a:spcPct val="115000"/>
              </a:lnSpc>
              <a:buNone/>
              <a:defRPr sz="1800" b="0">
                <a:solidFill>
                  <a:srgbClr val="102A43"/>
                </a:solidFill>
                <a:latin typeface="DejaVu Sans Mono"/>
                <a:ea typeface="DejaVu Sans Mono"/>
                <a:cs typeface="DejaVu Sans Mono"/>
              </a:defRPr>
            </a:pPr>
            <a:r>
              <a:rPr sz="1800" b="0">
                <a:solidFill>
                  <a:srgbClr val="102A43"/>
                </a:solidFill>
                <a:latin typeface="DejaVu Sans Mono"/>
                <a:ea typeface="DejaVu Sans Mono"/>
                <a:cs typeface="DejaVu Sans Mono"/>
              </a:rPr>
              <a:t>"coverage": {</a:t>
            </a:r>
          </a:p>
          <a:p xmlns:a="http://schemas.openxmlformats.org/drawingml/2006/main">
            <a:pPr algn="l">
              <a:lnSpc>
                <a:spcPct val="115000"/>
              </a:lnSpc>
              <a:buNone/>
              <a:defRPr sz="1800" b="0">
                <a:solidFill>
                  <a:srgbClr val="102A43"/>
                </a:solidFill>
                <a:latin typeface="DejaVu Sans Mono"/>
                <a:ea typeface="DejaVu Sans Mono"/>
                <a:cs typeface="DejaVu Sans Mono"/>
              </a:defRPr>
            </a:pPr>
            <a:r>
              <a:rPr sz="1800" b="0">
                <a:solidFill>
                  <a:srgbClr val="102A43"/>
                </a:solidFill>
                <a:latin typeface="DejaVu Sans Mono"/>
                <a:ea typeface="DejaVu Sans Mono"/>
                <a:cs typeface="DejaVu Sans Mono"/>
              </a:rPr>
              <a:t>  "payerId": "SYN-PAYER",</a:t>
            </a:r>
          </a:p>
          <a:p xmlns:a="http://schemas.openxmlformats.org/drawingml/2006/main">
            <a:pPr algn="l">
              <a:lnSpc>
                <a:spcPct val="115000"/>
              </a:lnSpc>
              <a:buNone/>
              <a:defRPr sz="1800" b="0">
                <a:solidFill>
                  <a:srgbClr val="102A43"/>
                </a:solidFill>
                <a:latin typeface="DejaVu Sans Mono"/>
                <a:ea typeface="DejaVu Sans Mono"/>
                <a:cs typeface="DejaVu Sans Mono"/>
              </a:defRPr>
            </a:pPr>
            <a:r>
              <a:rPr sz="1800" b="0">
                <a:solidFill>
                  <a:srgbClr val="102A43"/>
                </a:solidFill>
                <a:latin typeface="DejaVu Sans Mono"/>
                <a:ea typeface="DejaVu Sans Mono"/>
                <a:cs typeface="DejaVu Sans Mono"/>
              </a:rPr>
              <a:t>  "otherPayerMemberId": "SYN-POL-1001",</a:t>
            </a:r>
          </a:p>
          <a:p xmlns:a="http://schemas.openxmlformats.org/drawingml/2006/main">
            <a:pPr algn="l">
              <a:lnSpc>
                <a:spcPct val="115000"/>
              </a:lnSpc>
              <a:buNone/>
              <a:defRPr sz="1800" b="0">
                <a:solidFill>
                  <a:srgbClr val="102A43"/>
                </a:solidFill>
                <a:latin typeface="DejaVu Sans Mono"/>
                <a:ea typeface="DejaVu Sans Mono"/>
                <a:cs typeface="DejaVu Sans Mono"/>
              </a:defRPr>
            </a:pPr>
            <a:r>
              <a:rPr sz="1800" b="0">
                <a:solidFill>
                  <a:srgbClr val="102A43"/>
                </a:solidFill>
                <a:latin typeface="DejaVu Sans Mono"/>
                <a:ea typeface="DejaVu Sans Mono"/>
                <a:cs typeface="DejaVu Sans Mono"/>
              </a:rPr>
              <a:t>  "groupNumber": "SYN-GRP-01",</a:t>
            </a:r>
          </a:p>
          <a:p xmlns:a="http://schemas.openxmlformats.org/drawingml/2006/main">
            <a:pPr algn="l">
              <a:lnSpc>
                <a:spcPct val="115000"/>
              </a:lnSpc>
              <a:buNone/>
              <a:defRPr sz="1800" b="0">
                <a:solidFill>
                  <a:srgbClr val="102A43"/>
                </a:solidFill>
                <a:latin typeface="DejaVu Sans Mono"/>
                <a:ea typeface="DejaVu Sans Mono"/>
                <a:cs typeface="DejaVu Sans Mono"/>
              </a:defRPr>
            </a:pPr>
            <a:r>
              <a:rPr sz="1800" b="0">
                <a:solidFill>
                  <a:srgbClr val="102A43"/>
                </a:solidFill>
                <a:latin typeface="DejaVu Sans Mono"/>
                <a:ea typeface="DejaVu Sans Mono"/>
                <a:cs typeface="DejaVu Sans Mono"/>
              </a:rPr>
              <a:t>  "policyHolderFirstName": "Alex",</a:t>
            </a:r>
          </a:p>
          <a:p xmlns:a="http://schemas.openxmlformats.org/drawingml/2006/main">
            <a:pPr algn="l">
              <a:lnSpc>
                <a:spcPct val="115000"/>
              </a:lnSpc>
              <a:buNone/>
              <a:defRPr sz="1800" b="0">
                <a:solidFill>
                  <a:srgbClr val="102A43"/>
                </a:solidFill>
                <a:latin typeface="DejaVu Sans Mono"/>
                <a:ea typeface="DejaVu Sans Mono"/>
                <a:cs typeface="DejaVu Sans Mono"/>
              </a:defRPr>
            </a:pPr>
            <a:r>
              <a:rPr sz="1800" b="0">
                <a:solidFill>
                  <a:srgbClr val="102A43"/>
                </a:solidFill>
                <a:latin typeface="DejaVu Sans Mono"/>
                <a:ea typeface="DejaVu Sans Mono"/>
                <a:cs typeface="DejaVu Sans Mono"/>
              </a:rPr>
              <a:t>  "policyHolderLastName": "Example",</a:t>
            </a:r>
          </a:p>
          <a:p xmlns:a="http://schemas.openxmlformats.org/drawingml/2006/main">
            <a:pPr algn="l">
              <a:lnSpc>
                <a:spcPct val="115000"/>
              </a:lnSpc>
              <a:buNone/>
              <a:defRPr sz="1800" b="0">
                <a:solidFill>
                  <a:srgbClr val="102A43"/>
                </a:solidFill>
                <a:latin typeface="DejaVu Sans Mono"/>
                <a:ea typeface="DejaVu Sans Mono"/>
                <a:cs typeface="DejaVu Sans Mono"/>
              </a:defRPr>
            </a:pPr>
            <a:r>
              <a:rPr sz="1800" b="0">
                <a:solidFill>
                  <a:srgbClr val="102A43"/>
                </a:solidFill>
                <a:latin typeface="DejaVu Sans Mono"/>
                <a:ea typeface="DejaVu Sans Mono"/>
                <a:cs typeface="DejaVu Sans Mono"/>
              </a:rPr>
              <a:t>  "policyHolderMiddleName": "Q",</a:t>
            </a:r>
          </a:p>
          <a:p xmlns:a="http://schemas.openxmlformats.org/drawingml/2006/main">
            <a:pPr algn="l">
              <a:lnSpc>
                <a:spcPct val="115000"/>
              </a:lnSpc>
              <a:buNone/>
              <a:defRPr sz="1800" b="0">
                <a:solidFill>
                  <a:srgbClr val="102A43"/>
                </a:solidFill>
                <a:latin typeface="DejaVu Sans Mono"/>
                <a:ea typeface="DejaVu Sans Mono"/>
                <a:cs typeface="DejaVu Sans Mono"/>
              </a:defRPr>
            </a:pPr>
            <a:r>
              <a:rPr sz="1800" b="0">
                <a:solidFill>
                  <a:srgbClr val="102A43"/>
                </a:solidFill>
                <a:latin typeface="DejaVu Sans Mono"/>
                <a:ea typeface="DejaVu Sans Mono"/>
                <a:cs typeface="DejaVu Sans Mono"/>
              </a:rPr>
              <a:t>  "policyHolderGender": "F",</a:t>
            </a:r>
          </a:p>
          <a:p xmlns:a="http://schemas.openxmlformats.org/drawingml/2006/main">
            <a:pPr algn="l">
              <a:lnSpc>
                <a:spcPct val="115000"/>
              </a:lnSpc>
              <a:buNone/>
              <a:defRPr sz="1800" b="0">
                <a:solidFill>
                  <a:srgbClr val="102A43"/>
                </a:solidFill>
                <a:latin typeface="DejaVu Sans Mono"/>
                <a:ea typeface="DejaVu Sans Mono"/>
                <a:cs typeface="DejaVu Sans Mono"/>
              </a:defRPr>
            </a:pPr>
            <a:r>
              <a:rPr sz="1800" b="0">
                <a:solidFill>
                  <a:srgbClr val="102A43"/>
                </a:solidFill>
                <a:latin typeface="DejaVu Sans Mono"/>
                <a:ea typeface="DejaVu Sans Mono"/>
                <a:cs typeface="DejaVu Sans Mono"/>
              </a:rPr>
              <a:t>  "policyHolderDateOfBirth": "1980-01-02",</a:t>
            </a:r>
          </a:p>
          <a:p xmlns:a="http://schemas.openxmlformats.org/drawingml/2006/main">
            <a:pPr algn="l">
              <a:lnSpc>
                <a:spcPct val="115000"/>
              </a:lnSpc>
              <a:buNone/>
              <a:defRPr sz="1800" b="0">
                <a:solidFill>
                  <a:srgbClr val="102A43"/>
                </a:solidFill>
                <a:latin typeface="DejaVu Sans Mono"/>
                <a:ea typeface="DejaVu Sans Mono"/>
                <a:cs typeface="DejaVu Sans Mono"/>
              </a:defRPr>
            </a:pPr>
            <a:r>
              <a:rPr sz="1800" b="0">
                <a:solidFill>
                  <a:srgbClr val="102A43"/>
                </a:solidFill>
                <a:latin typeface="DejaVu Sans Mono"/>
                <a:ea typeface="DejaVu Sans Mono"/>
                <a:cs typeface="DejaVu Sans Mono"/>
              </a:rPr>
              <a:t>  "relationshipToPolicyHolder": "SELF"</a:t>
            </a:r>
          </a:p>
          <a:p xmlns:a="http://schemas.openxmlformats.org/drawingml/2006/main">
            <a:pPr algn="l">
              <a:lnSpc>
                <a:spcPct val="115000"/>
              </a:lnSpc>
              <a:buNone/>
              <a:defRPr sz="1800" b="0">
                <a:solidFill>
                  <a:srgbClr val="102A43"/>
                </a:solidFill>
                <a:latin typeface="DejaVu Sans Mono"/>
                <a:ea typeface="DejaVu Sans Mono"/>
                <a:cs typeface="DejaVu Sans Mono"/>
              </a:defRPr>
            </a:pPr>
            <a:r>
              <a:rPr sz="1800" b="0">
                <a:solidFill>
                  <a:srgbClr val="102A43"/>
                </a:solidFill>
                <a:latin typeface="DejaVu Sans Mono"/>
                <a:ea typeface="DejaVu Sans Mono"/>
                <a:cs typeface="DejaVu Sans Mono"/>
              </a:rPr>
              <a:t>}</a:t>
            </a:r>
          </a:p>
        </p:txBody>
      </p:sp>
      <p:sp>
        <p:nvSpPr>
          <p:cNvPr id="5" name="text-44">
            <a:extLst xmlns:a="http://schemas.openxmlformats.org/drawingml/2006/main">
              <a:ext uri="{FF2B5EF4-FFF2-40B4-BE49-F238E27FC236}">
                <a16:creationId xmlns:a16="http://schemas.microsoft.com/office/drawing/2014/main" id="{FBE446EE-5E99-4580-84C2-34A01EE6BE67}"/>
              </a:ext>
            </a:extLst>
          </p:cNvPr>
          <p:cNvSpPr>
            <a:spLocks xmlns:a="http://schemas.openxmlformats.org/drawingml/2006/main" noGrp="1"/>
          </p:cNvSpPr>
          <p:nvPr/>
        </p:nvSpPr>
        <p:spPr>
          <a:xfrm xmlns:a="http://schemas.openxmlformats.org/drawingml/2006/main">
            <a:off x="609600" y="5905500"/>
            <a:ext cx="10858500" cy="466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725" b="0">
                <a:solidFill>
                  <a:srgbClr val="526778"/>
                </a:solidFill>
                <a:latin typeface="DejaVu Sans"/>
                <a:ea typeface="DejaVu Sans"/>
                <a:cs typeface="DejaVu Sans"/>
              </a:defRPr>
            </a:defPPr>
            <a:lvl1pPr algn="l">
              <a:buNone/>
              <a:defRPr sz="1725" b="0">
                <a:solidFill>
                  <a:srgbClr val="526778"/>
                </a:solidFill>
                <a:latin typeface="DejaVu Sans"/>
                <a:ea typeface="DejaVu Sans"/>
                <a:cs typeface="DejaVu Sans"/>
              </a:defRPr>
            </a:lvl1pPr>
            <a:lvl2pPr algn="l">
              <a:buNone/>
              <a:defRPr sz="1725" b="0">
                <a:solidFill>
                  <a:srgbClr val="526778"/>
                </a:solidFill>
                <a:latin typeface="DejaVu Sans"/>
                <a:ea typeface="DejaVu Sans"/>
                <a:cs typeface="DejaVu Sans"/>
              </a:defRPr>
            </a:lvl2pPr>
            <a:lvl3pPr algn="l">
              <a:buNone/>
              <a:defRPr sz="1725" b="0">
                <a:solidFill>
                  <a:srgbClr val="526778"/>
                </a:solidFill>
                <a:latin typeface="DejaVu Sans"/>
                <a:ea typeface="DejaVu Sans"/>
                <a:cs typeface="DejaVu Sans"/>
              </a:defRPr>
            </a:lvl3pPr>
            <a:lvl4pPr algn="l">
              <a:buNone/>
              <a:defRPr sz="1725" b="0">
                <a:solidFill>
                  <a:srgbClr val="526778"/>
                </a:solidFill>
                <a:latin typeface="DejaVu Sans"/>
                <a:ea typeface="DejaVu Sans"/>
                <a:cs typeface="DejaVu Sans"/>
              </a:defRPr>
            </a:lvl4pPr>
            <a:lvl5pPr algn="l">
              <a:buNone/>
              <a:defRPr sz="1725" b="0">
                <a:solidFill>
                  <a:srgbClr val="526778"/>
                </a:solidFill>
                <a:latin typeface="DejaVu Sans"/>
                <a:ea typeface="DejaVu Sans"/>
                <a:cs typeface="DejaVu Sans"/>
              </a:defRPr>
            </a:lvl5pPr>
            <a:lvl6pPr algn="l">
              <a:buNone/>
              <a:defRPr sz="1725" b="0">
                <a:solidFill>
                  <a:srgbClr val="526778"/>
                </a:solidFill>
                <a:latin typeface="DejaVu Sans"/>
                <a:ea typeface="DejaVu Sans"/>
                <a:cs typeface="DejaVu Sans"/>
              </a:defRPr>
            </a:lvl6pPr>
            <a:lvl7pPr algn="l">
              <a:buNone/>
              <a:defRPr sz="1725" b="0">
                <a:solidFill>
                  <a:srgbClr val="526778"/>
                </a:solidFill>
                <a:latin typeface="DejaVu Sans"/>
                <a:ea typeface="DejaVu Sans"/>
                <a:cs typeface="DejaVu Sans"/>
              </a:defRPr>
            </a:lvl7pPr>
            <a:lvl8pPr algn="l">
              <a:buNone/>
              <a:defRPr sz="1725" b="0">
                <a:solidFill>
                  <a:srgbClr val="526778"/>
                </a:solidFill>
                <a:latin typeface="DejaVu Sans"/>
                <a:ea typeface="DejaVu Sans"/>
                <a:cs typeface="DejaVu Sans"/>
              </a:defRPr>
            </a:lvl8pPr>
            <a:lvl9pPr algn="l">
              <a:buNone/>
              <a:defRPr sz="1725" b="0">
                <a:solidFill>
                  <a:srgbClr val="526778"/>
                </a:solidFill>
                <a:latin typeface="DejaVu Sans"/>
                <a:ea typeface="DejaVu Sans"/>
                <a:cs typeface="DejaVu Sans"/>
              </a:defRPr>
            </a:lvl9pPr>
          </a:lstStyle>
          <a:p xmlns:a="http://schemas.openxmlformats.org/drawingml/2006/main">
            <a:pPr algn="l">
              <a:lnSpc>
                <a:spcPct val="115000"/>
              </a:lnSpc>
              <a:buNone/>
              <a:defRPr sz="1725" b="0">
                <a:solidFill>
                  <a:srgbClr val="526778"/>
                </a:solidFill>
                <a:latin typeface="DejaVu Sans"/>
                <a:ea typeface="DejaVu Sans"/>
                <a:cs typeface="DejaVu Sans"/>
              </a:defRPr>
            </a:pPr>
            <a:r>
              <a:rPr sz="1725" b="0">
                <a:solidFill>
                  <a:srgbClr val="526778"/>
                </a:solidFill>
                <a:latin typeface="DejaVu Sans"/>
                <a:ea typeface="DejaVu Sans"/>
                <a:cs typeface="DejaVu Sans"/>
              </a:rPr>
              <a:t>When coverage is supplied, payer ID, policy ID and mapped relationship are required.</a:t>
            </a:r>
          </a:p>
        </p:txBody>
      </p:sp>
    </p:spTree>
    <p:extLst>
      <p:ext uri="{BB962C8B-B14F-4D97-AF65-F5344CB8AC3E}">
        <p14:creationId xmlns:p14="http://schemas.microsoft.com/office/powerpoint/2010/main" val="167339642"/>
      </p:ext>
    </p:extLst>
  </p:cSld>
</p:sld>
</file>

<file path=ppt/slides/slide14.xml><?xml version="1.0" encoding="utf-8"?>
<p:sld xmlns:p="http://schemas.openxmlformats.org/presentationml/2006/main">
  <p:cSld>
    <p:bg>
      <p:bgPr>
        <a:solidFill xmlns:a="http://schemas.openxmlformats.org/drawingml/2006/main">
          <a:srgbClr val="F6F8FA"/>
        </a:solidFill>
      </p:bgPr>
    </p:bg>
    <p:spTree>
      <p:nvGrpSpPr>
        <p:cNvPr id="1" name=""/>
        <p:cNvGrpSpPr/>
        <p:nvPr/>
      </p:nvGrpSpPr>
      <p:grpSpPr>
        <a:xfrm xmlns:a="http://schemas.openxmlformats.org/drawingml/2006/main"/>
      </p:grpSpPr>
      <p:sp>
        <p:nvSpPr>
          <p:cNvPr id="8" name="slide-title">
            <a:extLst xmlns:a="http://schemas.openxmlformats.org/drawingml/2006/main">
              <a:ext uri="{FF2B5EF4-FFF2-40B4-BE49-F238E27FC236}">
                <a16:creationId xmlns:a16="http://schemas.microsoft.com/office/drawing/2014/main" id="{8C693E67-1E05-4ABE-A514-E7D596143E1F}"/>
              </a:ext>
            </a:extLst>
          </p:cNvPr>
          <p:cNvSpPr>
            <a:spLocks xmlns:a="http://schemas.openxmlformats.org/drawingml/2006/main" noGrp="1"/>
          </p:cNvSpPr>
          <p:nvPr/>
        </p:nvSpPr>
        <p:spPr>
          <a:xfrm xmlns:a="http://schemas.openxmlformats.org/drawingml/2006/main">
            <a:off x="609600" y="438150"/>
            <a:ext cx="109728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300" b="1">
                <a:solidFill>
                  <a:srgbClr val="102A43"/>
                </a:solidFill>
                <a:latin typeface="DejaVu Sans"/>
                <a:ea typeface="DejaVu Sans"/>
                <a:cs typeface="DejaVu Sans"/>
              </a:defRPr>
            </a:defPPr>
            <a:lvl1pPr algn="l">
              <a:buNone/>
              <a:defRPr sz="3300" b="1">
                <a:solidFill>
                  <a:srgbClr val="102A43"/>
                </a:solidFill>
                <a:latin typeface="DejaVu Sans"/>
                <a:ea typeface="DejaVu Sans"/>
                <a:cs typeface="DejaVu Sans"/>
              </a:defRPr>
            </a:lvl1pPr>
            <a:lvl2pPr algn="l">
              <a:buNone/>
              <a:defRPr sz="3300" b="1">
                <a:solidFill>
                  <a:srgbClr val="102A43"/>
                </a:solidFill>
                <a:latin typeface="DejaVu Sans"/>
                <a:ea typeface="DejaVu Sans"/>
                <a:cs typeface="DejaVu Sans"/>
              </a:defRPr>
            </a:lvl2pPr>
            <a:lvl3pPr algn="l">
              <a:buNone/>
              <a:defRPr sz="3300" b="1">
                <a:solidFill>
                  <a:srgbClr val="102A43"/>
                </a:solidFill>
                <a:latin typeface="DejaVu Sans"/>
                <a:ea typeface="DejaVu Sans"/>
                <a:cs typeface="DejaVu Sans"/>
              </a:defRPr>
            </a:lvl3pPr>
            <a:lvl4pPr algn="l">
              <a:buNone/>
              <a:defRPr sz="3300" b="1">
                <a:solidFill>
                  <a:srgbClr val="102A43"/>
                </a:solidFill>
                <a:latin typeface="DejaVu Sans"/>
                <a:ea typeface="DejaVu Sans"/>
                <a:cs typeface="DejaVu Sans"/>
              </a:defRPr>
            </a:lvl4pPr>
            <a:lvl5pPr algn="l">
              <a:buNone/>
              <a:defRPr sz="3300" b="1">
                <a:solidFill>
                  <a:srgbClr val="102A43"/>
                </a:solidFill>
                <a:latin typeface="DejaVu Sans"/>
                <a:ea typeface="DejaVu Sans"/>
                <a:cs typeface="DejaVu Sans"/>
              </a:defRPr>
            </a:lvl5pPr>
            <a:lvl6pPr algn="l">
              <a:buNone/>
              <a:defRPr sz="3300" b="1">
                <a:solidFill>
                  <a:srgbClr val="102A43"/>
                </a:solidFill>
                <a:latin typeface="DejaVu Sans"/>
                <a:ea typeface="DejaVu Sans"/>
                <a:cs typeface="DejaVu Sans"/>
              </a:defRPr>
            </a:lvl6pPr>
            <a:lvl7pPr algn="l">
              <a:buNone/>
              <a:defRPr sz="3300" b="1">
                <a:solidFill>
                  <a:srgbClr val="102A43"/>
                </a:solidFill>
                <a:latin typeface="DejaVu Sans"/>
                <a:ea typeface="DejaVu Sans"/>
                <a:cs typeface="DejaVu Sans"/>
              </a:defRPr>
            </a:lvl7pPr>
            <a:lvl8pPr algn="l">
              <a:buNone/>
              <a:defRPr sz="3300" b="1">
                <a:solidFill>
                  <a:srgbClr val="102A43"/>
                </a:solidFill>
                <a:latin typeface="DejaVu Sans"/>
                <a:ea typeface="DejaVu Sans"/>
                <a:cs typeface="DejaVu Sans"/>
              </a:defRPr>
            </a:lvl8pPr>
            <a:lvl9pPr algn="l">
              <a:buNone/>
              <a:defRPr sz="3300" b="1">
                <a:solidFill>
                  <a:srgbClr val="102A43"/>
                </a:solidFill>
                <a:latin typeface="DejaVu Sans"/>
                <a:ea typeface="DejaVu Sans"/>
                <a:cs typeface="DejaVu Sans"/>
              </a:defRPr>
            </a:lvl9pPr>
          </a:lstStyle>
          <a:p xmlns:a="http://schemas.openxmlformats.org/drawingml/2006/main">
            <a:pPr algn="l">
              <a:lnSpc>
                <a:spcPct val="115000"/>
              </a:lnSpc>
              <a:buNone/>
              <a:defRPr sz="3300" b="1">
                <a:solidFill>
                  <a:srgbClr val="102A43"/>
                </a:solidFill>
                <a:latin typeface="DejaVu Sans"/>
                <a:ea typeface="DejaVu Sans"/>
                <a:cs typeface="DejaVu Sans"/>
              </a:defRPr>
            </a:pPr>
            <a:r>
              <a:rPr sz="3300" b="1">
                <a:solidFill>
                  <a:srgbClr val="102A43"/>
                </a:solidFill>
                <a:latin typeface="DejaVu Sans"/>
                <a:ea typeface="DejaVu Sans"/>
                <a:cs typeface="DejaVu Sans"/>
              </a:rPr>
              <a:t>Transaction details</a:t>
            </a:r>
          </a:p>
        </p:txBody>
      </p:sp>
      <p:sp>
        <p:nvSpPr>
          <p:cNvPr id="2" name="text-45">
            <a:extLst xmlns:a="http://schemas.openxmlformats.org/drawingml/2006/main">
              <a:ext uri="{FF2B5EF4-FFF2-40B4-BE49-F238E27FC236}">
                <a16:creationId xmlns:a16="http://schemas.microsoft.com/office/drawing/2014/main" id="{DCB7939D-0FB0-474E-B4F1-26B6F9064C68}"/>
              </a:ext>
            </a:extLst>
          </p:cNvPr>
          <p:cNvSpPr>
            <a:spLocks xmlns:a="http://schemas.openxmlformats.org/drawingml/2006/main" noGrp="1"/>
          </p:cNvSpPr>
          <p:nvPr/>
        </p:nvSpPr>
        <p:spPr>
          <a:xfrm xmlns:a="http://schemas.openxmlformats.org/drawingml/2006/main">
            <a:off x="609600" y="1371600"/>
            <a:ext cx="109728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526778"/>
                </a:solidFill>
                <a:latin typeface="DejaVu Sans"/>
                <a:ea typeface="DejaVu Sans"/>
                <a:cs typeface="DejaVu Sans"/>
              </a:defRPr>
            </a:defPPr>
            <a:lvl1pPr algn="l">
              <a:buNone/>
              <a:defRPr sz="1875" b="0">
                <a:solidFill>
                  <a:srgbClr val="526778"/>
                </a:solidFill>
                <a:latin typeface="DejaVu Sans"/>
                <a:ea typeface="DejaVu Sans"/>
                <a:cs typeface="DejaVu Sans"/>
              </a:defRPr>
            </a:lvl1pPr>
            <a:lvl2pPr algn="l">
              <a:buNone/>
              <a:defRPr sz="1875" b="0">
                <a:solidFill>
                  <a:srgbClr val="526778"/>
                </a:solidFill>
                <a:latin typeface="DejaVu Sans"/>
                <a:ea typeface="DejaVu Sans"/>
                <a:cs typeface="DejaVu Sans"/>
              </a:defRPr>
            </a:lvl2pPr>
            <a:lvl3pPr algn="l">
              <a:buNone/>
              <a:defRPr sz="1875" b="0">
                <a:solidFill>
                  <a:srgbClr val="526778"/>
                </a:solidFill>
                <a:latin typeface="DejaVu Sans"/>
                <a:ea typeface="DejaVu Sans"/>
                <a:cs typeface="DejaVu Sans"/>
              </a:defRPr>
            </a:lvl3pPr>
            <a:lvl4pPr algn="l">
              <a:buNone/>
              <a:defRPr sz="1875" b="0">
                <a:solidFill>
                  <a:srgbClr val="526778"/>
                </a:solidFill>
                <a:latin typeface="DejaVu Sans"/>
                <a:ea typeface="DejaVu Sans"/>
                <a:cs typeface="DejaVu Sans"/>
              </a:defRPr>
            </a:lvl4pPr>
            <a:lvl5pPr algn="l">
              <a:buNone/>
              <a:defRPr sz="1875" b="0">
                <a:solidFill>
                  <a:srgbClr val="526778"/>
                </a:solidFill>
                <a:latin typeface="DejaVu Sans"/>
                <a:ea typeface="DejaVu Sans"/>
                <a:cs typeface="DejaVu Sans"/>
              </a:defRPr>
            </a:lvl5pPr>
            <a:lvl6pPr algn="l">
              <a:buNone/>
              <a:defRPr sz="1875" b="0">
                <a:solidFill>
                  <a:srgbClr val="526778"/>
                </a:solidFill>
                <a:latin typeface="DejaVu Sans"/>
                <a:ea typeface="DejaVu Sans"/>
                <a:cs typeface="DejaVu Sans"/>
              </a:defRPr>
            </a:lvl6pPr>
            <a:lvl7pPr algn="l">
              <a:buNone/>
              <a:defRPr sz="1875" b="0">
                <a:solidFill>
                  <a:srgbClr val="526778"/>
                </a:solidFill>
                <a:latin typeface="DejaVu Sans"/>
                <a:ea typeface="DejaVu Sans"/>
                <a:cs typeface="DejaVu Sans"/>
              </a:defRPr>
            </a:lvl7pPr>
            <a:lvl8pPr algn="l">
              <a:buNone/>
              <a:defRPr sz="1875" b="0">
                <a:solidFill>
                  <a:srgbClr val="526778"/>
                </a:solidFill>
                <a:latin typeface="DejaVu Sans"/>
                <a:ea typeface="DejaVu Sans"/>
                <a:cs typeface="DejaVu Sans"/>
              </a:defRPr>
            </a:lvl8pPr>
            <a:lvl9pPr algn="l">
              <a:buNone/>
              <a:defRPr sz="1875" b="0">
                <a:solidFill>
                  <a:srgbClr val="526778"/>
                </a:solidFill>
                <a:latin typeface="DejaVu Sans"/>
                <a:ea typeface="DejaVu Sans"/>
                <a:cs typeface="DejaVu Sans"/>
              </a:defRPr>
            </a:lvl9pPr>
          </a:lstStyle>
          <a:p xmlns:a="http://schemas.openxmlformats.org/drawingml/2006/main">
            <a:pPr algn="l">
              <a:lnSpc>
                <a:spcPct val="115000"/>
              </a:lnSpc>
              <a:buNone/>
              <a:defRPr sz="1875" b="0">
                <a:solidFill>
                  <a:srgbClr val="526778"/>
                </a:solidFill>
                <a:latin typeface="DejaVu Sans"/>
                <a:ea typeface="DejaVu Sans"/>
                <a:cs typeface="DejaVu Sans"/>
              </a:defRPr>
            </a:pPr>
            <a:r>
              <a:rPr sz="1875" b="0">
                <a:solidFill>
                  <a:srgbClr val="526778"/>
                </a:solidFill>
                <a:latin typeface="DejaVu Sans"/>
                <a:ea typeface="DejaVu Sans"/>
                <a:cs typeface="DejaVu Sans"/>
              </a:rPr>
              <a:t>The consent manager can differ from the owner.</a:t>
            </a:r>
          </a:p>
        </p:txBody>
      </p:sp>
      <p:sp>
        <p:nvSpPr>
          <p:cNvPr id="3" name="slide-number">
            <a:extLst xmlns:a="http://schemas.openxmlformats.org/drawingml/2006/main">
              <a:ext uri="{FF2B5EF4-FFF2-40B4-BE49-F238E27FC236}">
                <a16:creationId xmlns:a16="http://schemas.microsoft.com/office/drawing/2014/main" id="{75C77480-B6FD-48D1-AF1C-C296BA5419FA}"/>
              </a:ext>
            </a:extLst>
          </p:cNvPr>
          <p:cNvSpPr>
            <a:spLocks xmlns:a="http://schemas.openxmlformats.org/drawingml/2006/main" noGrp="1"/>
          </p:cNvSpPr>
          <p:nvPr/>
        </p:nvSpPr>
        <p:spPr>
          <a:xfrm xmlns:a="http://schemas.openxmlformats.org/drawingml/2006/main">
            <a:off x="11182350" y="6391275"/>
            <a:ext cx="4000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275" b="0">
                <a:solidFill>
                  <a:srgbClr val="526778"/>
                </a:solidFill>
                <a:latin typeface="DejaVu Sans"/>
                <a:ea typeface="DejaVu Sans"/>
                <a:cs typeface="DejaVu Sans"/>
              </a:defRPr>
            </a:defPPr>
            <a:lvl1pPr algn="r">
              <a:buNone/>
              <a:defRPr sz="1275" b="0">
                <a:solidFill>
                  <a:srgbClr val="526778"/>
                </a:solidFill>
                <a:latin typeface="DejaVu Sans"/>
                <a:ea typeface="DejaVu Sans"/>
                <a:cs typeface="DejaVu Sans"/>
              </a:defRPr>
            </a:lvl1pPr>
            <a:lvl2pPr algn="r">
              <a:buNone/>
              <a:defRPr sz="1275" b="0">
                <a:solidFill>
                  <a:srgbClr val="526778"/>
                </a:solidFill>
                <a:latin typeface="DejaVu Sans"/>
                <a:ea typeface="DejaVu Sans"/>
                <a:cs typeface="DejaVu Sans"/>
              </a:defRPr>
            </a:lvl2pPr>
            <a:lvl3pPr algn="r">
              <a:buNone/>
              <a:defRPr sz="1275" b="0">
                <a:solidFill>
                  <a:srgbClr val="526778"/>
                </a:solidFill>
                <a:latin typeface="DejaVu Sans"/>
                <a:ea typeface="DejaVu Sans"/>
                <a:cs typeface="DejaVu Sans"/>
              </a:defRPr>
            </a:lvl3pPr>
            <a:lvl4pPr algn="r">
              <a:buNone/>
              <a:defRPr sz="1275" b="0">
                <a:solidFill>
                  <a:srgbClr val="526778"/>
                </a:solidFill>
                <a:latin typeface="DejaVu Sans"/>
                <a:ea typeface="DejaVu Sans"/>
                <a:cs typeface="DejaVu Sans"/>
              </a:defRPr>
            </a:lvl4pPr>
            <a:lvl5pPr algn="r">
              <a:buNone/>
              <a:defRPr sz="1275" b="0">
                <a:solidFill>
                  <a:srgbClr val="526778"/>
                </a:solidFill>
                <a:latin typeface="DejaVu Sans"/>
                <a:ea typeface="DejaVu Sans"/>
                <a:cs typeface="DejaVu Sans"/>
              </a:defRPr>
            </a:lvl5pPr>
            <a:lvl6pPr algn="r">
              <a:buNone/>
              <a:defRPr sz="1275" b="0">
                <a:solidFill>
                  <a:srgbClr val="526778"/>
                </a:solidFill>
                <a:latin typeface="DejaVu Sans"/>
                <a:ea typeface="DejaVu Sans"/>
                <a:cs typeface="DejaVu Sans"/>
              </a:defRPr>
            </a:lvl6pPr>
            <a:lvl7pPr algn="r">
              <a:buNone/>
              <a:defRPr sz="1275" b="0">
                <a:solidFill>
                  <a:srgbClr val="526778"/>
                </a:solidFill>
                <a:latin typeface="DejaVu Sans"/>
                <a:ea typeface="DejaVu Sans"/>
                <a:cs typeface="DejaVu Sans"/>
              </a:defRPr>
            </a:lvl7pPr>
            <a:lvl8pPr algn="r">
              <a:buNone/>
              <a:defRPr sz="1275" b="0">
                <a:solidFill>
                  <a:srgbClr val="526778"/>
                </a:solidFill>
                <a:latin typeface="DejaVu Sans"/>
                <a:ea typeface="DejaVu Sans"/>
                <a:cs typeface="DejaVu Sans"/>
              </a:defRPr>
            </a:lvl8pPr>
            <a:lvl9pPr algn="r">
              <a:buNone/>
              <a:defRPr sz="1275" b="0">
                <a:solidFill>
                  <a:srgbClr val="526778"/>
                </a:solidFill>
                <a:latin typeface="DejaVu Sans"/>
                <a:ea typeface="DejaVu Sans"/>
                <a:cs typeface="DejaVu Sans"/>
              </a:defRPr>
            </a:lvl9pPr>
          </a:lstStyle>
          <a:p xmlns:a="http://schemas.openxmlformats.org/drawingml/2006/main">
            <a:pPr algn="r">
              <a:lnSpc>
                <a:spcPct val="115000"/>
              </a:lnSpc>
              <a:buNone/>
              <a:defRPr sz="1275" b="0">
                <a:solidFill>
                  <a:srgbClr val="526778"/>
                </a:solidFill>
                <a:latin typeface="DejaVu Sans"/>
                <a:ea typeface="DejaVu Sans"/>
                <a:cs typeface="DejaVu Sans"/>
              </a:defRPr>
            </a:pPr>
            <a:r>
              <a:rPr sz="1275" b="0">
                <a:solidFill>
                  <a:srgbClr val="526778"/>
                </a:solidFill>
                <a:latin typeface="DejaVu Sans"/>
                <a:ea typeface="DejaVu Sans"/>
                <a:cs typeface="DejaVu Sans"/>
              </a:rPr>
              <a:t>14</a:t>
            </a:r>
          </a:p>
        </p:txBody>
      </p:sp>
      <p:sp>
        <p:nvSpPr>
          <p:cNvPr id="4" name="text-46">
            <a:extLst xmlns:a="http://schemas.openxmlformats.org/drawingml/2006/main">
              <a:ext uri="{FF2B5EF4-FFF2-40B4-BE49-F238E27FC236}">
                <a16:creationId xmlns:a16="http://schemas.microsoft.com/office/drawing/2014/main" id="{FEE6ECE6-9562-4C57-9052-045F05F680D4}"/>
              </a:ext>
            </a:extLst>
          </p:cNvPr>
          <p:cNvSpPr>
            <a:spLocks xmlns:a="http://schemas.openxmlformats.org/drawingml/2006/main" noGrp="1"/>
          </p:cNvSpPr>
          <p:nvPr/>
        </p:nvSpPr>
        <p:spPr>
          <a:xfrm xmlns:a="http://schemas.openxmlformats.org/drawingml/2006/main">
            <a:off x="609600" y="2028825"/>
            <a:ext cx="7239000" cy="409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50" b="0">
                <a:solidFill>
                  <a:srgbClr val="102A43"/>
                </a:solidFill>
                <a:latin typeface="DejaVu Sans Mono"/>
                <a:ea typeface="DejaVu Sans Mono"/>
                <a:cs typeface="DejaVu Sans Mono"/>
              </a:defRPr>
            </a:defPPr>
            <a:lvl1pPr algn="l">
              <a:buNone/>
              <a:defRPr sz="1650" b="0">
                <a:solidFill>
                  <a:srgbClr val="102A43"/>
                </a:solidFill>
                <a:latin typeface="DejaVu Sans Mono"/>
                <a:ea typeface="DejaVu Sans Mono"/>
                <a:cs typeface="DejaVu Sans Mono"/>
              </a:defRPr>
            </a:lvl1pPr>
            <a:lvl2pPr algn="l">
              <a:buNone/>
              <a:defRPr sz="1650" b="0">
                <a:solidFill>
                  <a:srgbClr val="102A43"/>
                </a:solidFill>
                <a:latin typeface="DejaVu Sans Mono"/>
                <a:ea typeface="DejaVu Sans Mono"/>
                <a:cs typeface="DejaVu Sans Mono"/>
              </a:defRPr>
            </a:lvl2pPr>
            <a:lvl3pPr algn="l">
              <a:buNone/>
              <a:defRPr sz="1650" b="0">
                <a:solidFill>
                  <a:srgbClr val="102A43"/>
                </a:solidFill>
                <a:latin typeface="DejaVu Sans Mono"/>
                <a:ea typeface="DejaVu Sans Mono"/>
                <a:cs typeface="DejaVu Sans Mono"/>
              </a:defRPr>
            </a:lvl3pPr>
            <a:lvl4pPr algn="l">
              <a:buNone/>
              <a:defRPr sz="1650" b="0">
                <a:solidFill>
                  <a:srgbClr val="102A43"/>
                </a:solidFill>
                <a:latin typeface="DejaVu Sans Mono"/>
                <a:ea typeface="DejaVu Sans Mono"/>
                <a:cs typeface="DejaVu Sans Mono"/>
              </a:defRPr>
            </a:lvl4pPr>
            <a:lvl5pPr algn="l">
              <a:buNone/>
              <a:defRPr sz="1650" b="0">
                <a:solidFill>
                  <a:srgbClr val="102A43"/>
                </a:solidFill>
                <a:latin typeface="DejaVu Sans Mono"/>
                <a:ea typeface="DejaVu Sans Mono"/>
                <a:cs typeface="DejaVu Sans Mono"/>
              </a:defRPr>
            </a:lvl5pPr>
            <a:lvl6pPr algn="l">
              <a:buNone/>
              <a:defRPr sz="1650" b="0">
                <a:solidFill>
                  <a:srgbClr val="102A43"/>
                </a:solidFill>
                <a:latin typeface="DejaVu Sans Mono"/>
                <a:ea typeface="DejaVu Sans Mono"/>
                <a:cs typeface="DejaVu Sans Mono"/>
              </a:defRPr>
            </a:lvl6pPr>
            <a:lvl7pPr algn="l">
              <a:buNone/>
              <a:defRPr sz="1650" b="0">
                <a:solidFill>
                  <a:srgbClr val="102A43"/>
                </a:solidFill>
                <a:latin typeface="DejaVu Sans Mono"/>
                <a:ea typeface="DejaVu Sans Mono"/>
                <a:cs typeface="DejaVu Sans Mono"/>
              </a:defRPr>
            </a:lvl7pPr>
            <a:lvl8pPr algn="l">
              <a:buNone/>
              <a:defRPr sz="1650" b="0">
                <a:solidFill>
                  <a:srgbClr val="102A43"/>
                </a:solidFill>
                <a:latin typeface="DejaVu Sans Mono"/>
                <a:ea typeface="DejaVu Sans Mono"/>
                <a:cs typeface="DejaVu Sans Mono"/>
              </a:defRPr>
            </a:lvl8pPr>
            <a:lvl9pPr algn="l">
              <a:buNone/>
              <a:defRPr sz="1650" b="0">
                <a:solidFill>
                  <a:srgbClr val="102A43"/>
                </a:solidFill>
                <a:latin typeface="DejaVu Sans Mono"/>
                <a:ea typeface="DejaVu Sans Mono"/>
                <a:cs typeface="DejaVu Sans Mono"/>
              </a:defRPr>
            </a:lvl9pPr>
          </a:lstStyle>
          <a:p xmlns:a="http://schemas.openxmlformats.org/drawingml/2006/main">
            <a:pPr algn="l">
              <a:lnSpc>
                <a:spcPct val="115000"/>
              </a:lnSpc>
              <a:buNone/>
              <a:defRPr sz="1650" b="0">
                <a:solidFill>
                  <a:srgbClr val="102A43"/>
                </a:solidFill>
                <a:latin typeface="DejaVu Sans Mono"/>
                <a:ea typeface="DejaVu Sans Mono"/>
                <a:cs typeface="DejaVu Sans Mono"/>
              </a:defRPr>
            </a:pPr>
            <a:r>
              <a:rPr sz="1650" b="0">
                <a:solidFill>
                  <a:srgbClr val="102A43"/>
                </a:solidFill>
                <a:latin typeface="DejaVu Sans Mono"/>
                <a:ea typeface="DejaVu Sans Mono"/>
                <a:cs typeface="DejaVu Sans Mono"/>
              </a:rPr>
              <a:t>"transactionDetails": {</a:t>
            </a:r>
          </a:p>
          <a:p xmlns:a="http://schemas.openxmlformats.org/drawingml/2006/main">
            <a:pPr algn="l">
              <a:lnSpc>
                <a:spcPct val="115000"/>
              </a:lnSpc>
              <a:buNone/>
              <a:defRPr sz="1650" b="0">
                <a:solidFill>
                  <a:srgbClr val="102A43"/>
                </a:solidFill>
                <a:latin typeface="DejaVu Sans Mono"/>
                <a:ea typeface="DejaVu Sans Mono"/>
                <a:cs typeface="DejaVu Sans Mono"/>
              </a:defRPr>
            </a:pPr>
            <a:r>
              <a:rPr sz="1650" b="0">
                <a:solidFill>
                  <a:srgbClr val="102A43"/>
                </a:solidFill>
                <a:latin typeface="DejaVu Sans Mono"/>
                <a:ea typeface="DejaVu Sans Mono"/>
                <a:cs typeface="DejaVu Sans Mono"/>
              </a:rPr>
              <a:t>  "sourceSystem": "MDB",</a:t>
            </a:r>
          </a:p>
          <a:p xmlns:a="http://schemas.openxmlformats.org/drawingml/2006/main">
            <a:pPr algn="l">
              <a:lnSpc>
                <a:spcPct val="115000"/>
              </a:lnSpc>
              <a:buNone/>
              <a:defRPr sz="1650" b="0">
                <a:solidFill>
                  <a:srgbClr val="102A43"/>
                </a:solidFill>
                <a:latin typeface="DejaVu Sans Mono"/>
                <a:ea typeface="DejaVu Sans Mono"/>
                <a:cs typeface="DejaVu Sans Mono"/>
              </a:defRPr>
            </a:pPr>
            <a:r>
              <a:rPr sz="1650" b="0">
                <a:solidFill>
                  <a:srgbClr val="102A43"/>
                </a:solidFill>
                <a:latin typeface="DejaVu Sans Mono"/>
                <a:ea typeface="DejaVu Sans Mono"/>
                <a:cs typeface="DejaVu Sans Mono"/>
              </a:rPr>
              <a:t>  "sourceDateTime":</a:t>
            </a:r>
          </a:p>
          <a:p xmlns:a="http://schemas.openxmlformats.org/drawingml/2006/main">
            <a:pPr algn="l">
              <a:lnSpc>
                <a:spcPct val="115000"/>
              </a:lnSpc>
              <a:buNone/>
              <a:defRPr sz="1650" b="0">
                <a:solidFill>
                  <a:srgbClr val="102A43"/>
                </a:solidFill>
                <a:latin typeface="DejaVu Sans Mono"/>
                <a:ea typeface="DejaVu Sans Mono"/>
                <a:cs typeface="DejaVu Sans Mono"/>
              </a:defRPr>
            </a:pPr>
            <a:r>
              <a:rPr sz="1650" b="0">
                <a:solidFill>
                  <a:srgbClr val="102A43"/>
                </a:solidFill>
                <a:latin typeface="DejaVu Sans Mono"/>
                <a:ea typeface="DejaVu Sans Mono"/>
                <a:cs typeface="DejaVu Sans Mono"/>
              </a:rPr>
              <a:t>    "2026-10-27T12:00:00Z",</a:t>
            </a:r>
          </a:p>
          <a:p xmlns:a="http://schemas.openxmlformats.org/drawingml/2006/main">
            <a:pPr algn="l">
              <a:lnSpc>
                <a:spcPct val="115000"/>
              </a:lnSpc>
              <a:buNone/>
              <a:defRPr sz="1650" b="0">
                <a:solidFill>
                  <a:srgbClr val="102A43"/>
                </a:solidFill>
                <a:latin typeface="DejaVu Sans Mono"/>
                <a:ea typeface="DejaVu Sans Mono"/>
                <a:cs typeface="DejaVu Sans Mono"/>
              </a:defRPr>
            </a:pPr>
            <a:r>
              <a:rPr sz="1650" b="0">
                <a:solidFill>
                  <a:srgbClr val="102A43"/>
                </a:solidFill>
                <a:latin typeface="DejaVu Sans Mono"/>
                <a:ea typeface="DejaVu Sans Mono"/>
                <a:cs typeface="DejaVu Sans Mono"/>
              </a:rPr>
              <a:t>  "sourceTransactionIdentifier":</a:t>
            </a:r>
          </a:p>
          <a:p xmlns:a="http://schemas.openxmlformats.org/drawingml/2006/main">
            <a:pPr algn="l">
              <a:lnSpc>
                <a:spcPct val="115000"/>
              </a:lnSpc>
              <a:buNone/>
              <a:defRPr sz="1650" b="0">
                <a:solidFill>
                  <a:srgbClr val="102A43"/>
                </a:solidFill>
                <a:latin typeface="DejaVu Sans Mono"/>
                <a:ea typeface="DejaVu Sans Mono"/>
                <a:cs typeface="DejaVu Sans Mono"/>
              </a:defRPr>
            </a:pPr>
            <a:r>
              <a:rPr sz="1650" b="0">
                <a:solidFill>
                  <a:srgbClr val="102A43"/>
                </a:solidFill>
                <a:latin typeface="DejaVu Sans Mono"/>
                <a:ea typeface="DejaVu Sans Mono"/>
                <a:cs typeface="DejaVu Sans Mono"/>
              </a:rPr>
              <a:t>    "synthetic.demo",</a:t>
            </a:r>
          </a:p>
          <a:p xmlns:a="http://schemas.openxmlformats.org/drawingml/2006/main">
            <a:pPr algn="l">
              <a:lnSpc>
                <a:spcPct val="115000"/>
              </a:lnSpc>
              <a:buNone/>
              <a:defRPr sz="1650" b="0">
                <a:solidFill>
                  <a:srgbClr val="102A43"/>
                </a:solidFill>
                <a:latin typeface="DejaVu Sans Mono"/>
                <a:ea typeface="DejaVu Sans Mono"/>
                <a:cs typeface="DejaVu Sans Mono"/>
              </a:defRPr>
            </a:pPr>
            <a:r>
              <a:rPr sz="1650" b="0">
                <a:solidFill>
                  <a:srgbClr val="102A43"/>
                </a:solidFill>
                <a:latin typeface="DejaVu Sans Mono"/>
                <a:ea typeface="DejaVu Sans Mono"/>
                <a:cs typeface="DejaVu Sans Mono"/>
              </a:rPr>
              <a:t>  "consentManager": {</a:t>
            </a:r>
          </a:p>
          <a:p xmlns:a="http://schemas.openxmlformats.org/drawingml/2006/main">
            <a:pPr algn="l">
              <a:lnSpc>
                <a:spcPct val="115000"/>
              </a:lnSpc>
              <a:buNone/>
              <a:defRPr sz="1650" b="0">
                <a:solidFill>
                  <a:srgbClr val="102A43"/>
                </a:solidFill>
                <a:latin typeface="DejaVu Sans Mono"/>
                <a:ea typeface="DejaVu Sans Mono"/>
                <a:cs typeface="DejaVu Sans Mono"/>
              </a:defRPr>
            </a:pPr>
            <a:r>
              <a:rPr sz="1650" b="0">
                <a:solidFill>
                  <a:srgbClr val="102A43"/>
                </a:solidFill>
                <a:latin typeface="DejaVu Sans Mono"/>
                <a:ea typeface="DejaVu Sans Mono"/>
                <a:cs typeface="DejaVu Sans Mono"/>
              </a:rPr>
              <a:t>    "contract": "990000003",</a:t>
            </a:r>
          </a:p>
          <a:p xmlns:a="http://schemas.openxmlformats.org/drawingml/2006/main">
            <a:pPr algn="l">
              <a:lnSpc>
                <a:spcPct val="115000"/>
              </a:lnSpc>
              <a:buNone/>
              <a:defRPr sz="1650" b="0">
                <a:solidFill>
                  <a:srgbClr val="102A43"/>
                </a:solidFill>
                <a:latin typeface="DejaVu Sans Mono"/>
                <a:ea typeface="DejaVu Sans Mono"/>
                <a:cs typeface="DejaVu Sans Mono"/>
              </a:defRPr>
            </a:pPr>
            <a:r>
              <a:rPr sz="1650" b="0">
                <a:solidFill>
                  <a:srgbClr val="102A43"/>
                </a:solidFill>
                <a:latin typeface="DejaVu Sans Mono"/>
                <a:ea typeface="DejaVu Sans Mono"/>
                <a:cs typeface="DejaVu Sans Mono"/>
              </a:rPr>
              <a:t>    "pin": "XYZ",</a:t>
            </a:r>
          </a:p>
          <a:p xmlns:a="http://schemas.openxmlformats.org/drawingml/2006/main">
            <a:pPr algn="l">
              <a:lnSpc>
                <a:spcPct val="115000"/>
              </a:lnSpc>
              <a:buNone/>
              <a:defRPr sz="1650" b="0">
                <a:solidFill>
                  <a:srgbClr val="102A43"/>
                </a:solidFill>
                <a:latin typeface="DejaVu Sans Mono"/>
                <a:ea typeface="DejaVu Sans Mono"/>
                <a:cs typeface="DejaVu Sans Mono"/>
              </a:defRPr>
            </a:pPr>
            <a:r>
              <a:rPr sz="1650" b="0">
                <a:solidFill>
                  <a:srgbClr val="102A43"/>
                </a:solidFill>
                <a:latin typeface="DejaVu Sans Mono"/>
                <a:ea typeface="DejaVu Sans Mono"/>
                <a:cs typeface="DejaVu Sans Mono"/>
              </a:rPr>
              <a:t>    "contractMemberGuid": "SYN-GUARDIAN-3"</a:t>
            </a:r>
          </a:p>
          <a:p xmlns:a="http://schemas.openxmlformats.org/drawingml/2006/main">
            <a:pPr algn="l">
              <a:lnSpc>
                <a:spcPct val="115000"/>
              </a:lnSpc>
              <a:buNone/>
              <a:defRPr sz="1650" b="0">
                <a:solidFill>
                  <a:srgbClr val="102A43"/>
                </a:solidFill>
                <a:latin typeface="DejaVu Sans Mono"/>
                <a:ea typeface="DejaVu Sans Mono"/>
                <a:cs typeface="DejaVu Sans Mono"/>
              </a:defRPr>
            </a:pPr>
            <a:r>
              <a:rPr sz="1650" b="0">
                <a:solidFill>
                  <a:srgbClr val="102A43"/>
                </a:solidFill>
                <a:latin typeface="DejaVu Sans Mono"/>
                <a:ea typeface="DejaVu Sans Mono"/>
                <a:cs typeface="DejaVu Sans Mono"/>
              </a:rPr>
              <a:t>  }</a:t>
            </a:r>
          </a:p>
          <a:p xmlns:a="http://schemas.openxmlformats.org/drawingml/2006/main">
            <a:pPr algn="l">
              <a:lnSpc>
                <a:spcPct val="115000"/>
              </a:lnSpc>
              <a:buNone/>
              <a:defRPr sz="1650" b="0">
                <a:solidFill>
                  <a:srgbClr val="102A43"/>
                </a:solidFill>
                <a:latin typeface="DejaVu Sans Mono"/>
                <a:ea typeface="DejaVu Sans Mono"/>
                <a:cs typeface="DejaVu Sans Mono"/>
              </a:defRPr>
            </a:pPr>
            <a:r>
              <a:rPr sz="1650" b="0">
                <a:solidFill>
                  <a:srgbClr val="102A43"/>
                </a:solidFill>
                <a:latin typeface="DejaVu Sans Mono"/>
                <a:ea typeface="DejaVu Sans Mono"/>
                <a:cs typeface="DejaVu Sans Mono"/>
              </a:rPr>
              <a:t>}</a:t>
            </a:r>
          </a:p>
        </p:txBody>
      </p:sp>
      <p:sp>
        <p:nvSpPr>
          <p:cNvPr id="5" name="text-47">
            <a:extLst xmlns:a="http://schemas.openxmlformats.org/drawingml/2006/main">
              <a:ext uri="{FF2B5EF4-FFF2-40B4-BE49-F238E27FC236}">
                <a16:creationId xmlns:a16="http://schemas.microsoft.com/office/drawing/2014/main" id="{46CC9C1A-C801-4159-8B1C-37F6C6AB224B}"/>
              </a:ext>
            </a:extLst>
          </p:cNvPr>
          <p:cNvSpPr>
            <a:spLocks xmlns:a="http://schemas.openxmlformats.org/drawingml/2006/main" noGrp="1"/>
          </p:cNvSpPr>
          <p:nvPr/>
        </p:nvSpPr>
        <p:spPr>
          <a:xfrm xmlns:a="http://schemas.openxmlformats.org/drawingml/2006/main">
            <a:off x="8286750" y="2057400"/>
            <a:ext cx="3238500" cy="971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102A43"/>
                </a:solidFill>
                <a:latin typeface="DejaVu Sans"/>
                <a:ea typeface="DejaVu Sans"/>
                <a:cs typeface="DejaVu Sans"/>
              </a:defRPr>
            </a:defPPr>
            <a:lvl1pPr algn="l">
              <a:buNone/>
              <a:defRPr sz="1875" b="0">
                <a:solidFill>
                  <a:srgbClr val="102A43"/>
                </a:solidFill>
                <a:latin typeface="DejaVu Sans"/>
                <a:ea typeface="DejaVu Sans"/>
                <a:cs typeface="DejaVu Sans"/>
              </a:defRPr>
            </a:lvl1pPr>
            <a:lvl2pPr algn="l">
              <a:buNone/>
              <a:defRPr sz="1875" b="0">
                <a:solidFill>
                  <a:srgbClr val="102A43"/>
                </a:solidFill>
                <a:latin typeface="DejaVu Sans"/>
                <a:ea typeface="DejaVu Sans"/>
                <a:cs typeface="DejaVu Sans"/>
              </a:defRPr>
            </a:lvl2pPr>
            <a:lvl3pPr algn="l">
              <a:buNone/>
              <a:defRPr sz="1875" b="0">
                <a:solidFill>
                  <a:srgbClr val="102A43"/>
                </a:solidFill>
                <a:latin typeface="DejaVu Sans"/>
                <a:ea typeface="DejaVu Sans"/>
                <a:cs typeface="DejaVu Sans"/>
              </a:defRPr>
            </a:lvl3pPr>
            <a:lvl4pPr algn="l">
              <a:buNone/>
              <a:defRPr sz="1875" b="0">
                <a:solidFill>
                  <a:srgbClr val="102A43"/>
                </a:solidFill>
                <a:latin typeface="DejaVu Sans"/>
                <a:ea typeface="DejaVu Sans"/>
                <a:cs typeface="DejaVu Sans"/>
              </a:defRPr>
            </a:lvl4pPr>
            <a:lvl5pPr algn="l">
              <a:buNone/>
              <a:defRPr sz="1875" b="0">
                <a:solidFill>
                  <a:srgbClr val="102A43"/>
                </a:solidFill>
                <a:latin typeface="DejaVu Sans"/>
                <a:ea typeface="DejaVu Sans"/>
                <a:cs typeface="DejaVu Sans"/>
              </a:defRPr>
            </a:lvl5pPr>
            <a:lvl6pPr algn="l">
              <a:buNone/>
              <a:defRPr sz="1875" b="0">
                <a:solidFill>
                  <a:srgbClr val="102A43"/>
                </a:solidFill>
                <a:latin typeface="DejaVu Sans"/>
                <a:ea typeface="DejaVu Sans"/>
                <a:cs typeface="DejaVu Sans"/>
              </a:defRPr>
            </a:lvl6pPr>
            <a:lvl7pPr algn="l">
              <a:buNone/>
              <a:defRPr sz="1875" b="0">
                <a:solidFill>
                  <a:srgbClr val="102A43"/>
                </a:solidFill>
                <a:latin typeface="DejaVu Sans"/>
                <a:ea typeface="DejaVu Sans"/>
                <a:cs typeface="DejaVu Sans"/>
              </a:defRPr>
            </a:lvl7pPr>
            <a:lvl8pPr algn="l">
              <a:buNone/>
              <a:defRPr sz="1875" b="0">
                <a:solidFill>
                  <a:srgbClr val="102A43"/>
                </a:solidFill>
                <a:latin typeface="DejaVu Sans"/>
                <a:ea typeface="DejaVu Sans"/>
                <a:cs typeface="DejaVu Sans"/>
              </a:defRPr>
            </a:lvl8pPr>
            <a:lvl9pPr algn="l">
              <a:buNone/>
              <a:defRPr sz="1875" b="0">
                <a:solidFill>
                  <a:srgbClr val="102A43"/>
                </a:solidFill>
                <a:latin typeface="DejaVu Sans"/>
                <a:ea typeface="DejaVu Sans"/>
                <a:cs typeface="DejaVu Sans"/>
              </a:defRPr>
            </a:lvl9pPr>
          </a:lstStyle>
          <a:p xmlns:a="http://schemas.openxmlformats.org/drawingml/2006/main">
            <a:pPr algn="l">
              <a:lnSpc>
                <a:spcPct val="115000"/>
              </a:lnSpc>
              <a:buNone/>
              <a:defRPr sz="1875" b="0">
                <a:solidFill>
                  <a:srgbClr val="102A43"/>
                </a:solidFill>
                <a:latin typeface="DejaVu Sans"/>
                <a:ea typeface="DejaVu Sans"/>
                <a:cs typeface="DejaVu Sans"/>
              </a:defRPr>
            </a:pPr>
            <a:r>
              <a:rPr sz="1875" b="0">
                <a:solidFill>
                  <a:srgbClr val="102A43"/>
                </a:solidFill>
                <a:latin typeface="DejaVu Sans"/>
                <a:ea typeface="DejaVu Sans"/>
                <a:cs typeface="DejaVu Sans"/>
              </a:rPr>
              <a:t>Source metadata comes from config</a:t>
            </a:r>
          </a:p>
        </p:txBody>
      </p:sp>
      <p:sp>
        <p:nvSpPr>
          <p:cNvPr id="6" name="text-48">
            <a:extLst xmlns:a="http://schemas.openxmlformats.org/drawingml/2006/main">
              <a:ext uri="{FF2B5EF4-FFF2-40B4-BE49-F238E27FC236}">
                <a16:creationId xmlns:a16="http://schemas.microsoft.com/office/drawing/2014/main" id="{4612317C-A4C6-470B-9DC7-B21D1238D672}"/>
              </a:ext>
            </a:extLst>
          </p:cNvPr>
          <p:cNvSpPr>
            <a:spLocks xmlns:a="http://schemas.openxmlformats.org/drawingml/2006/main" noGrp="1"/>
          </p:cNvSpPr>
          <p:nvPr/>
        </p:nvSpPr>
        <p:spPr>
          <a:xfrm xmlns:a="http://schemas.openxmlformats.org/drawingml/2006/main">
            <a:off x="8286750" y="3162300"/>
            <a:ext cx="3238500" cy="971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102A43"/>
                </a:solidFill>
                <a:latin typeface="DejaVu Sans"/>
                <a:ea typeface="DejaVu Sans"/>
                <a:cs typeface="DejaVu Sans"/>
              </a:defRPr>
            </a:defPPr>
            <a:lvl1pPr algn="l">
              <a:buNone/>
              <a:defRPr sz="1875" b="0">
                <a:solidFill>
                  <a:srgbClr val="102A43"/>
                </a:solidFill>
                <a:latin typeface="DejaVu Sans"/>
                <a:ea typeface="DejaVu Sans"/>
                <a:cs typeface="DejaVu Sans"/>
              </a:defRPr>
            </a:lvl1pPr>
            <a:lvl2pPr algn="l">
              <a:buNone/>
              <a:defRPr sz="1875" b="0">
                <a:solidFill>
                  <a:srgbClr val="102A43"/>
                </a:solidFill>
                <a:latin typeface="DejaVu Sans"/>
                <a:ea typeface="DejaVu Sans"/>
                <a:cs typeface="DejaVu Sans"/>
              </a:defRPr>
            </a:lvl2pPr>
            <a:lvl3pPr algn="l">
              <a:buNone/>
              <a:defRPr sz="1875" b="0">
                <a:solidFill>
                  <a:srgbClr val="102A43"/>
                </a:solidFill>
                <a:latin typeface="DejaVu Sans"/>
                <a:ea typeface="DejaVu Sans"/>
                <a:cs typeface="DejaVu Sans"/>
              </a:defRPr>
            </a:lvl3pPr>
            <a:lvl4pPr algn="l">
              <a:buNone/>
              <a:defRPr sz="1875" b="0">
                <a:solidFill>
                  <a:srgbClr val="102A43"/>
                </a:solidFill>
                <a:latin typeface="DejaVu Sans"/>
                <a:ea typeface="DejaVu Sans"/>
                <a:cs typeface="DejaVu Sans"/>
              </a:defRPr>
            </a:lvl4pPr>
            <a:lvl5pPr algn="l">
              <a:buNone/>
              <a:defRPr sz="1875" b="0">
                <a:solidFill>
                  <a:srgbClr val="102A43"/>
                </a:solidFill>
                <a:latin typeface="DejaVu Sans"/>
                <a:ea typeface="DejaVu Sans"/>
                <a:cs typeface="DejaVu Sans"/>
              </a:defRPr>
            </a:lvl5pPr>
            <a:lvl6pPr algn="l">
              <a:buNone/>
              <a:defRPr sz="1875" b="0">
                <a:solidFill>
                  <a:srgbClr val="102A43"/>
                </a:solidFill>
                <a:latin typeface="DejaVu Sans"/>
                <a:ea typeface="DejaVu Sans"/>
                <a:cs typeface="DejaVu Sans"/>
              </a:defRPr>
            </a:lvl6pPr>
            <a:lvl7pPr algn="l">
              <a:buNone/>
              <a:defRPr sz="1875" b="0">
                <a:solidFill>
                  <a:srgbClr val="102A43"/>
                </a:solidFill>
                <a:latin typeface="DejaVu Sans"/>
                <a:ea typeface="DejaVu Sans"/>
                <a:cs typeface="DejaVu Sans"/>
              </a:defRPr>
            </a:lvl7pPr>
            <a:lvl8pPr algn="l">
              <a:buNone/>
              <a:defRPr sz="1875" b="0">
                <a:solidFill>
                  <a:srgbClr val="102A43"/>
                </a:solidFill>
                <a:latin typeface="DejaVu Sans"/>
                <a:ea typeface="DejaVu Sans"/>
                <a:cs typeface="DejaVu Sans"/>
              </a:defRPr>
            </a:lvl8pPr>
            <a:lvl9pPr algn="l">
              <a:buNone/>
              <a:defRPr sz="1875" b="0">
                <a:solidFill>
                  <a:srgbClr val="102A43"/>
                </a:solidFill>
                <a:latin typeface="DejaVu Sans"/>
                <a:ea typeface="DejaVu Sans"/>
                <a:cs typeface="DejaVu Sans"/>
              </a:defRPr>
            </a:lvl9pPr>
          </a:lstStyle>
          <a:p xmlns:a="http://schemas.openxmlformats.org/drawingml/2006/main">
            <a:pPr algn="l">
              <a:lnSpc>
                <a:spcPct val="115000"/>
              </a:lnSpc>
              <a:buNone/>
              <a:defRPr sz="1875" b="0">
                <a:solidFill>
                  <a:srgbClr val="102A43"/>
                </a:solidFill>
                <a:latin typeface="DejaVu Sans"/>
                <a:ea typeface="DejaVu Sans"/>
                <a:cs typeface="DejaVu Sans"/>
              </a:defRPr>
            </a:pPr>
            <a:r>
              <a:rPr sz="1875" b="0">
                <a:solidFill>
                  <a:srgbClr val="102A43"/>
                </a:solidFill>
                <a:latin typeface="DejaVu Sans"/>
                <a:ea typeface="DejaVu Sans"/>
                <a:cs typeface="DejaVu Sans"/>
              </a:rPr>
              <a:t>Normal timestamps use UTC</a:t>
            </a:r>
          </a:p>
        </p:txBody>
      </p:sp>
      <p:sp>
        <p:nvSpPr>
          <p:cNvPr id="7" name="text-49">
            <a:extLst xmlns:a="http://schemas.openxmlformats.org/drawingml/2006/main">
              <a:ext uri="{FF2B5EF4-FFF2-40B4-BE49-F238E27FC236}">
                <a16:creationId xmlns:a16="http://schemas.microsoft.com/office/drawing/2014/main" id="{3AF6E700-14E1-4446-88B2-94A885A8576F}"/>
              </a:ext>
            </a:extLst>
          </p:cNvPr>
          <p:cNvSpPr>
            <a:spLocks xmlns:a="http://schemas.openxmlformats.org/drawingml/2006/main" noGrp="1"/>
          </p:cNvSpPr>
          <p:nvPr/>
        </p:nvSpPr>
        <p:spPr>
          <a:xfrm xmlns:a="http://schemas.openxmlformats.org/drawingml/2006/main">
            <a:off x="8286750" y="4267200"/>
            <a:ext cx="3238500" cy="971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102A43"/>
                </a:solidFill>
                <a:latin typeface="DejaVu Sans"/>
                <a:ea typeface="DejaVu Sans"/>
                <a:cs typeface="DejaVu Sans"/>
              </a:defRPr>
            </a:defPPr>
            <a:lvl1pPr algn="l">
              <a:buNone/>
              <a:defRPr sz="1875" b="0">
                <a:solidFill>
                  <a:srgbClr val="102A43"/>
                </a:solidFill>
                <a:latin typeface="DejaVu Sans"/>
                <a:ea typeface="DejaVu Sans"/>
                <a:cs typeface="DejaVu Sans"/>
              </a:defRPr>
            </a:lvl1pPr>
            <a:lvl2pPr algn="l">
              <a:buNone/>
              <a:defRPr sz="1875" b="0">
                <a:solidFill>
                  <a:srgbClr val="102A43"/>
                </a:solidFill>
                <a:latin typeface="DejaVu Sans"/>
                <a:ea typeface="DejaVu Sans"/>
                <a:cs typeface="DejaVu Sans"/>
              </a:defRPr>
            </a:lvl2pPr>
            <a:lvl3pPr algn="l">
              <a:buNone/>
              <a:defRPr sz="1875" b="0">
                <a:solidFill>
                  <a:srgbClr val="102A43"/>
                </a:solidFill>
                <a:latin typeface="DejaVu Sans"/>
                <a:ea typeface="DejaVu Sans"/>
                <a:cs typeface="DejaVu Sans"/>
              </a:defRPr>
            </a:lvl3pPr>
            <a:lvl4pPr algn="l">
              <a:buNone/>
              <a:defRPr sz="1875" b="0">
                <a:solidFill>
                  <a:srgbClr val="102A43"/>
                </a:solidFill>
                <a:latin typeface="DejaVu Sans"/>
                <a:ea typeface="DejaVu Sans"/>
                <a:cs typeface="DejaVu Sans"/>
              </a:defRPr>
            </a:lvl4pPr>
            <a:lvl5pPr algn="l">
              <a:buNone/>
              <a:defRPr sz="1875" b="0">
                <a:solidFill>
                  <a:srgbClr val="102A43"/>
                </a:solidFill>
                <a:latin typeface="DejaVu Sans"/>
                <a:ea typeface="DejaVu Sans"/>
                <a:cs typeface="DejaVu Sans"/>
              </a:defRPr>
            </a:lvl5pPr>
            <a:lvl6pPr algn="l">
              <a:buNone/>
              <a:defRPr sz="1875" b="0">
                <a:solidFill>
                  <a:srgbClr val="102A43"/>
                </a:solidFill>
                <a:latin typeface="DejaVu Sans"/>
                <a:ea typeface="DejaVu Sans"/>
                <a:cs typeface="DejaVu Sans"/>
              </a:defRPr>
            </a:lvl6pPr>
            <a:lvl7pPr algn="l">
              <a:buNone/>
              <a:defRPr sz="1875" b="0">
                <a:solidFill>
                  <a:srgbClr val="102A43"/>
                </a:solidFill>
                <a:latin typeface="DejaVu Sans"/>
                <a:ea typeface="DejaVu Sans"/>
                <a:cs typeface="DejaVu Sans"/>
              </a:defRPr>
            </a:lvl7pPr>
            <a:lvl8pPr algn="l">
              <a:buNone/>
              <a:defRPr sz="1875" b="0">
                <a:solidFill>
                  <a:srgbClr val="102A43"/>
                </a:solidFill>
                <a:latin typeface="DejaVu Sans"/>
                <a:ea typeface="DejaVu Sans"/>
                <a:cs typeface="DejaVu Sans"/>
              </a:defRPr>
            </a:lvl8pPr>
            <a:lvl9pPr algn="l">
              <a:buNone/>
              <a:defRPr sz="1875" b="0">
                <a:solidFill>
                  <a:srgbClr val="102A43"/>
                </a:solidFill>
                <a:latin typeface="DejaVu Sans"/>
                <a:ea typeface="DejaVu Sans"/>
                <a:cs typeface="DejaVu Sans"/>
              </a:defRPr>
            </a:lvl9pPr>
          </a:lstStyle>
          <a:p xmlns:a="http://schemas.openxmlformats.org/drawingml/2006/main">
            <a:pPr algn="l">
              <a:lnSpc>
                <a:spcPct val="115000"/>
              </a:lnSpc>
              <a:buNone/>
              <a:defRPr sz="1875" b="0">
                <a:solidFill>
                  <a:srgbClr val="102A43"/>
                </a:solidFill>
                <a:latin typeface="DejaVu Sans"/>
                <a:ea typeface="DejaVu Sans"/>
                <a:cs typeface="DejaVu Sans"/>
              </a:defRPr>
            </a:pPr>
            <a:r>
              <a:rPr sz="1875" b="0">
                <a:solidFill>
                  <a:srgbClr val="102A43"/>
                </a:solidFill>
                <a:latin typeface="DejaVu Sans"/>
                <a:ea typeface="DejaVu Sans"/>
                <a:cs typeface="DejaVu Sans"/>
              </a:rPr>
              <a:t>Save the timestamp with the member plan</a:t>
            </a:r>
          </a:p>
        </p:txBody>
      </p:sp>
    </p:spTree>
    <p:extLst>
      <p:ext uri="{BB962C8B-B14F-4D97-AF65-F5344CB8AC3E}">
        <p14:creationId xmlns:p14="http://schemas.microsoft.com/office/powerpoint/2010/main" val="1054441900"/>
      </p:ext>
    </p:extLst>
  </p:cSld>
</p:sld>
</file>

<file path=ppt/slides/slide15.xml><?xml version="1.0" encoding="utf-8"?>
<p:sld xmlns:p="http://schemas.openxmlformats.org/presentationml/2006/main">
  <p:cSld>
    <p:bg>
      <p:bgPr>
        <a:solidFill xmlns:a="http://schemas.openxmlformats.org/drawingml/2006/main">
          <a:srgbClr val="F6F8FA"/>
        </a:solidFill>
      </p:bgPr>
    </p:bg>
    <p:spTree>
      <p:nvGrpSpPr>
        <p:cNvPr id="1" name=""/>
        <p:cNvGrpSpPr/>
        <p:nvPr/>
      </p:nvGrpSpPr>
      <p:grpSpPr>
        <a:xfrm xmlns:a="http://schemas.openxmlformats.org/drawingml/2006/main"/>
      </p:grpSpPr>
      <p:sp>
        <p:nvSpPr>
          <p:cNvPr id="5" name="slide-title">
            <a:extLst xmlns:a="http://schemas.openxmlformats.org/drawingml/2006/main">
              <a:ext uri="{FF2B5EF4-FFF2-40B4-BE49-F238E27FC236}">
                <a16:creationId xmlns:a16="http://schemas.microsoft.com/office/drawing/2014/main" id="{20816325-588F-4F82-8C82-5704D40E6CDA}"/>
              </a:ext>
            </a:extLst>
          </p:cNvPr>
          <p:cNvSpPr>
            <a:spLocks xmlns:a="http://schemas.openxmlformats.org/drawingml/2006/main" noGrp="1"/>
          </p:cNvSpPr>
          <p:nvPr/>
        </p:nvSpPr>
        <p:spPr>
          <a:xfrm xmlns:a="http://schemas.openxmlformats.org/drawingml/2006/main">
            <a:off x="609600" y="438150"/>
            <a:ext cx="109728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300" b="1">
                <a:solidFill>
                  <a:srgbClr val="102A43"/>
                </a:solidFill>
                <a:latin typeface="DejaVu Sans"/>
                <a:ea typeface="DejaVu Sans"/>
                <a:cs typeface="DejaVu Sans"/>
              </a:defRPr>
            </a:defPPr>
            <a:lvl1pPr algn="l">
              <a:buNone/>
              <a:defRPr sz="3300" b="1">
                <a:solidFill>
                  <a:srgbClr val="102A43"/>
                </a:solidFill>
                <a:latin typeface="DejaVu Sans"/>
                <a:ea typeface="DejaVu Sans"/>
                <a:cs typeface="DejaVu Sans"/>
              </a:defRPr>
            </a:lvl1pPr>
            <a:lvl2pPr algn="l">
              <a:buNone/>
              <a:defRPr sz="3300" b="1">
                <a:solidFill>
                  <a:srgbClr val="102A43"/>
                </a:solidFill>
                <a:latin typeface="DejaVu Sans"/>
                <a:ea typeface="DejaVu Sans"/>
                <a:cs typeface="DejaVu Sans"/>
              </a:defRPr>
            </a:lvl2pPr>
            <a:lvl3pPr algn="l">
              <a:buNone/>
              <a:defRPr sz="3300" b="1">
                <a:solidFill>
                  <a:srgbClr val="102A43"/>
                </a:solidFill>
                <a:latin typeface="DejaVu Sans"/>
                <a:ea typeface="DejaVu Sans"/>
                <a:cs typeface="DejaVu Sans"/>
              </a:defRPr>
            </a:lvl3pPr>
            <a:lvl4pPr algn="l">
              <a:buNone/>
              <a:defRPr sz="3300" b="1">
                <a:solidFill>
                  <a:srgbClr val="102A43"/>
                </a:solidFill>
                <a:latin typeface="DejaVu Sans"/>
                <a:ea typeface="DejaVu Sans"/>
                <a:cs typeface="DejaVu Sans"/>
              </a:defRPr>
            </a:lvl4pPr>
            <a:lvl5pPr algn="l">
              <a:buNone/>
              <a:defRPr sz="3300" b="1">
                <a:solidFill>
                  <a:srgbClr val="102A43"/>
                </a:solidFill>
                <a:latin typeface="DejaVu Sans"/>
                <a:ea typeface="DejaVu Sans"/>
                <a:cs typeface="DejaVu Sans"/>
              </a:defRPr>
            </a:lvl5pPr>
            <a:lvl6pPr algn="l">
              <a:buNone/>
              <a:defRPr sz="3300" b="1">
                <a:solidFill>
                  <a:srgbClr val="102A43"/>
                </a:solidFill>
                <a:latin typeface="DejaVu Sans"/>
                <a:ea typeface="DejaVu Sans"/>
                <a:cs typeface="DejaVu Sans"/>
              </a:defRPr>
            </a:lvl6pPr>
            <a:lvl7pPr algn="l">
              <a:buNone/>
              <a:defRPr sz="3300" b="1">
                <a:solidFill>
                  <a:srgbClr val="102A43"/>
                </a:solidFill>
                <a:latin typeface="DejaVu Sans"/>
                <a:ea typeface="DejaVu Sans"/>
                <a:cs typeface="DejaVu Sans"/>
              </a:defRPr>
            </a:lvl7pPr>
            <a:lvl8pPr algn="l">
              <a:buNone/>
              <a:defRPr sz="3300" b="1">
                <a:solidFill>
                  <a:srgbClr val="102A43"/>
                </a:solidFill>
                <a:latin typeface="DejaVu Sans"/>
                <a:ea typeface="DejaVu Sans"/>
                <a:cs typeface="DejaVu Sans"/>
              </a:defRPr>
            </a:lvl8pPr>
            <a:lvl9pPr algn="l">
              <a:buNone/>
              <a:defRPr sz="3300" b="1">
                <a:solidFill>
                  <a:srgbClr val="102A43"/>
                </a:solidFill>
                <a:latin typeface="DejaVu Sans"/>
                <a:ea typeface="DejaVu Sans"/>
                <a:cs typeface="DejaVu Sans"/>
              </a:defRPr>
            </a:lvl9pPr>
          </a:lstStyle>
          <a:p xmlns:a="http://schemas.openxmlformats.org/drawingml/2006/main">
            <a:pPr algn="l">
              <a:lnSpc>
                <a:spcPct val="115000"/>
              </a:lnSpc>
              <a:buNone/>
              <a:defRPr sz="3300" b="1">
                <a:solidFill>
                  <a:srgbClr val="102A43"/>
                </a:solidFill>
                <a:latin typeface="DejaVu Sans"/>
                <a:ea typeface="DejaVu Sans"/>
                <a:cs typeface="DejaVu Sans"/>
              </a:defRPr>
            </a:pPr>
            <a:r>
              <a:rPr sz="3300" b="1">
                <a:solidFill>
                  <a:srgbClr val="102A43"/>
                </a:solidFill>
                <a:latin typeface="DejaVu Sans"/>
                <a:ea typeface="DejaVu Sans"/>
                <a:cs typeface="DejaVu Sans"/>
              </a:rPr>
              <a:t>Consent validation rules</a:t>
            </a:r>
          </a:p>
        </p:txBody>
      </p:sp>
      <p:sp>
        <p:nvSpPr>
          <p:cNvPr id="2" name="text-50">
            <a:extLst xmlns:a="http://schemas.openxmlformats.org/drawingml/2006/main">
              <a:ext uri="{FF2B5EF4-FFF2-40B4-BE49-F238E27FC236}">
                <a16:creationId xmlns:a16="http://schemas.microsoft.com/office/drawing/2014/main" id="{BAA04387-D0EA-47A9-97E0-C7FCEF910424}"/>
              </a:ext>
            </a:extLst>
          </p:cNvPr>
          <p:cNvSpPr>
            <a:spLocks xmlns:a="http://schemas.openxmlformats.org/drawingml/2006/main" noGrp="1"/>
          </p:cNvSpPr>
          <p:nvPr/>
        </p:nvSpPr>
        <p:spPr>
          <a:xfrm xmlns:a="http://schemas.openxmlformats.org/drawingml/2006/main">
            <a:off x="609600" y="1371600"/>
            <a:ext cx="109728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526778"/>
                </a:solidFill>
                <a:latin typeface="DejaVu Sans"/>
                <a:ea typeface="DejaVu Sans"/>
                <a:cs typeface="DejaVu Sans"/>
              </a:defRPr>
            </a:defPPr>
            <a:lvl1pPr algn="l">
              <a:buNone/>
              <a:defRPr sz="1875" b="0">
                <a:solidFill>
                  <a:srgbClr val="526778"/>
                </a:solidFill>
                <a:latin typeface="DejaVu Sans"/>
                <a:ea typeface="DejaVu Sans"/>
                <a:cs typeface="DejaVu Sans"/>
              </a:defRPr>
            </a:lvl1pPr>
            <a:lvl2pPr algn="l">
              <a:buNone/>
              <a:defRPr sz="1875" b="0">
                <a:solidFill>
                  <a:srgbClr val="526778"/>
                </a:solidFill>
                <a:latin typeface="DejaVu Sans"/>
                <a:ea typeface="DejaVu Sans"/>
                <a:cs typeface="DejaVu Sans"/>
              </a:defRPr>
            </a:lvl2pPr>
            <a:lvl3pPr algn="l">
              <a:buNone/>
              <a:defRPr sz="1875" b="0">
                <a:solidFill>
                  <a:srgbClr val="526778"/>
                </a:solidFill>
                <a:latin typeface="DejaVu Sans"/>
                <a:ea typeface="DejaVu Sans"/>
                <a:cs typeface="DejaVu Sans"/>
              </a:defRPr>
            </a:lvl3pPr>
            <a:lvl4pPr algn="l">
              <a:buNone/>
              <a:defRPr sz="1875" b="0">
                <a:solidFill>
                  <a:srgbClr val="526778"/>
                </a:solidFill>
                <a:latin typeface="DejaVu Sans"/>
                <a:ea typeface="DejaVu Sans"/>
                <a:cs typeface="DejaVu Sans"/>
              </a:defRPr>
            </a:lvl4pPr>
            <a:lvl5pPr algn="l">
              <a:buNone/>
              <a:defRPr sz="1875" b="0">
                <a:solidFill>
                  <a:srgbClr val="526778"/>
                </a:solidFill>
                <a:latin typeface="DejaVu Sans"/>
                <a:ea typeface="DejaVu Sans"/>
                <a:cs typeface="DejaVu Sans"/>
              </a:defRPr>
            </a:lvl5pPr>
            <a:lvl6pPr algn="l">
              <a:buNone/>
              <a:defRPr sz="1875" b="0">
                <a:solidFill>
                  <a:srgbClr val="526778"/>
                </a:solidFill>
                <a:latin typeface="DejaVu Sans"/>
                <a:ea typeface="DejaVu Sans"/>
                <a:cs typeface="DejaVu Sans"/>
              </a:defRPr>
            </a:lvl6pPr>
            <a:lvl7pPr algn="l">
              <a:buNone/>
              <a:defRPr sz="1875" b="0">
                <a:solidFill>
                  <a:srgbClr val="526778"/>
                </a:solidFill>
                <a:latin typeface="DejaVu Sans"/>
                <a:ea typeface="DejaVu Sans"/>
                <a:cs typeface="DejaVu Sans"/>
              </a:defRPr>
            </a:lvl7pPr>
            <a:lvl8pPr algn="l">
              <a:buNone/>
              <a:defRPr sz="1875" b="0">
                <a:solidFill>
                  <a:srgbClr val="526778"/>
                </a:solidFill>
                <a:latin typeface="DejaVu Sans"/>
                <a:ea typeface="DejaVu Sans"/>
                <a:cs typeface="DejaVu Sans"/>
              </a:defRPr>
            </a:lvl8pPr>
            <a:lvl9pPr algn="l">
              <a:buNone/>
              <a:defRPr sz="1875" b="0">
                <a:solidFill>
                  <a:srgbClr val="526778"/>
                </a:solidFill>
                <a:latin typeface="DejaVu Sans"/>
                <a:ea typeface="DejaVu Sans"/>
                <a:cs typeface="DejaVu Sans"/>
              </a:defRPr>
            </a:lvl9pPr>
          </a:lstStyle>
          <a:p xmlns:a="http://schemas.openxmlformats.org/drawingml/2006/main">
            <a:pPr algn="l">
              <a:lnSpc>
                <a:spcPct val="115000"/>
              </a:lnSpc>
              <a:buNone/>
              <a:defRPr sz="1875" b="0">
                <a:solidFill>
                  <a:srgbClr val="526778"/>
                </a:solidFill>
                <a:latin typeface="DejaVu Sans"/>
                <a:ea typeface="DejaVu Sans"/>
                <a:cs typeface="DejaVu Sans"/>
              </a:defRPr>
            </a:pPr>
            <a:r>
              <a:rPr sz="1875" b="0">
                <a:solidFill>
                  <a:srgbClr val="526778"/>
                </a:solidFill>
                <a:latin typeface="DejaVu Sans"/>
                <a:ea typeface="DejaVu Sans"/>
                <a:cs typeface="DejaVu Sans"/>
              </a:rPr>
              <a:t>Invalid populated intent prevents the entire file from reaching upsert.</a:t>
            </a:r>
          </a:p>
        </p:txBody>
      </p:sp>
      <p:sp>
        <p:nvSpPr>
          <p:cNvPr id="3" name="slide-number">
            <a:extLst xmlns:a="http://schemas.openxmlformats.org/drawingml/2006/main">
              <a:ext uri="{FF2B5EF4-FFF2-40B4-BE49-F238E27FC236}">
                <a16:creationId xmlns:a16="http://schemas.microsoft.com/office/drawing/2014/main" id="{E06A5DA9-18EE-4A5B-BEEB-5DC9851B48D7}"/>
              </a:ext>
            </a:extLst>
          </p:cNvPr>
          <p:cNvSpPr>
            <a:spLocks xmlns:a="http://schemas.openxmlformats.org/drawingml/2006/main" noGrp="1"/>
          </p:cNvSpPr>
          <p:nvPr/>
        </p:nvSpPr>
        <p:spPr>
          <a:xfrm xmlns:a="http://schemas.openxmlformats.org/drawingml/2006/main">
            <a:off x="11182350" y="6391275"/>
            <a:ext cx="4000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275" b="0">
                <a:solidFill>
                  <a:srgbClr val="526778"/>
                </a:solidFill>
                <a:latin typeface="DejaVu Sans"/>
                <a:ea typeface="DejaVu Sans"/>
                <a:cs typeface="DejaVu Sans"/>
              </a:defRPr>
            </a:defPPr>
            <a:lvl1pPr algn="r">
              <a:buNone/>
              <a:defRPr sz="1275" b="0">
                <a:solidFill>
                  <a:srgbClr val="526778"/>
                </a:solidFill>
                <a:latin typeface="DejaVu Sans"/>
                <a:ea typeface="DejaVu Sans"/>
                <a:cs typeface="DejaVu Sans"/>
              </a:defRPr>
            </a:lvl1pPr>
            <a:lvl2pPr algn="r">
              <a:buNone/>
              <a:defRPr sz="1275" b="0">
                <a:solidFill>
                  <a:srgbClr val="526778"/>
                </a:solidFill>
                <a:latin typeface="DejaVu Sans"/>
                <a:ea typeface="DejaVu Sans"/>
                <a:cs typeface="DejaVu Sans"/>
              </a:defRPr>
            </a:lvl2pPr>
            <a:lvl3pPr algn="r">
              <a:buNone/>
              <a:defRPr sz="1275" b="0">
                <a:solidFill>
                  <a:srgbClr val="526778"/>
                </a:solidFill>
                <a:latin typeface="DejaVu Sans"/>
                <a:ea typeface="DejaVu Sans"/>
                <a:cs typeface="DejaVu Sans"/>
              </a:defRPr>
            </a:lvl3pPr>
            <a:lvl4pPr algn="r">
              <a:buNone/>
              <a:defRPr sz="1275" b="0">
                <a:solidFill>
                  <a:srgbClr val="526778"/>
                </a:solidFill>
                <a:latin typeface="DejaVu Sans"/>
                <a:ea typeface="DejaVu Sans"/>
                <a:cs typeface="DejaVu Sans"/>
              </a:defRPr>
            </a:lvl4pPr>
            <a:lvl5pPr algn="r">
              <a:buNone/>
              <a:defRPr sz="1275" b="0">
                <a:solidFill>
                  <a:srgbClr val="526778"/>
                </a:solidFill>
                <a:latin typeface="DejaVu Sans"/>
                <a:ea typeface="DejaVu Sans"/>
                <a:cs typeface="DejaVu Sans"/>
              </a:defRPr>
            </a:lvl5pPr>
            <a:lvl6pPr algn="r">
              <a:buNone/>
              <a:defRPr sz="1275" b="0">
                <a:solidFill>
                  <a:srgbClr val="526778"/>
                </a:solidFill>
                <a:latin typeface="DejaVu Sans"/>
                <a:ea typeface="DejaVu Sans"/>
                <a:cs typeface="DejaVu Sans"/>
              </a:defRPr>
            </a:lvl6pPr>
            <a:lvl7pPr algn="r">
              <a:buNone/>
              <a:defRPr sz="1275" b="0">
                <a:solidFill>
                  <a:srgbClr val="526778"/>
                </a:solidFill>
                <a:latin typeface="DejaVu Sans"/>
                <a:ea typeface="DejaVu Sans"/>
                <a:cs typeface="DejaVu Sans"/>
              </a:defRPr>
            </a:lvl7pPr>
            <a:lvl8pPr algn="r">
              <a:buNone/>
              <a:defRPr sz="1275" b="0">
                <a:solidFill>
                  <a:srgbClr val="526778"/>
                </a:solidFill>
                <a:latin typeface="DejaVu Sans"/>
                <a:ea typeface="DejaVu Sans"/>
                <a:cs typeface="DejaVu Sans"/>
              </a:defRPr>
            </a:lvl8pPr>
            <a:lvl9pPr algn="r">
              <a:buNone/>
              <a:defRPr sz="1275" b="0">
                <a:solidFill>
                  <a:srgbClr val="526778"/>
                </a:solidFill>
                <a:latin typeface="DejaVu Sans"/>
                <a:ea typeface="DejaVu Sans"/>
                <a:cs typeface="DejaVu Sans"/>
              </a:defRPr>
            </a:lvl9pPr>
          </a:lstStyle>
          <a:p xmlns:a="http://schemas.openxmlformats.org/drawingml/2006/main">
            <a:pPr algn="r">
              <a:lnSpc>
                <a:spcPct val="115000"/>
              </a:lnSpc>
              <a:buNone/>
              <a:defRPr sz="1275" b="0">
                <a:solidFill>
                  <a:srgbClr val="526778"/>
                </a:solidFill>
                <a:latin typeface="DejaVu Sans"/>
                <a:ea typeface="DejaVu Sans"/>
                <a:cs typeface="DejaVu Sans"/>
              </a:defRPr>
            </a:pPr>
            <a:r>
              <a:rPr sz="1275" b="0">
                <a:solidFill>
                  <a:srgbClr val="526778"/>
                </a:solidFill>
                <a:latin typeface="DejaVu Sans"/>
                <a:ea typeface="DejaVu Sans"/>
                <a:cs typeface="DejaVu Sans"/>
              </a:rPr>
              <a:t>15</a:t>
            </a:r>
          </a:p>
        </p:txBody>
      </p:sp>
      <p:graphicFrame>
        <p:nvGraphicFramePr>
          <p:cNvPr id="4" name="">
            <a:extLst xmlns:a="http://schemas.openxmlformats.org/drawingml/2006/main">
              <a:ext uri="{FF2B5EF4-FFF2-40B4-BE49-F238E27FC236}">
                <a16:creationId xmlns:a16="http://schemas.microsoft.com/office/drawing/2014/main" id="{8EA2D453-70BE-4677-BB97-38B35CFE15DF}"/>
              </a:ext>
            </a:extLst>
          </p:cNvPr>
          <p:cNvGraphicFramePr/>
          <p:nvPr/>
        </p:nvGraphicFramePr>
        <p:xfrm>
          <a:off xmlns:a="http://schemas.openxmlformats.org/drawingml/2006/main" x="609600" y="2000250"/>
          <a:ext xmlns:a="http://schemas.openxmlformats.org/drawingml/2006/main" cx="10972800" cy="4171950"/>
        </p:xfrm>
        <a:graphic xmlns:a="http://schemas.openxmlformats.org/drawingml/2006/main">
          <a:graphicData uri="http://schemas.openxmlformats.org/drawingml/2006/table">
            <a:tbl>
              <a:tblPr/>
              <a:tblGrid>
                <a:gridCol w="3429000"/>
                <a:gridCol w="7543800"/>
              </a:tblGrid>
              <a:tr h="695325">
                <a:tc>
                  <a:txBody>
                    <a:bodyPr wrap="square" lIns="76200" tIns="76200" rIns="76200" bIns="76200">
                      <a:noAutofit/>
                    </a:bodyPr>
                    <a:lstStyle/>
                    <a:p>
                      <a:r>
                        <a:rPr sz="1800" b="1">
                          <a:solidFill>
                            <a:srgbClr val="FFFFFF"/>
                          </a:solidFill>
                          <a:latin typeface="DejaVu Sans"/>
                          <a:ea typeface="DejaVu Sans"/>
                          <a:cs typeface="DejaVu Sans"/>
                        </a:rPr>
                        <a:t>Condition</a:t>
                      </a:r>
                    </a:p>
                  </a:txBody>
                  <a:tcPr marL="91440" marR="91440" marT="45720" marB="45720" anchor="ctr">
                    <a:lnL w="7620">
                      <a:solidFill>
                        <a:srgbClr val="DAE3E9"/>
                      </a:solidFill>
                      <a:prstDash val="solid"/>
                    </a:lnL>
                    <a:lnR w="7620">
                      <a:solidFill>
                        <a:srgbClr val="DAE3E9"/>
                      </a:solidFill>
                      <a:prstDash val="solid"/>
                    </a:lnR>
                    <a:lnT w="7620">
                      <a:solidFill>
                        <a:srgbClr val="DAE3E9"/>
                      </a:solidFill>
                      <a:prstDash val="solid"/>
                    </a:lnT>
                    <a:lnB w="7620">
                      <a:solidFill>
                        <a:srgbClr val="DAE3E9"/>
                      </a:solidFill>
                      <a:prstDash val="solid"/>
                    </a:lnB>
                    <a:solidFill>
                      <a:srgbClr val="102A43"/>
                    </a:solidFill>
                  </a:tcPr>
                </a:tc>
                <a:tc>
                  <a:txBody>
                    <a:bodyPr wrap="square" lIns="76200" tIns="76200" rIns="76200" bIns="76200">
                      <a:noAutofit/>
                    </a:bodyPr>
                    <a:lstStyle/>
                    <a:p>
                      <a:r>
                        <a:rPr sz="1800" b="1">
                          <a:solidFill>
                            <a:srgbClr val="FFFFFF"/>
                          </a:solidFill>
                          <a:latin typeface="DejaVu Sans"/>
                          <a:ea typeface="DejaVu Sans"/>
                          <a:cs typeface="DejaVu Sans"/>
                        </a:rPr>
                        <a:t>Behavior</a:t>
                      </a:r>
                    </a:p>
                  </a:txBody>
                  <a:tcPr marL="91440" marR="91440" marT="45720" marB="45720" anchor="ctr">
                    <a:lnR w="7620">
                      <a:solidFill>
                        <a:srgbClr val="DAE3E9"/>
                      </a:solidFill>
                      <a:prstDash val="solid"/>
                    </a:lnR>
                    <a:lnT w="7620">
                      <a:solidFill>
                        <a:srgbClr val="DAE3E9"/>
                      </a:solidFill>
                      <a:prstDash val="solid"/>
                    </a:lnT>
                    <a:lnB w="7620">
                      <a:solidFill>
                        <a:srgbClr val="DAE3E9"/>
                      </a:solidFill>
                      <a:prstDash val="solid"/>
                    </a:lnB>
                    <a:solidFill>
                      <a:srgbClr val="102A43"/>
                    </a:solidFill>
                  </a:tcPr>
                </a:tc>
              </a:tr>
              <a:tr h="695325">
                <a:tc>
                  <a:txBody>
                    <a:bodyPr wrap="square" lIns="76200" tIns="76200" rIns="76200" bIns="76200">
                      <a:noAutofit/>
                    </a:bodyPr>
                    <a:lstStyle/>
                    <a:p>
                      <a:r>
                        <a:rPr sz="1800" b="0">
                          <a:solidFill>
                            <a:srgbClr val="102A43"/>
                          </a:solidFill>
                          <a:latin typeface="DejaVu Sans"/>
                          <a:ea typeface="DejaVu Sans"/>
                          <a:cs typeface="DejaVu Sans"/>
                        </a:rPr>
                        <a:t>Blank or null preference</a:t>
                      </a:r>
                    </a:p>
                  </a:txBody>
                  <a:tcPr marL="91440" marR="91440" marT="45720" marB="45720" anchor="ctr">
                    <a:lnL w="7620">
                      <a:solidFill>
                        <a:srgbClr val="DAE3E9"/>
                      </a:solidFill>
                      <a:prstDash val="solid"/>
                    </a:lnL>
                    <a:lnR w="7620">
                      <a:solidFill>
                        <a:srgbClr val="DAE3E9"/>
                      </a:solidFill>
                      <a:prstDash val="solid"/>
                    </a:lnR>
                    <a:lnB w="7620">
                      <a:solidFill>
                        <a:srgbClr val="DAE3E9"/>
                      </a:solidFill>
                      <a:prstDash val="solid"/>
                    </a:lnB>
                    <a:solidFill>
                      <a:srgbClr val="FFFFFF"/>
                    </a:solidFill>
                  </a:tcPr>
                </a:tc>
                <a:tc>
                  <a:txBody>
                    <a:bodyPr wrap="square" lIns="76200" tIns="76200" rIns="76200" bIns="76200">
                      <a:noAutofit/>
                    </a:bodyPr>
                    <a:lstStyle/>
                    <a:p>
                      <a:r>
                        <a:rPr sz="1800" b="0">
                          <a:solidFill>
                            <a:srgbClr val="102A43"/>
                          </a:solidFill>
                          <a:latin typeface="DejaVu Sans"/>
                          <a:ea typeface="DejaVu Sans"/>
                          <a:cs typeface="DejaVu Sans"/>
                        </a:rPr>
                        <a:t>Skip that target</a:t>
                      </a:r>
                    </a:p>
                  </a:txBody>
                  <a:tcPr marL="91440" marR="91440" marT="45720" marB="45720" anchor="ctr">
                    <a:lnR w="7620">
                      <a:solidFill>
                        <a:srgbClr val="DAE3E9"/>
                      </a:solidFill>
                      <a:prstDash val="solid"/>
                    </a:lnR>
                    <a:lnB w="7620">
                      <a:solidFill>
                        <a:srgbClr val="DAE3E9"/>
                      </a:solidFill>
                      <a:prstDash val="solid"/>
                    </a:lnB>
                    <a:solidFill>
                      <a:srgbClr val="FFFFFF"/>
                    </a:solidFill>
                  </a:tcPr>
                </a:tc>
              </a:tr>
              <a:tr h="695325">
                <a:tc>
                  <a:txBody>
                    <a:bodyPr wrap="square" lIns="76200" tIns="76200" rIns="76200" bIns="76200">
                      <a:noAutofit/>
                    </a:bodyPr>
                    <a:lstStyle/>
                    <a:p>
                      <a:r>
                        <a:rPr sz="1800" b="0">
                          <a:solidFill>
                            <a:srgbClr val="102A43"/>
                          </a:solidFill>
                          <a:latin typeface="DejaVu Sans"/>
                          <a:ea typeface="DejaVu Sans"/>
                          <a:cs typeface="DejaVu Sans"/>
                        </a:rPr>
                        <a:t>Missing preference field</a:t>
                      </a:r>
                    </a:p>
                  </a:txBody>
                  <a:tcPr marL="91440" marR="91440" marT="45720" marB="45720" anchor="ctr">
                    <a:lnL w="7620">
                      <a:solidFill>
                        <a:srgbClr val="DAE3E9"/>
                      </a:solidFill>
                      <a:prstDash val="solid"/>
                    </a:lnL>
                    <a:lnR w="7620">
                      <a:solidFill>
                        <a:srgbClr val="DAE3E9"/>
                      </a:solidFill>
                      <a:prstDash val="solid"/>
                    </a:lnR>
                    <a:lnB w="7620">
                      <a:solidFill>
                        <a:srgbClr val="DAE3E9"/>
                      </a:solidFill>
                      <a:prstDash val="solid"/>
                    </a:lnB>
                    <a:solidFill>
                      <a:srgbClr val="EDF2F5"/>
                    </a:solidFill>
                  </a:tcPr>
                </a:tc>
                <a:tc>
                  <a:txBody>
                    <a:bodyPr wrap="square" lIns="76200" tIns="76200" rIns="76200" bIns="76200">
                      <a:noAutofit/>
                    </a:bodyPr>
                    <a:lstStyle/>
                    <a:p>
                      <a:r>
                        <a:rPr sz="1800" b="0">
                          <a:solidFill>
                            <a:srgbClr val="102A43"/>
                          </a:solidFill>
                          <a:latin typeface="DejaVu Sans"/>
                          <a:ea typeface="DejaVu Sans"/>
                          <a:cs typeface="DejaVu Sans"/>
                        </a:rPr>
                        <a:t>Reject possible layout mismatch</a:t>
                      </a:r>
                    </a:p>
                  </a:txBody>
                  <a:tcPr marL="91440" marR="91440" marT="45720" marB="45720" anchor="ctr">
                    <a:lnR w="7620">
                      <a:solidFill>
                        <a:srgbClr val="DAE3E9"/>
                      </a:solidFill>
                      <a:prstDash val="solid"/>
                    </a:lnR>
                    <a:lnB w="7620">
                      <a:solidFill>
                        <a:srgbClr val="DAE3E9"/>
                      </a:solidFill>
                      <a:prstDash val="solid"/>
                    </a:lnB>
                    <a:solidFill>
                      <a:srgbClr val="EDF2F5"/>
                    </a:solidFill>
                  </a:tcPr>
                </a:tc>
              </a:tr>
              <a:tr h="695325">
                <a:tc>
                  <a:txBody>
                    <a:bodyPr wrap="square" lIns="76200" tIns="76200" rIns="76200" bIns="76200">
                      <a:noAutofit/>
                    </a:bodyPr>
                    <a:lstStyle/>
                    <a:p>
                      <a:r>
                        <a:rPr sz="1800" b="0">
                          <a:solidFill>
                            <a:srgbClr val="102A43"/>
                          </a:solidFill>
                          <a:latin typeface="DejaVu Sans"/>
                          <a:ea typeface="DejaVu Sans"/>
                          <a:cs typeface="DejaVu Sans"/>
                        </a:rPr>
                        <a:t>Unknown preference or relationship</a:t>
                      </a:r>
                    </a:p>
                  </a:txBody>
                  <a:tcPr marL="91440" marR="91440" marT="45720" marB="45720" anchor="ctr">
                    <a:lnL w="7620">
                      <a:solidFill>
                        <a:srgbClr val="DAE3E9"/>
                      </a:solidFill>
                      <a:prstDash val="solid"/>
                    </a:lnL>
                    <a:lnR w="7620">
                      <a:solidFill>
                        <a:srgbClr val="DAE3E9"/>
                      </a:solidFill>
                      <a:prstDash val="solid"/>
                    </a:lnR>
                    <a:lnB w="7620">
                      <a:solidFill>
                        <a:srgbClr val="DAE3E9"/>
                      </a:solidFill>
                      <a:prstDash val="solid"/>
                    </a:lnB>
                    <a:solidFill>
                      <a:srgbClr val="FFFFFF"/>
                    </a:solidFill>
                  </a:tcPr>
                </a:tc>
                <a:tc>
                  <a:txBody>
                    <a:bodyPr wrap="square" lIns="76200" tIns="76200" rIns="76200" bIns="76200">
                      <a:noAutofit/>
                    </a:bodyPr>
                    <a:lstStyle/>
                    <a:p>
                      <a:r>
                        <a:rPr sz="1800" b="0">
                          <a:solidFill>
                            <a:srgbClr val="102A43"/>
                          </a:solidFill>
                          <a:latin typeface="DejaVu Sans"/>
                          <a:ea typeface="DejaVu Sans"/>
                          <a:cs typeface="DejaVu Sans"/>
                        </a:rPr>
                        <a:t>Reject without guessing a code</a:t>
                      </a:r>
                    </a:p>
                  </a:txBody>
                  <a:tcPr marL="91440" marR="91440" marT="45720" marB="45720" anchor="ctr">
                    <a:lnR w="7620">
                      <a:solidFill>
                        <a:srgbClr val="DAE3E9"/>
                      </a:solidFill>
                      <a:prstDash val="solid"/>
                    </a:lnR>
                    <a:lnB w="7620">
                      <a:solidFill>
                        <a:srgbClr val="DAE3E9"/>
                      </a:solidFill>
                      <a:prstDash val="solid"/>
                    </a:lnB>
                    <a:solidFill>
                      <a:srgbClr val="FFFFFF"/>
                    </a:solidFill>
                  </a:tcPr>
                </a:tc>
              </a:tr>
              <a:tr h="695325">
                <a:tc>
                  <a:txBody>
                    <a:bodyPr wrap="square" lIns="76200" tIns="76200" rIns="76200" bIns="76200">
                      <a:noAutofit/>
                    </a:bodyPr>
                    <a:lstStyle/>
                    <a:p>
                      <a:r>
                        <a:rPr sz="1800" b="0">
                          <a:solidFill>
                            <a:srgbClr val="102A43"/>
                          </a:solidFill>
                          <a:latin typeface="DejaVu Sans"/>
                          <a:ea typeface="DejaVu Sans"/>
                          <a:cs typeface="DejaVu Sans"/>
                        </a:rPr>
                        <a:t>Populated consent with invalid date</a:t>
                      </a:r>
                    </a:p>
                  </a:txBody>
                  <a:tcPr marL="91440" marR="91440" marT="45720" marB="45720" anchor="ctr">
                    <a:lnL w="7620">
                      <a:solidFill>
                        <a:srgbClr val="DAE3E9"/>
                      </a:solidFill>
                      <a:prstDash val="solid"/>
                    </a:lnL>
                    <a:lnR w="7620">
                      <a:solidFill>
                        <a:srgbClr val="DAE3E9"/>
                      </a:solidFill>
                      <a:prstDash val="solid"/>
                    </a:lnR>
                    <a:lnB w="7620">
                      <a:solidFill>
                        <a:srgbClr val="DAE3E9"/>
                      </a:solidFill>
                      <a:prstDash val="solid"/>
                    </a:lnB>
                    <a:solidFill>
                      <a:srgbClr val="EDF2F5"/>
                    </a:solidFill>
                  </a:tcPr>
                </a:tc>
                <a:tc>
                  <a:txBody>
                    <a:bodyPr wrap="square" lIns="76200" tIns="76200" rIns="76200" bIns="76200">
                      <a:noAutofit/>
                    </a:bodyPr>
                    <a:lstStyle/>
                    <a:p>
                      <a:r>
                        <a:rPr sz="1800" b="0">
                          <a:solidFill>
                            <a:srgbClr val="102A43"/>
                          </a:solidFill>
                          <a:latin typeface="DejaVu Sans"/>
                          <a:ea typeface="DejaVu Sans"/>
                          <a:cs typeface="DejaVu Sans"/>
                        </a:rPr>
                        <a:t>Reject strict date conversion</a:t>
                      </a:r>
                    </a:p>
                  </a:txBody>
                  <a:tcPr marL="91440" marR="91440" marT="45720" marB="45720" anchor="ctr">
                    <a:lnR w="7620">
                      <a:solidFill>
                        <a:srgbClr val="DAE3E9"/>
                      </a:solidFill>
                      <a:prstDash val="solid"/>
                    </a:lnR>
                    <a:lnB w="7620">
                      <a:solidFill>
                        <a:srgbClr val="DAE3E9"/>
                      </a:solidFill>
                      <a:prstDash val="solid"/>
                    </a:lnB>
                    <a:solidFill>
                      <a:srgbClr val="EDF2F5"/>
                    </a:solidFill>
                  </a:tcPr>
                </a:tc>
              </a:tr>
              <a:tr h="695325">
                <a:tc>
                  <a:txBody>
                    <a:bodyPr wrap="square" lIns="76200" tIns="76200" rIns="76200" bIns="76200">
                      <a:noAutofit/>
                    </a:bodyPr>
                    <a:lstStyle/>
                    <a:p>
                      <a:r>
                        <a:rPr sz="1800" b="0">
                          <a:solidFill>
                            <a:srgbClr val="102A43"/>
                          </a:solidFill>
                          <a:latin typeface="DejaVu Sans"/>
                          <a:ea typeface="DejaVu Sans"/>
                          <a:cs typeface="DejaVu Sans"/>
                        </a:rPr>
                        <a:t>Invalid or unresolved identity</a:t>
                      </a:r>
                    </a:p>
                  </a:txBody>
                  <a:tcPr marL="91440" marR="91440" marT="45720" marB="45720" anchor="ctr">
                    <a:lnL w="7620">
                      <a:solidFill>
                        <a:srgbClr val="DAE3E9"/>
                      </a:solidFill>
                      <a:prstDash val="solid"/>
                    </a:lnL>
                    <a:lnR w="7620">
                      <a:solidFill>
                        <a:srgbClr val="DAE3E9"/>
                      </a:solidFill>
                      <a:prstDash val="solid"/>
                    </a:lnR>
                    <a:lnB w="7620">
                      <a:solidFill>
                        <a:srgbClr val="DAE3E9"/>
                      </a:solidFill>
                      <a:prstDash val="solid"/>
                    </a:lnB>
                    <a:solidFill>
                      <a:srgbClr val="FFFFFF"/>
                    </a:solidFill>
                  </a:tcPr>
                </a:tc>
                <a:tc>
                  <a:txBody>
                    <a:bodyPr wrap="square" lIns="76200" tIns="76200" rIns="76200" bIns="76200">
                      <a:noAutofit/>
                    </a:bodyPr>
                    <a:lstStyle/>
                    <a:p>
                      <a:r>
                        <a:rPr sz="1800" b="0">
                          <a:solidFill>
                            <a:srgbClr val="102A43"/>
                          </a:solidFill>
                          <a:latin typeface="DejaVu Sans"/>
                          <a:ea typeface="DejaVu Sans"/>
                          <a:cs typeface="DejaVu Sans"/>
                        </a:rPr>
                        <a:t>Reject, including a PIN with length other than three</a:t>
                      </a:r>
                    </a:p>
                  </a:txBody>
                  <a:tcPr marL="91440" marR="91440" marT="45720" marB="45720" anchor="ctr">
                    <a:lnR w="7620">
                      <a:solidFill>
                        <a:srgbClr val="DAE3E9"/>
                      </a:solidFill>
                      <a:prstDash val="solid"/>
                    </a:lnR>
                    <a:lnB w="7620">
                      <a:solidFill>
                        <a:srgbClr val="DAE3E9"/>
                      </a:solidFill>
                      <a:prstDash val="solid"/>
                    </a:lnB>
                    <a:solidFill>
                      <a:srgbClr val="FFFFFF"/>
                    </a:solidFill>
                  </a:tcPr>
                </a:tc>
              </a:tr>
            </a:tbl>
          </a:graphicData>
        </a:graphic>
      </p:graphicFrame>
    </p:spTree>
    <p:extLst>
      <p:ext uri="{BB962C8B-B14F-4D97-AF65-F5344CB8AC3E}">
        <p14:creationId xmlns:p14="http://schemas.microsoft.com/office/powerpoint/2010/main" val="1685845157"/>
      </p:ext>
    </p:extLst>
  </p:cSld>
</p:sld>
</file>

<file path=ppt/slides/slide16.xml><?xml version="1.0" encoding="utf-8"?>
<p:sld xmlns:p="http://schemas.openxmlformats.org/presentationml/2006/main">
  <p:cSld>
    <p:bg>
      <p:bgPr>
        <a:solidFill xmlns:a="http://schemas.openxmlformats.org/drawingml/2006/main">
          <a:srgbClr val="F6F8FA"/>
        </a:solidFill>
      </p:bgPr>
    </p:bg>
    <p:spTree>
      <p:nvGrpSpPr>
        <p:cNvPr id="1" name=""/>
        <p:cNvGrpSpPr/>
        <p:nvPr/>
      </p:nvGrpSpPr>
      <p:grpSpPr>
        <a:xfrm xmlns:a="http://schemas.openxmlformats.org/drawingml/2006/main"/>
      </p:grpSpPr>
      <p:cxnSp>
        <p:nvCxnSpPr>
          <p:cNvPr id="10" name="">
            <a:extLst xmlns:a="http://schemas.openxmlformats.org/drawingml/2006/main">
              <a:ext uri="{FF2B5EF4-FFF2-40B4-BE49-F238E27FC236}">
                <a16:creationId xmlns:a16="http://schemas.microsoft.com/office/drawing/2014/main" id="{13F16629-F0C9-4F94-A41E-2B439C0F4CE1}"/>
              </a:ext>
            </a:extLst>
          </p:cNvPr>
          <p:cNvCxnSpPr>
            <a:stCxn xmlns:a="http://schemas.openxmlformats.org/drawingml/2006/main" id="6" idx="3"/>
            <a:endCxn xmlns:a="http://schemas.openxmlformats.org/drawingml/2006/main" id="7" idx="1"/>
          </p:cNvCxnSpPr>
          <p:nvPr/>
        </p:nvCxnSpPr>
        <p:spPr>
          <a:xfrm xmlns:a="http://schemas.openxmlformats.org/drawingml/2006/main">
            <a:off x="8629650" y="2581275"/>
            <a:ext cx="438150" cy="0"/>
          </a:xfrm>
          <a:prstGeom xmlns:a="http://schemas.openxmlformats.org/drawingml/2006/main" prst="straightConnector1">
            <a:avLst/>
          </a:prstGeom>
          <a:ln xmlns:a="http://schemas.openxmlformats.org/drawingml/2006/main" w="19050">
            <a:solidFill>
              <a:srgbClr val="007F86"/>
            </a:solidFill>
            <a:prstDash val="solid"/>
            <a:tailEnd type="triangle" w="sm" len="sm"/>
          </a:ln>
        </p:spPr>
      </p:cxnSp>
      <p:cxnSp>
        <p:nvCxnSpPr>
          <p:cNvPr id="9" name="">
            <a:extLst xmlns:a="http://schemas.openxmlformats.org/drawingml/2006/main">
              <a:ext uri="{FF2B5EF4-FFF2-40B4-BE49-F238E27FC236}">
                <a16:creationId xmlns:a16="http://schemas.microsoft.com/office/drawing/2014/main" id="{8B78ACA8-AA05-4C3A-A7D2-5680419A8076}"/>
              </a:ext>
            </a:extLst>
          </p:cNvPr>
          <p:cNvCxnSpPr>
            <a:stCxn xmlns:a="http://schemas.openxmlformats.org/drawingml/2006/main" id="5" idx="3"/>
            <a:endCxn xmlns:a="http://schemas.openxmlformats.org/drawingml/2006/main" id="6" idx="1"/>
          </p:cNvCxnSpPr>
          <p:nvPr/>
        </p:nvCxnSpPr>
        <p:spPr>
          <a:xfrm xmlns:a="http://schemas.openxmlformats.org/drawingml/2006/main">
            <a:off x="5810250" y="2581275"/>
            <a:ext cx="438150" cy="0"/>
          </a:xfrm>
          <a:prstGeom xmlns:a="http://schemas.openxmlformats.org/drawingml/2006/main" prst="straightConnector1">
            <a:avLst/>
          </a:prstGeom>
          <a:ln xmlns:a="http://schemas.openxmlformats.org/drawingml/2006/main" w="19050">
            <a:solidFill>
              <a:srgbClr val="007F86"/>
            </a:solidFill>
            <a:prstDash val="solid"/>
            <a:tailEnd type="triangle" w="sm" len="sm"/>
          </a:ln>
        </p:spPr>
      </p:cxnSp>
      <p:cxnSp>
        <p:nvCxnSpPr>
          <p:cNvPr id="8" name="">
            <a:extLst xmlns:a="http://schemas.openxmlformats.org/drawingml/2006/main">
              <a:ext uri="{FF2B5EF4-FFF2-40B4-BE49-F238E27FC236}">
                <a16:creationId xmlns:a16="http://schemas.microsoft.com/office/drawing/2014/main" id="{A24C31CE-3E5D-4781-98FC-E16798C72499}"/>
              </a:ext>
            </a:extLst>
          </p:cNvPr>
          <p:cNvCxnSpPr>
            <a:stCxn xmlns:a="http://schemas.openxmlformats.org/drawingml/2006/main" id="4" idx="3"/>
            <a:endCxn xmlns:a="http://schemas.openxmlformats.org/drawingml/2006/main" id="5" idx="1"/>
          </p:cNvCxnSpPr>
          <p:nvPr/>
        </p:nvCxnSpPr>
        <p:spPr>
          <a:xfrm xmlns:a="http://schemas.openxmlformats.org/drawingml/2006/main">
            <a:off x="2990850" y="2581275"/>
            <a:ext cx="438150" cy="0"/>
          </a:xfrm>
          <a:prstGeom xmlns:a="http://schemas.openxmlformats.org/drawingml/2006/main" prst="straightConnector1">
            <a:avLst/>
          </a:prstGeom>
          <a:ln xmlns:a="http://schemas.openxmlformats.org/drawingml/2006/main" w="19050">
            <a:solidFill>
              <a:srgbClr val="007F86"/>
            </a:solidFill>
            <a:prstDash val="solid"/>
            <a:tailEnd type="triangle" w="sm" len="sm"/>
          </a:ln>
        </p:spPr>
      </p:cxnSp>
      <p:sp>
        <p:nvSpPr>
          <p:cNvPr id="13" name="slide-title">
            <a:extLst xmlns:a="http://schemas.openxmlformats.org/drawingml/2006/main">
              <a:ext uri="{FF2B5EF4-FFF2-40B4-BE49-F238E27FC236}">
                <a16:creationId xmlns:a16="http://schemas.microsoft.com/office/drawing/2014/main" id="{89EDB384-7D8A-486D-A9E7-CD6E6AB87A91}"/>
              </a:ext>
            </a:extLst>
          </p:cNvPr>
          <p:cNvSpPr>
            <a:spLocks xmlns:a="http://schemas.openxmlformats.org/drawingml/2006/main" noGrp="1"/>
          </p:cNvSpPr>
          <p:nvPr/>
        </p:nvSpPr>
        <p:spPr>
          <a:xfrm xmlns:a="http://schemas.openxmlformats.org/drawingml/2006/main">
            <a:off x="609600" y="438150"/>
            <a:ext cx="109728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300" b="1">
                <a:solidFill>
                  <a:srgbClr val="102A43"/>
                </a:solidFill>
                <a:latin typeface="DejaVu Sans"/>
                <a:ea typeface="DejaVu Sans"/>
                <a:cs typeface="DejaVu Sans"/>
              </a:defRPr>
            </a:defPPr>
            <a:lvl1pPr algn="l">
              <a:buNone/>
              <a:defRPr sz="3300" b="1">
                <a:solidFill>
                  <a:srgbClr val="102A43"/>
                </a:solidFill>
                <a:latin typeface="DejaVu Sans"/>
                <a:ea typeface="DejaVu Sans"/>
                <a:cs typeface="DejaVu Sans"/>
              </a:defRPr>
            </a:lvl1pPr>
            <a:lvl2pPr algn="l">
              <a:buNone/>
              <a:defRPr sz="3300" b="1">
                <a:solidFill>
                  <a:srgbClr val="102A43"/>
                </a:solidFill>
                <a:latin typeface="DejaVu Sans"/>
                <a:ea typeface="DejaVu Sans"/>
                <a:cs typeface="DejaVu Sans"/>
              </a:defRPr>
            </a:lvl2pPr>
            <a:lvl3pPr algn="l">
              <a:buNone/>
              <a:defRPr sz="3300" b="1">
                <a:solidFill>
                  <a:srgbClr val="102A43"/>
                </a:solidFill>
                <a:latin typeface="DejaVu Sans"/>
                <a:ea typeface="DejaVu Sans"/>
                <a:cs typeface="DejaVu Sans"/>
              </a:defRPr>
            </a:lvl3pPr>
            <a:lvl4pPr algn="l">
              <a:buNone/>
              <a:defRPr sz="3300" b="1">
                <a:solidFill>
                  <a:srgbClr val="102A43"/>
                </a:solidFill>
                <a:latin typeface="DejaVu Sans"/>
                <a:ea typeface="DejaVu Sans"/>
                <a:cs typeface="DejaVu Sans"/>
              </a:defRPr>
            </a:lvl4pPr>
            <a:lvl5pPr algn="l">
              <a:buNone/>
              <a:defRPr sz="3300" b="1">
                <a:solidFill>
                  <a:srgbClr val="102A43"/>
                </a:solidFill>
                <a:latin typeface="DejaVu Sans"/>
                <a:ea typeface="DejaVu Sans"/>
                <a:cs typeface="DejaVu Sans"/>
              </a:defRPr>
            </a:lvl5pPr>
            <a:lvl6pPr algn="l">
              <a:buNone/>
              <a:defRPr sz="3300" b="1">
                <a:solidFill>
                  <a:srgbClr val="102A43"/>
                </a:solidFill>
                <a:latin typeface="DejaVu Sans"/>
                <a:ea typeface="DejaVu Sans"/>
                <a:cs typeface="DejaVu Sans"/>
              </a:defRPr>
            </a:lvl6pPr>
            <a:lvl7pPr algn="l">
              <a:buNone/>
              <a:defRPr sz="3300" b="1">
                <a:solidFill>
                  <a:srgbClr val="102A43"/>
                </a:solidFill>
                <a:latin typeface="DejaVu Sans"/>
                <a:ea typeface="DejaVu Sans"/>
                <a:cs typeface="DejaVu Sans"/>
              </a:defRPr>
            </a:lvl7pPr>
            <a:lvl8pPr algn="l">
              <a:buNone/>
              <a:defRPr sz="3300" b="1">
                <a:solidFill>
                  <a:srgbClr val="102A43"/>
                </a:solidFill>
                <a:latin typeface="DejaVu Sans"/>
                <a:ea typeface="DejaVu Sans"/>
                <a:cs typeface="DejaVu Sans"/>
              </a:defRPr>
            </a:lvl8pPr>
            <a:lvl9pPr algn="l">
              <a:buNone/>
              <a:defRPr sz="3300" b="1">
                <a:solidFill>
                  <a:srgbClr val="102A43"/>
                </a:solidFill>
                <a:latin typeface="DejaVu Sans"/>
                <a:ea typeface="DejaVu Sans"/>
                <a:cs typeface="DejaVu Sans"/>
              </a:defRPr>
            </a:lvl9pPr>
          </a:lstStyle>
          <a:p xmlns:a="http://schemas.openxmlformats.org/drawingml/2006/main">
            <a:pPr algn="l">
              <a:lnSpc>
                <a:spcPct val="115000"/>
              </a:lnSpc>
              <a:buNone/>
              <a:defRPr sz="3300" b="1">
                <a:solidFill>
                  <a:srgbClr val="102A43"/>
                </a:solidFill>
                <a:latin typeface="DejaVu Sans"/>
                <a:ea typeface="DejaVu Sans"/>
                <a:cs typeface="DejaVu Sans"/>
              </a:defRPr>
            </a:pPr>
            <a:r>
              <a:rPr sz="3300" b="1">
                <a:solidFill>
                  <a:srgbClr val="102A43"/>
                </a:solidFill>
                <a:latin typeface="DejaVu Sans"/>
                <a:ea typeface="DejaVu Sans"/>
                <a:cs typeface="DejaVu Sans"/>
              </a:rPr>
              <a:t>Whole-file preflight</a:t>
            </a:r>
          </a:p>
        </p:txBody>
      </p:sp>
      <p:sp>
        <p:nvSpPr>
          <p:cNvPr id="2" name="text-51">
            <a:extLst xmlns:a="http://schemas.openxmlformats.org/drawingml/2006/main">
              <a:ext uri="{FF2B5EF4-FFF2-40B4-BE49-F238E27FC236}">
                <a16:creationId xmlns:a16="http://schemas.microsoft.com/office/drawing/2014/main" id="{0D5FDD04-724E-436B-99B9-E29B494168E1}"/>
              </a:ext>
            </a:extLst>
          </p:cNvPr>
          <p:cNvSpPr>
            <a:spLocks xmlns:a="http://schemas.openxmlformats.org/drawingml/2006/main" noGrp="1"/>
          </p:cNvSpPr>
          <p:nvPr/>
        </p:nvSpPr>
        <p:spPr>
          <a:xfrm xmlns:a="http://schemas.openxmlformats.org/drawingml/2006/main">
            <a:off x="609600" y="1371600"/>
            <a:ext cx="109728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526778"/>
                </a:solidFill>
                <a:latin typeface="DejaVu Sans"/>
                <a:ea typeface="DejaVu Sans"/>
                <a:cs typeface="DejaVu Sans"/>
              </a:defRPr>
            </a:defPPr>
            <a:lvl1pPr algn="l">
              <a:buNone/>
              <a:defRPr sz="1875" b="0">
                <a:solidFill>
                  <a:srgbClr val="526778"/>
                </a:solidFill>
                <a:latin typeface="DejaVu Sans"/>
                <a:ea typeface="DejaVu Sans"/>
                <a:cs typeface="DejaVu Sans"/>
              </a:defRPr>
            </a:lvl1pPr>
            <a:lvl2pPr algn="l">
              <a:buNone/>
              <a:defRPr sz="1875" b="0">
                <a:solidFill>
                  <a:srgbClr val="526778"/>
                </a:solidFill>
                <a:latin typeface="DejaVu Sans"/>
                <a:ea typeface="DejaVu Sans"/>
                <a:cs typeface="DejaVu Sans"/>
              </a:defRPr>
            </a:lvl2pPr>
            <a:lvl3pPr algn="l">
              <a:buNone/>
              <a:defRPr sz="1875" b="0">
                <a:solidFill>
                  <a:srgbClr val="526778"/>
                </a:solidFill>
                <a:latin typeface="DejaVu Sans"/>
                <a:ea typeface="DejaVu Sans"/>
                <a:cs typeface="DejaVu Sans"/>
              </a:defRPr>
            </a:lvl3pPr>
            <a:lvl4pPr algn="l">
              <a:buNone/>
              <a:defRPr sz="1875" b="0">
                <a:solidFill>
                  <a:srgbClr val="526778"/>
                </a:solidFill>
                <a:latin typeface="DejaVu Sans"/>
                <a:ea typeface="DejaVu Sans"/>
                <a:cs typeface="DejaVu Sans"/>
              </a:defRPr>
            </a:lvl4pPr>
            <a:lvl5pPr algn="l">
              <a:buNone/>
              <a:defRPr sz="1875" b="0">
                <a:solidFill>
                  <a:srgbClr val="526778"/>
                </a:solidFill>
                <a:latin typeface="DejaVu Sans"/>
                <a:ea typeface="DejaVu Sans"/>
                <a:cs typeface="DejaVu Sans"/>
              </a:defRPr>
            </a:lvl5pPr>
            <a:lvl6pPr algn="l">
              <a:buNone/>
              <a:defRPr sz="1875" b="0">
                <a:solidFill>
                  <a:srgbClr val="526778"/>
                </a:solidFill>
                <a:latin typeface="DejaVu Sans"/>
                <a:ea typeface="DejaVu Sans"/>
                <a:cs typeface="DejaVu Sans"/>
              </a:defRPr>
            </a:lvl6pPr>
            <a:lvl7pPr algn="l">
              <a:buNone/>
              <a:defRPr sz="1875" b="0">
                <a:solidFill>
                  <a:srgbClr val="526778"/>
                </a:solidFill>
                <a:latin typeface="DejaVu Sans"/>
                <a:ea typeface="DejaVu Sans"/>
                <a:cs typeface="DejaVu Sans"/>
              </a:defRPr>
            </a:lvl7pPr>
            <a:lvl8pPr algn="l">
              <a:buNone/>
              <a:defRPr sz="1875" b="0">
                <a:solidFill>
                  <a:srgbClr val="526778"/>
                </a:solidFill>
                <a:latin typeface="DejaVu Sans"/>
                <a:ea typeface="DejaVu Sans"/>
                <a:cs typeface="DejaVu Sans"/>
              </a:defRPr>
            </a:lvl8pPr>
            <a:lvl9pPr algn="l">
              <a:buNone/>
              <a:defRPr sz="1875" b="0">
                <a:solidFill>
                  <a:srgbClr val="526778"/>
                </a:solidFill>
                <a:latin typeface="DejaVu Sans"/>
                <a:ea typeface="DejaVu Sans"/>
                <a:cs typeface="DejaVu Sans"/>
              </a:defRPr>
            </a:lvl9pPr>
          </a:lstStyle>
          <a:p xmlns:a="http://schemas.openxmlformats.org/drawingml/2006/main">
            <a:pPr algn="l">
              <a:lnSpc>
                <a:spcPct val="115000"/>
              </a:lnSpc>
              <a:buNone/>
              <a:defRPr sz="1875" b="0">
                <a:solidFill>
                  <a:srgbClr val="526778"/>
                </a:solidFill>
                <a:latin typeface="DejaVu Sans"/>
                <a:ea typeface="DejaVu Sans"/>
                <a:cs typeface="DejaVu Sans"/>
              </a:defRPr>
            </a:pPr>
            <a:r>
              <a:rPr sz="1875" b="0">
                <a:solidFill>
                  <a:srgbClr val="526778"/>
                </a:solidFill>
                <a:latin typeface="DejaVu Sans"/>
                <a:ea typeface="DejaVu Sans"/>
                <a:cs typeface="DejaVu Sans"/>
              </a:rPr>
              <a:t>Parsing, consent validation and lookup must all finish before the first upsert.</a:t>
            </a:r>
          </a:p>
        </p:txBody>
      </p:sp>
      <p:sp>
        <p:nvSpPr>
          <p:cNvPr id="3" name="slide-number">
            <a:extLst xmlns:a="http://schemas.openxmlformats.org/drawingml/2006/main">
              <a:ext uri="{FF2B5EF4-FFF2-40B4-BE49-F238E27FC236}">
                <a16:creationId xmlns:a16="http://schemas.microsoft.com/office/drawing/2014/main" id="{8DF31367-0BDA-40E8-AF69-5928F942AAFF}"/>
              </a:ext>
            </a:extLst>
          </p:cNvPr>
          <p:cNvSpPr>
            <a:spLocks xmlns:a="http://schemas.openxmlformats.org/drawingml/2006/main" noGrp="1"/>
          </p:cNvSpPr>
          <p:nvPr/>
        </p:nvSpPr>
        <p:spPr>
          <a:xfrm xmlns:a="http://schemas.openxmlformats.org/drawingml/2006/main">
            <a:off x="11182350" y="6391275"/>
            <a:ext cx="4000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275" b="0">
                <a:solidFill>
                  <a:srgbClr val="526778"/>
                </a:solidFill>
                <a:latin typeface="DejaVu Sans"/>
                <a:ea typeface="DejaVu Sans"/>
                <a:cs typeface="DejaVu Sans"/>
              </a:defRPr>
            </a:defPPr>
            <a:lvl1pPr algn="r">
              <a:buNone/>
              <a:defRPr sz="1275" b="0">
                <a:solidFill>
                  <a:srgbClr val="526778"/>
                </a:solidFill>
                <a:latin typeface="DejaVu Sans"/>
                <a:ea typeface="DejaVu Sans"/>
                <a:cs typeface="DejaVu Sans"/>
              </a:defRPr>
            </a:lvl1pPr>
            <a:lvl2pPr algn="r">
              <a:buNone/>
              <a:defRPr sz="1275" b="0">
                <a:solidFill>
                  <a:srgbClr val="526778"/>
                </a:solidFill>
                <a:latin typeface="DejaVu Sans"/>
                <a:ea typeface="DejaVu Sans"/>
                <a:cs typeface="DejaVu Sans"/>
              </a:defRPr>
            </a:lvl2pPr>
            <a:lvl3pPr algn="r">
              <a:buNone/>
              <a:defRPr sz="1275" b="0">
                <a:solidFill>
                  <a:srgbClr val="526778"/>
                </a:solidFill>
                <a:latin typeface="DejaVu Sans"/>
                <a:ea typeface="DejaVu Sans"/>
                <a:cs typeface="DejaVu Sans"/>
              </a:defRPr>
            </a:lvl3pPr>
            <a:lvl4pPr algn="r">
              <a:buNone/>
              <a:defRPr sz="1275" b="0">
                <a:solidFill>
                  <a:srgbClr val="526778"/>
                </a:solidFill>
                <a:latin typeface="DejaVu Sans"/>
                <a:ea typeface="DejaVu Sans"/>
                <a:cs typeface="DejaVu Sans"/>
              </a:defRPr>
            </a:lvl4pPr>
            <a:lvl5pPr algn="r">
              <a:buNone/>
              <a:defRPr sz="1275" b="0">
                <a:solidFill>
                  <a:srgbClr val="526778"/>
                </a:solidFill>
                <a:latin typeface="DejaVu Sans"/>
                <a:ea typeface="DejaVu Sans"/>
                <a:cs typeface="DejaVu Sans"/>
              </a:defRPr>
            </a:lvl5pPr>
            <a:lvl6pPr algn="r">
              <a:buNone/>
              <a:defRPr sz="1275" b="0">
                <a:solidFill>
                  <a:srgbClr val="526778"/>
                </a:solidFill>
                <a:latin typeface="DejaVu Sans"/>
                <a:ea typeface="DejaVu Sans"/>
                <a:cs typeface="DejaVu Sans"/>
              </a:defRPr>
            </a:lvl6pPr>
            <a:lvl7pPr algn="r">
              <a:buNone/>
              <a:defRPr sz="1275" b="0">
                <a:solidFill>
                  <a:srgbClr val="526778"/>
                </a:solidFill>
                <a:latin typeface="DejaVu Sans"/>
                <a:ea typeface="DejaVu Sans"/>
                <a:cs typeface="DejaVu Sans"/>
              </a:defRPr>
            </a:lvl7pPr>
            <a:lvl8pPr algn="r">
              <a:buNone/>
              <a:defRPr sz="1275" b="0">
                <a:solidFill>
                  <a:srgbClr val="526778"/>
                </a:solidFill>
                <a:latin typeface="DejaVu Sans"/>
                <a:ea typeface="DejaVu Sans"/>
                <a:cs typeface="DejaVu Sans"/>
              </a:defRPr>
            </a:lvl8pPr>
            <a:lvl9pPr algn="r">
              <a:buNone/>
              <a:defRPr sz="1275" b="0">
                <a:solidFill>
                  <a:srgbClr val="526778"/>
                </a:solidFill>
                <a:latin typeface="DejaVu Sans"/>
                <a:ea typeface="DejaVu Sans"/>
                <a:cs typeface="DejaVu Sans"/>
              </a:defRPr>
            </a:lvl9pPr>
          </a:lstStyle>
          <a:p xmlns:a="http://schemas.openxmlformats.org/drawingml/2006/main">
            <a:pPr algn="r">
              <a:lnSpc>
                <a:spcPct val="115000"/>
              </a:lnSpc>
              <a:buNone/>
              <a:defRPr sz="1275" b="0">
                <a:solidFill>
                  <a:srgbClr val="526778"/>
                </a:solidFill>
                <a:latin typeface="DejaVu Sans"/>
                <a:ea typeface="DejaVu Sans"/>
                <a:cs typeface="DejaVu Sans"/>
              </a:defRPr>
            </a:pPr>
            <a:r>
              <a:rPr sz="1275" b="0">
                <a:solidFill>
                  <a:srgbClr val="526778"/>
                </a:solidFill>
                <a:latin typeface="DejaVu Sans"/>
                <a:ea typeface="DejaVu Sans"/>
                <a:cs typeface="DejaVu Sans"/>
              </a:rPr>
              <a:t>16</a:t>
            </a:r>
          </a:p>
        </p:txBody>
      </p:sp>
      <p:sp>
        <p:nvSpPr>
          <p:cNvPr id="4" name="node-52">
            <a:extLst xmlns:a="http://schemas.openxmlformats.org/drawingml/2006/main">
              <a:ext uri="{FF2B5EF4-FFF2-40B4-BE49-F238E27FC236}">
                <a16:creationId xmlns:a16="http://schemas.microsoft.com/office/drawing/2014/main" id="{B6E25FD5-3261-4DA9-B89D-D38EC74AB07A}"/>
              </a:ext>
            </a:extLst>
          </p:cNvPr>
          <p:cNvSpPr>
            <a:spLocks xmlns:a="http://schemas.openxmlformats.org/drawingml/2006/main" noGrp="1"/>
          </p:cNvSpPr>
          <p:nvPr/>
        </p:nvSpPr>
        <p:spPr>
          <a:xfrm xmlns:a="http://schemas.openxmlformats.org/drawingml/2006/main">
            <a:off x="609600" y="2190750"/>
            <a:ext cx="2381250" cy="781050"/>
          </a:xfrm>
          <a:prstGeom xmlns:a="http://schemas.openxmlformats.org/drawingml/2006/main" prst="rect">
            <a:avLst/>
          </a:prstGeom>
          <a:solidFill xmlns:a="http://schemas.openxmlformats.org/drawingml/2006/main">
            <a:srgbClr val="FFFFFF"/>
          </a:solidFill>
          <a:ln xmlns:a="http://schemas.openxmlformats.org/drawingml/2006/main" w="15240">
            <a:solidFill>
              <a:srgbClr val="849AA7"/>
            </a:solidFill>
            <a:prstDash val="solid"/>
          </a:ln>
        </p:spPr>
        <p:txBody>
          <a:bodyPr xmlns:a="http://schemas.openxmlformats.org/drawingml/2006/main" wrap="square" lIns="114300" tIns="114300" rIns="114300" bIns="114300" anchor="ctr">
            <a:noAutofit/>
          </a:bodyPr>
          <a:lstStyle xmlns:a="http://schemas.openxmlformats.org/drawingml/2006/main">
            <a:defPPr algn="ctr">
              <a:defRPr sz="1800" b="0">
                <a:solidFill>
                  <a:srgbClr val="102A43"/>
                </a:solidFill>
                <a:latin typeface="DejaVu Sans"/>
                <a:ea typeface="DejaVu Sans"/>
                <a:cs typeface="DejaVu Sans"/>
              </a:defRPr>
            </a:defPPr>
            <a:lvl1pPr algn="ctr">
              <a:buNone/>
              <a:defRPr sz="1800" b="0">
                <a:solidFill>
                  <a:srgbClr val="102A43"/>
                </a:solidFill>
                <a:latin typeface="DejaVu Sans"/>
                <a:ea typeface="DejaVu Sans"/>
                <a:cs typeface="DejaVu Sans"/>
              </a:defRPr>
            </a:lvl1pPr>
            <a:lvl2pPr algn="ctr">
              <a:buNone/>
              <a:defRPr sz="1800" b="0">
                <a:solidFill>
                  <a:srgbClr val="102A43"/>
                </a:solidFill>
                <a:latin typeface="DejaVu Sans"/>
                <a:ea typeface="DejaVu Sans"/>
                <a:cs typeface="DejaVu Sans"/>
              </a:defRPr>
            </a:lvl2pPr>
            <a:lvl3pPr algn="ctr">
              <a:buNone/>
              <a:defRPr sz="1800" b="0">
                <a:solidFill>
                  <a:srgbClr val="102A43"/>
                </a:solidFill>
                <a:latin typeface="DejaVu Sans"/>
                <a:ea typeface="DejaVu Sans"/>
                <a:cs typeface="DejaVu Sans"/>
              </a:defRPr>
            </a:lvl3pPr>
            <a:lvl4pPr algn="ctr">
              <a:buNone/>
              <a:defRPr sz="1800" b="0">
                <a:solidFill>
                  <a:srgbClr val="102A43"/>
                </a:solidFill>
                <a:latin typeface="DejaVu Sans"/>
                <a:ea typeface="DejaVu Sans"/>
                <a:cs typeface="DejaVu Sans"/>
              </a:defRPr>
            </a:lvl4pPr>
            <a:lvl5pPr algn="ctr">
              <a:buNone/>
              <a:defRPr sz="1800" b="0">
                <a:solidFill>
                  <a:srgbClr val="102A43"/>
                </a:solidFill>
                <a:latin typeface="DejaVu Sans"/>
                <a:ea typeface="DejaVu Sans"/>
                <a:cs typeface="DejaVu Sans"/>
              </a:defRPr>
            </a:lvl5pPr>
            <a:lvl6pPr algn="ctr">
              <a:buNone/>
              <a:defRPr sz="1800" b="0">
                <a:solidFill>
                  <a:srgbClr val="102A43"/>
                </a:solidFill>
                <a:latin typeface="DejaVu Sans"/>
                <a:ea typeface="DejaVu Sans"/>
                <a:cs typeface="DejaVu Sans"/>
              </a:defRPr>
            </a:lvl6pPr>
            <a:lvl7pPr algn="ctr">
              <a:buNone/>
              <a:defRPr sz="1800" b="0">
                <a:solidFill>
                  <a:srgbClr val="102A43"/>
                </a:solidFill>
                <a:latin typeface="DejaVu Sans"/>
                <a:ea typeface="DejaVu Sans"/>
                <a:cs typeface="DejaVu Sans"/>
              </a:defRPr>
            </a:lvl7pPr>
            <a:lvl8pPr algn="ctr">
              <a:buNone/>
              <a:defRPr sz="1800" b="0">
                <a:solidFill>
                  <a:srgbClr val="102A43"/>
                </a:solidFill>
                <a:latin typeface="DejaVu Sans"/>
                <a:ea typeface="DejaVu Sans"/>
                <a:cs typeface="DejaVu Sans"/>
              </a:defRPr>
            </a:lvl8pPr>
            <a:lvl9pPr algn="ctr">
              <a:buNone/>
              <a:defRPr sz="1800" b="0">
                <a:solidFill>
                  <a:srgbClr val="102A43"/>
                </a:solidFill>
                <a:latin typeface="DejaVu Sans"/>
                <a:ea typeface="DejaVu Sans"/>
                <a:cs typeface="DejaVu Sans"/>
              </a:defRPr>
            </a:lvl9pPr>
          </a:lstStyle>
          <a:p xmlns:a="http://schemas.openxmlformats.org/drawingml/2006/main">
            <a:pPr algn="ctr">
              <a:buNone/>
              <a:defRPr sz="1800" b="0">
                <a:solidFill>
                  <a:srgbClr val="102A43"/>
                </a:solidFill>
                <a:latin typeface="DejaVu Sans"/>
                <a:ea typeface="DejaVu Sans"/>
                <a:cs typeface="DejaVu Sans"/>
              </a:defRPr>
            </a:pPr>
            <a:r>
              <a:rPr sz="1800" b="0">
                <a:solidFill>
                  <a:srgbClr val="102A43"/>
                </a:solidFill>
                <a:latin typeface="DejaVu Sans"/>
                <a:ea typeface="DejaVu Sans"/>
                <a:cs typeface="DejaVu Sans"/>
              </a:rPr>
              <a:t>Parse, validate, enrich</a:t>
            </a:r>
          </a:p>
        </p:txBody>
      </p:sp>
      <p:sp>
        <p:nvSpPr>
          <p:cNvPr id="5" name="node-53">
            <a:extLst xmlns:a="http://schemas.openxmlformats.org/drawingml/2006/main">
              <a:ext uri="{FF2B5EF4-FFF2-40B4-BE49-F238E27FC236}">
                <a16:creationId xmlns:a16="http://schemas.microsoft.com/office/drawing/2014/main" id="{A394DC36-9E79-4664-9CC5-D0D3E689AABF}"/>
              </a:ext>
            </a:extLst>
          </p:cNvPr>
          <p:cNvSpPr>
            <a:spLocks xmlns:a="http://schemas.openxmlformats.org/drawingml/2006/main" noGrp="1"/>
          </p:cNvSpPr>
          <p:nvPr/>
        </p:nvSpPr>
        <p:spPr>
          <a:xfrm xmlns:a="http://schemas.openxmlformats.org/drawingml/2006/main">
            <a:off x="3429000" y="2190750"/>
            <a:ext cx="2381250" cy="781050"/>
          </a:xfrm>
          <a:prstGeom xmlns:a="http://schemas.openxmlformats.org/drawingml/2006/main" prst="rect">
            <a:avLst/>
          </a:prstGeom>
          <a:solidFill xmlns:a="http://schemas.openxmlformats.org/drawingml/2006/main">
            <a:srgbClr val="FFFFFF"/>
          </a:solidFill>
          <a:ln xmlns:a="http://schemas.openxmlformats.org/drawingml/2006/main" w="15240">
            <a:solidFill>
              <a:srgbClr val="849AA7"/>
            </a:solidFill>
            <a:prstDash val="solid"/>
          </a:ln>
        </p:spPr>
        <p:txBody>
          <a:bodyPr xmlns:a="http://schemas.openxmlformats.org/drawingml/2006/main" wrap="square" lIns="114300" tIns="114300" rIns="114300" bIns="114300" anchor="ctr">
            <a:noAutofit/>
          </a:bodyPr>
          <a:lstStyle xmlns:a="http://schemas.openxmlformats.org/drawingml/2006/main">
            <a:defPPr algn="ctr">
              <a:defRPr sz="1800" b="0">
                <a:solidFill>
                  <a:srgbClr val="102A43"/>
                </a:solidFill>
                <a:latin typeface="DejaVu Sans"/>
                <a:ea typeface="DejaVu Sans"/>
                <a:cs typeface="DejaVu Sans"/>
              </a:defRPr>
            </a:defPPr>
            <a:lvl1pPr algn="ctr">
              <a:buNone/>
              <a:defRPr sz="1800" b="0">
                <a:solidFill>
                  <a:srgbClr val="102A43"/>
                </a:solidFill>
                <a:latin typeface="DejaVu Sans"/>
                <a:ea typeface="DejaVu Sans"/>
                <a:cs typeface="DejaVu Sans"/>
              </a:defRPr>
            </a:lvl1pPr>
            <a:lvl2pPr algn="ctr">
              <a:buNone/>
              <a:defRPr sz="1800" b="0">
                <a:solidFill>
                  <a:srgbClr val="102A43"/>
                </a:solidFill>
                <a:latin typeface="DejaVu Sans"/>
                <a:ea typeface="DejaVu Sans"/>
                <a:cs typeface="DejaVu Sans"/>
              </a:defRPr>
            </a:lvl2pPr>
            <a:lvl3pPr algn="ctr">
              <a:buNone/>
              <a:defRPr sz="1800" b="0">
                <a:solidFill>
                  <a:srgbClr val="102A43"/>
                </a:solidFill>
                <a:latin typeface="DejaVu Sans"/>
                <a:ea typeface="DejaVu Sans"/>
                <a:cs typeface="DejaVu Sans"/>
              </a:defRPr>
            </a:lvl3pPr>
            <a:lvl4pPr algn="ctr">
              <a:buNone/>
              <a:defRPr sz="1800" b="0">
                <a:solidFill>
                  <a:srgbClr val="102A43"/>
                </a:solidFill>
                <a:latin typeface="DejaVu Sans"/>
                <a:ea typeface="DejaVu Sans"/>
                <a:cs typeface="DejaVu Sans"/>
              </a:defRPr>
            </a:lvl4pPr>
            <a:lvl5pPr algn="ctr">
              <a:buNone/>
              <a:defRPr sz="1800" b="0">
                <a:solidFill>
                  <a:srgbClr val="102A43"/>
                </a:solidFill>
                <a:latin typeface="DejaVu Sans"/>
                <a:ea typeface="DejaVu Sans"/>
                <a:cs typeface="DejaVu Sans"/>
              </a:defRPr>
            </a:lvl5pPr>
            <a:lvl6pPr algn="ctr">
              <a:buNone/>
              <a:defRPr sz="1800" b="0">
                <a:solidFill>
                  <a:srgbClr val="102A43"/>
                </a:solidFill>
                <a:latin typeface="DejaVu Sans"/>
                <a:ea typeface="DejaVu Sans"/>
                <a:cs typeface="DejaVu Sans"/>
              </a:defRPr>
            </a:lvl6pPr>
            <a:lvl7pPr algn="ctr">
              <a:buNone/>
              <a:defRPr sz="1800" b="0">
                <a:solidFill>
                  <a:srgbClr val="102A43"/>
                </a:solidFill>
                <a:latin typeface="DejaVu Sans"/>
                <a:ea typeface="DejaVu Sans"/>
                <a:cs typeface="DejaVu Sans"/>
              </a:defRPr>
            </a:lvl7pPr>
            <a:lvl8pPr algn="ctr">
              <a:buNone/>
              <a:defRPr sz="1800" b="0">
                <a:solidFill>
                  <a:srgbClr val="102A43"/>
                </a:solidFill>
                <a:latin typeface="DejaVu Sans"/>
                <a:ea typeface="DejaVu Sans"/>
                <a:cs typeface="DejaVu Sans"/>
              </a:defRPr>
            </a:lvl8pPr>
            <a:lvl9pPr algn="ctr">
              <a:buNone/>
              <a:defRPr sz="1800" b="0">
                <a:solidFill>
                  <a:srgbClr val="102A43"/>
                </a:solidFill>
                <a:latin typeface="DejaVu Sans"/>
                <a:ea typeface="DejaVu Sans"/>
                <a:cs typeface="DejaVu Sans"/>
              </a:defRPr>
            </a:lvl9pPr>
          </a:lstStyle>
          <a:p xmlns:a="http://schemas.openxmlformats.org/drawingml/2006/main">
            <a:pPr algn="ctr">
              <a:buNone/>
              <a:defRPr sz="1800" b="0">
                <a:solidFill>
                  <a:srgbClr val="102A43"/>
                </a:solidFill>
                <a:latin typeface="DejaVu Sans"/>
                <a:ea typeface="DejaVu Sans"/>
                <a:cs typeface="DejaVu Sans"/>
              </a:defRPr>
            </a:pPr>
            <a:r>
              <a:rPr sz="1800" b="0">
                <a:solidFill>
                  <a:srgbClr val="102A43"/>
                </a:solidFill>
                <a:latin typeface="DejaVu Sans"/>
                <a:ea typeface="DejaVu Sans"/>
                <a:cs typeface="DejaVu Sans"/>
              </a:rPr>
              <a:t>PENDING requests</a:t>
            </a:r>
          </a:p>
        </p:txBody>
      </p:sp>
      <p:sp>
        <p:nvSpPr>
          <p:cNvPr id="6" name="node-54">
            <a:extLst xmlns:a="http://schemas.openxmlformats.org/drawingml/2006/main">
              <a:ext uri="{FF2B5EF4-FFF2-40B4-BE49-F238E27FC236}">
                <a16:creationId xmlns:a16="http://schemas.microsoft.com/office/drawing/2014/main" id="{7F157184-12E4-4A1A-9D3A-4ACAFBD45014}"/>
              </a:ext>
            </a:extLst>
          </p:cNvPr>
          <p:cNvSpPr>
            <a:spLocks xmlns:a="http://schemas.openxmlformats.org/drawingml/2006/main" noGrp="1"/>
          </p:cNvSpPr>
          <p:nvPr/>
        </p:nvSpPr>
        <p:spPr>
          <a:xfrm xmlns:a="http://schemas.openxmlformats.org/drawingml/2006/main">
            <a:off x="6248400" y="2190750"/>
            <a:ext cx="2381250" cy="781050"/>
          </a:xfrm>
          <a:prstGeom xmlns:a="http://schemas.openxmlformats.org/drawingml/2006/main" prst="rect">
            <a:avLst/>
          </a:prstGeom>
          <a:solidFill xmlns:a="http://schemas.openxmlformats.org/drawingml/2006/main">
            <a:srgbClr val="E4F2F1"/>
          </a:solidFill>
          <a:ln xmlns:a="http://schemas.openxmlformats.org/drawingml/2006/main" w="15240">
            <a:solidFill>
              <a:srgbClr val="007F86"/>
            </a:solidFill>
            <a:prstDash val="solid"/>
          </a:ln>
        </p:spPr>
        <p:txBody>
          <a:bodyPr xmlns:a="http://schemas.openxmlformats.org/drawingml/2006/main" wrap="square" lIns="114300" tIns="114300" rIns="114300" bIns="114300" anchor="ctr">
            <a:noAutofit/>
          </a:bodyPr>
          <a:lstStyle xmlns:a="http://schemas.openxmlformats.org/drawingml/2006/main">
            <a:defPPr algn="ctr">
              <a:defRPr sz="1800" b="1">
                <a:solidFill>
                  <a:srgbClr val="102A43"/>
                </a:solidFill>
                <a:latin typeface="DejaVu Sans"/>
                <a:ea typeface="DejaVu Sans"/>
                <a:cs typeface="DejaVu Sans"/>
              </a:defRPr>
            </a:defPPr>
            <a:lvl1pPr algn="ctr">
              <a:buNone/>
              <a:defRPr sz="1800" b="1">
                <a:solidFill>
                  <a:srgbClr val="102A43"/>
                </a:solidFill>
                <a:latin typeface="DejaVu Sans"/>
                <a:ea typeface="DejaVu Sans"/>
                <a:cs typeface="DejaVu Sans"/>
              </a:defRPr>
            </a:lvl1pPr>
            <a:lvl2pPr algn="ctr">
              <a:buNone/>
              <a:defRPr sz="1800" b="1">
                <a:solidFill>
                  <a:srgbClr val="102A43"/>
                </a:solidFill>
                <a:latin typeface="DejaVu Sans"/>
                <a:ea typeface="DejaVu Sans"/>
                <a:cs typeface="DejaVu Sans"/>
              </a:defRPr>
            </a:lvl2pPr>
            <a:lvl3pPr algn="ctr">
              <a:buNone/>
              <a:defRPr sz="1800" b="1">
                <a:solidFill>
                  <a:srgbClr val="102A43"/>
                </a:solidFill>
                <a:latin typeface="DejaVu Sans"/>
                <a:ea typeface="DejaVu Sans"/>
                <a:cs typeface="DejaVu Sans"/>
              </a:defRPr>
            </a:lvl3pPr>
            <a:lvl4pPr algn="ctr">
              <a:buNone/>
              <a:defRPr sz="1800" b="1">
                <a:solidFill>
                  <a:srgbClr val="102A43"/>
                </a:solidFill>
                <a:latin typeface="DejaVu Sans"/>
                <a:ea typeface="DejaVu Sans"/>
                <a:cs typeface="DejaVu Sans"/>
              </a:defRPr>
            </a:lvl4pPr>
            <a:lvl5pPr algn="ctr">
              <a:buNone/>
              <a:defRPr sz="1800" b="1">
                <a:solidFill>
                  <a:srgbClr val="102A43"/>
                </a:solidFill>
                <a:latin typeface="DejaVu Sans"/>
                <a:ea typeface="DejaVu Sans"/>
                <a:cs typeface="DejaVu Sans"/>
              </a:defRPr>
            </a:lvl5pPr>
            <a:lvl6pPr algn="ctr">
              <a:buNone/>
              <a:defRPr sz="1800" b="1">
                <a:solidFill>
                  <a:srgbClr val="102A43"/>
                </a:solidFill>
                <a:latin typeface="DejaVu Sans"/>
                <a:ea typeface="DejaVu Sans"/>
                <a:cs typeface="DejaVu Sans"/>
              </a:defRPr>
            </a:lvl6pPr>
            <a:lvl7pPr algn="ctr">
              <a:buNone/>
              <a:defRPr sz="1800" b="1">
                <a:solidFill>
                  <a:srgbClr val="102A43"/>
                </a:solidFill>
                <a:latin typeface="DejaVu Sans"/>
                <a:ea typeface="DejaVu Sans"/>
                <a:cs typeface="DejaVu Sans"/>
              </a:defRPr>
            </a:lvl7pPr>
            <a:lvl8pPr algn="ctr">
              <a:buNone/>
              <a:defRPr sz="1800" b="1">
                <a:solidFill>
                  <a:srgbClr val="102A43"/>
                </a:solidFill>
                <a:latin typeface="DejaVu Sans"/>
                <a:ea typeface="DejaVu Sans"/>
                <a:cs typeface="DejaVu Sans"/>
              </a:defRPr>
            </a:lvl8pPr>
            <a:lvl9pPr algn="ctr">
              <a:buNone/>
              <a:defRPr sz="1800" b="1">
                <a:solidFill>
                  <a:srgbClr val="102A43"/>
                </a:solidFill>
                <a:latin typeface="DejaVu Sans"/>
                <a:ea typeface="DejaVu Sans"/>
                <a:cs typeface="DejaVu Sans"/>
              </a:defRPr>
            </a:lvl9pPr>
          </a:lstStyle>
          <a:p xmlns:a="http://schemas.openxmlformats.org/drawingml/2006/main">
            <a:pPr algn="ctr">
              <a:buNone/>
              <a:defRPr sz="1800" b="1">
                <a:solidFill>
                  <a:srgbClr val="102A43"/>
                </a:solidFill>
                <a:latin typeface="DejaVu Sans"/>
                <a:ea typeface="DejaVu Sans"/>
                <a:cs typeface="DejaVu Sans"/>
              </a:defRPr>
            </a:pPr>
            <a:r>
              <a:rPr sz="1800" b="1">
                <a:solidFill>
                  <a:srgbClr val="102A43"/>
                </a:solidFill>
                <a:latin typeface="DejaVu Sans"/>
                <a:ea typeface="DejaVu Sans"/>
                <a:cs typeface="DejaVu Sans"/>
              </a:rPr>
              <a:t>READY file</a:t>
            </a:r>
          </a:p>
        </p:txBody>
      </p:sp>
      <p:sp>
        <p:nvSpPr>
          <p:cNvPr id="7" name="node-55">
            <a:extLst xmlns:a="http://schemas.openxmlformats.org/drawingml/2006/main">
              <a:ext uri="{FF2B5EF4-FFF2-40B4-BE49-F238E27FC236}">
                <a16:creationId xmlns:a16="http://schemas.microsoft.com/office/drawing/2014/main" id="{56164368-1DF0-4042-877B-45DD13751A02}"/>
              </a:ext>
            </a:extLst>
          </p:cNvPr>
          <p:cNvSpPr>
            <a:spLocks xmlns:a="http://schemas.openxmlformats.org/drawingml/2006/main" noGrp="1"/>
          </p:cNvSpPr>
          <p:nvPr/>
        </p:nvSpPr>
        <p:spPr>
          <a:xfrm xmlns:a="http://schemas.openxmlformats.org/drawingml/2006/main">
            <a:off x="9067800" y="2190750"/>
            <a:ext cx="2514600" cy="781050"/>
          </a:xfrm>
          <a:prstGeom xmlns:a="http://schemas.openxmlformats.org/drawingml/2006/main" prst="rect">
            <a:avLst/>
          </a:prstGeom>
          <a:solidFill xmlns:a="http://schemas.openxmlformats.org/drawingml/2006/main">
            <a:srgbClr val="FFFFFF"/>
          </a:solidFill>
          <a:ln xmlns:a="http://schemas.openxmlformats.org/drawingml/2006/main" w="15240">
            <a:solidFill>
              <a:srgbClr val="849AA7"/>
            </a:solidFill>
            <a:prstDash val="solid"/>
          </a:ln>
        </p:spPr>
        <p:txBody>
          <a:bodyPr xmlns:a="http://schemas.openxmlformats.org/drawingml/2006/main" wrap="square" lIns="114300" tIns="114300" rIns="114300" bIns="114300" anchor="ctr">
            <a:noAutofit/>
          </a:bodyPr>
          <a:lstStyle xmlns:a="http://schemas.openxmlformats.org/drawingml/2006/main">
            <a:defPPr algn="ctr">
              <a:defRPr sz="1800" b="0">
                <a:solidFill>
                  <a:srgbClr val="102A43"/>
                </a:solidFill>
                <a:latin typeface="DejaVu Sans"/>
                <a:ea typeface="DejaVu Sans"/>
                <a:cs typeface="DejaVu Sans"/>
              </a:defRPr>
            </a:defPPr>
            <a:lvl1pPr algn="ctr">
              <a:buNone/>
              <a:defRPr sz="1800" b="0">
                <a:solidFill>
                  <a:srgbClr val="102A43"/>
                </a:solidFill>
                <a:latin typeface="DejaVu Sans"/>
                <a:ea typeface="DejaVu Sans"/>
                <a:cs typeface="DejaVu Sans"/>
              </a:defRPr>
            </a:lvl1pPr>
            <a:lvl2pPr algn="ctr">
              <a:buNone/>
              <a:defRPr sz="1800" b="0">
                <a:solidFill>
                  <a:srgbClr val="102A43"/>
                </a:solidFill>
                <a:latin typeface="DejaVu Sans"/>
                <a:ea typeface="DejaVu Sans"/>
                <a:cs typeface="DejaVu Sans"/>
              </a:defRPr>
            </a:lvl2pPr>
            <a:lvl3pPr algn="ctr">
              <a:buNone/>
              <a:defRPr sz="1800" b="0">
                <a:solidFill>
                  <a:srgbClr val="102A43"/>
                </a:solidFill>
                <a:latin typeface="DejaVu Sans"/>
                <a:ea typeface="DejaVu Sans"/>
                <a:cs typeface="DejaVu Sans"/>
              </a:defRPr>
            </a:lvl3pPr>
            <a:lvl4pPr algn="ctr">
              <a:buNone/>
              <a:defRPr sz="1800" b="0">
                <a:solidFill>
                  <a:srgbClr val="102A43"/>
                </a:solidFill>
                <a:latin typeface="DejaVu Sans"/>
                <a:ea typeface="DejaVu Sans"/>
                <a:cs typeface="DejaVu Sans"/>
              </a:defRPr>
            </a:lvl4pPr>
            <a:lvl5pPr algn="ctr">
              <a:buNone/>
              <a:defRPr sz="1800" b="0">
                <a:solidFill>
                  <a:srgbClr val="102A43"/>
                </a:solidFill>
                <a:latin typeface="DejaVu Sans"/>
                <a:ea typeface="DejaVu Sans"/>
                <a:cs typeface="DejaVu Sans"/>
              </a:defRPr>
            </a:lvl5pPr>
            <a:lvl6pPr algn="ctr">
              <a:buNone/>
              <a:defRPr sz="1800" b="0">
                <a:solidFill>
                  <a:srgbClr val="102A43"/>
                </a:solidFill>
                <a:latin typeface="DejaVu Sans"/>
                <a:ea typeface="DejaVu Sans"/>
                <a:cs typeface="DejaVu Sans"/>
              </a:defRPr>
            </a:lvl6pPr>
            <a:lvl7pPr algn="ctr">
              <a:buNone/>
              <a:defRPr sz="1800" b="0">
                <a:solidFill>
                  <a:srgbClr val="102A43"/>
                </a:solidFill>
                <a:latin typeface="DejaVu Sans"/>
                <a:ea typeface="DejaVu Sans"/>
                <a:cs typeface="DejaVu Sans"/>
              </a:defRPr>
            </a:lvl7pPr>
            <a:lvl8pPr algn="ctr">
              <a:buNone/>
              <a:defRPr sz="1800" b="0">
                <a:solidFill>
                  <a:srgbClr val="102A43"/>
                </a:solidFill>
                <a:latin typeface="DejaVu Sans"/>
                <a:ea typeface="DejaVu Sans"/>
                <a:cs typeface="DejaVu Sans"/>
              </a:defRPr>
            </a:lvl8pPr>
            <a:lvl9pPr algn="ctr">
              <a:buNone/>
              <a:defRPr sz="1800" b="0">
                <a:solidFill>
                  <a:srgbClr val="102A43"/>
                </a:solidFill>
                <a:latin typeface="DejaVu Sans"/>
                <a:ea typeface="DejaVu Sans"/>
                <a:cs typeface="DejaVu Sans"/>
              </a:defRPr>
            </a:lvl9pPr>
          </a:lstStyle>
          <a:p xmlns:a="http://schemas.openxmlformats.org/drawingml/2006/main">
            <a:pPr algn="ctr">
              <a:buNone/>
              <a:defRPr sz="1800" b="0">
                <a:solidFill>
                  <a:srgbClr val="102A43"/>
                </a:solidFill>
                <a:latin typeface="DejaVu Sans"/>
                <a:ea typeface="DejaVu Sans"/>
                <a:cs typeface="DejaVu Sans"/>
              </a:defRPr>
            </a:pPr>
            <a:r>
              <a:rPr sz="1800" b="0">
                <a:solidFill>
                  <a:srgbClr val="102A43"/>
                </a:solidFill>
                <a:latin typeface="DejaVu Sans"/>
                <a:ea typeface="DejaVu Sans"/>
                <a:cs typeface="DejaVu Sans"/>
              </a:rPr>
              <a:t>Preview or POST</a:t>
            </a:r>
          </a:p>
        </p:txBody>
      </p:sp>
      <p:graphicFrame>
        <p:nvGraphicFramePr>
          <p:cNvPr id="11" name="">
            <a:extLst xmlns:a="http://schemas.openxmlformats.org/drawingml/2006/main">
              <a:ext uri="{FF2B5EF4-FFF2-40B4-BE49-F238E27FC236}">
                <a16:creationId xmlns:a16="http://schemas.microsoft.com/office/drawing/2014/main" id="{C89BB9E3-E0B2-4A36-9E67-D36A1F572A06}"/>
              </a:ext>
            </a:extLst>
          </p:cNvPr>
          <p:cNvGraphicFramePr/>
          <p:nvPr/>
        </p:nvGraphicFramePr>
        <p:xfrm>
          <a:off xmlns:a="http://schemas.openxmlformats.org/drawingml/2006/main" x="609600" y="3943350"/>
          <a:ext xmlns:a="http://schemas.openxmlformats.org/drawingml/2006/main" cx="10972800" cy="1600200"/>
        </p:xfrm>
        <a:graphic xmlns:a="http://schemas.openxmlformats.org/drawingml/2006/main">
          <a:graphicData uri="http://schemas.openxmlformats.org/drawingml/2006/table">
            <a:tbl>
              <a:tblPr/>
              <a:tblGrid>
                <a:gridCol w="3857625"/>
                <a:gridCol w="4191000"/>
                <a:gridCol w="2924175"/>
              </a:tblGrid>
              <a:tr h="800100">
                <a:tc>
                  <a:txBody>
                    <a:bodyPr wrap="square" lIns="76200" tIns="76200" rIns="76200" bIns="76200">
                      <a:noAutofit/>
                    </a:bodyPr>
                    <a:lstStyle/>
                    <a:p>
                      <a:r>
                        <a:rPr sz="1875" b="1">
                          <a:solidFill>
                            <a:srgbClr val="FFFFFF"/>
                          </a:solidFill>
                          <a:latin typeface="DejaVu Sans"/>
                          <a:ea typeface="DejaVu Sans"/>
                          <a:cs typeface="DejaVu Sans"/>
                        </a:rPr>
                        <a:t>Example input</a:t>
                      </a:r>
                    </a:p>
                  </a:txBody>
                  <a:tcPr marL="91440" marR="91440" marT="45720" marB="45720" anchor="ctr">
                    <a:lnL w="7620">
                      <a:solidFill>
                        <a:srgbClr val="DAE3E9"/>
                      </a:solidFill>
                      <a:prstDash val="solid"/>
                    </a:lnL>
                    <a:lnR w="7620">
                      <a:solidFill>
                        <a:srgbClr val="DAE3E9"/>
                      </a:solidFill>
                      <a:prstDash val="solid"/>
                    </a:lnR>
                    <a:lnT w="7620">
                      <a:solidFill>
                        <a:srgbClr val="DAE3E9"/>
                      </a:solidFill>
                      <a:prstDash val="solid"/>
                    </a:lnT>
                    <a:lnB w="7620">
                      <a:solidFill>
                        <a:srgbClr val="DAE3E9"/>
                      </a:solidFill>
                      <a:prstDash val="solid"/>
                    </a:lnB>
                    <a:solidFill>
                      <a:srgbClr val="102A43"/>
                    </a:solidFill>
                  </a:tcPr>
                </a:tc>
                <a:tc>
                  <a:txBody>
                    <a:bodyPr wrap="square" lIns="76200" tIns="76200" rIns="76200" bIns="76200">
                      <a:noAutofit/>
                    </a:bodyPr>
                    <a:lstStyle/>
                    <a:p>
                      <a:r>
                        <a:rPr sz="1875" b="1">
                          <a:solidFill>
                            <a:srgbClr val="FFFFFF"/>
                          </a:solidFill>
                          <a:latin typeface="DejaVu Sans"/>
                          <a:ea typeface="DejaVu Sans"/>
                          <a:cs typeface="DejaVu Sans"/>
                        </a:rPr>
                        <a:t>Preflight result</a:t>
                      </a:r>
                    </a:p>
                  </a:txBody>
                  <a:tcPr marL="91440" marR="91440" marT="45720" marB="45720" anchor="ctr">
                    <a:lnR w="7620">
                      <a:solidFill>
                        <a:srgbClr val="DAE3E9"/>
                      </a:solidFill>
                      <a:prstDash val="solid"/>
                    </a:lnR>
                    <a:lnT w="7620">
                      <a:solidFill>
                        <a:srgbClr val="DAE3E9"/>
                      </a:solidFill>
                      <a:prstDash val="solid"/>
                    </a:lnT>
                    <a:lnB w="7620">
                      <a:solidFill>
                        <a:srgbClr val="DAE3E9"/>
                      </a:solidFill>
                      <a:prstDash val="solid"/>
                    </a:lnB>
                    <a:solidFill>
                      <a:srgbClr val="102A43"/>
                    </a:solidFill>
                  </a:tcPr>
                </a:tc>
                <a:tc>
                  <a:txBody>
                    <a:bodyPr wrap="square" lIns="76200" tIns="76200" rIns="76200" bIns="76200">
                      <a:noAutofit/>
                    </a:bodyPr>
                    <a:lstStyle/>
                    <a:p>
                      <a:r>
                        <a:rPr sz="1875" b="1">
                          <a:solidFill>
                            <a:srgbClr val="FFFFFF"/>
                          </a:solidFill>
                          <a:latin typeface="DejaVu Sans"/>
                          <a:ea typeface="DejaVu Sans"/>
                          <a:cs typeface="DejaVu Sans"/>
                        </a:rPr>
                        <a:t>Consent POSTs</a:t>
                      </a:r>
                    </a:p>
                  </a:txBody>
                  <a:tcPr marL="91440" marR="91440" marT="45720" marB="45720" anchor="ctr">
                    <a:lnR w="7620">
                      <a:solidFill>
                        <a:srgbClr val="DAE3E9"/>
                      </a:solidFill>
                      <a:prstDash val="solid"/>
                    </a:lnR>
                    <a:lnT w="7620">
                      <a:solidFill>
                        <a:srgbClr val="DAE3E9"/>
                      </a:solidFill>
                      <a:prstDash val="solid"/>
                    </a:lnT>
                    <a:lnB w="7620">
                      <a:solidFill>
                        <a:srgbClr val="DAE3E9"/>
                      </a:solidFill>
                      <a:prstDash val="solid"/>
                    </a:lnB>
                    <a:solidFill>
                      <a:srgbClr val="102A43"/>
                    </a:solidFill>
                  </a:tcPr>
                </a:tc>
              </a:tr>
              <a:tr h="800100">
                <a:tc>
                  <a:txBody>
                    <a:bodyPr wrap="square" lIns="76200" tIns="76200" rIns="76200" bIns="76200">
                      <a:noAutofit/>
                    </a:bodyPr>
                    <a:lstStyle/>
                    <a:p>
                      <a:r>
                        <a:rPr sz="1875" b="0">
                          <a:solidFill>
                            <a:srgbClr val="102A43"/>
                          </a:solidFill>
                          <a:latin typeface="DejaVu Sans"/>
                          <a:ea typeface="DejaVu Sans"/>
                          <a:cs typeface="DejaVu Sans"/>
                        </a:rPr>
                        <a:t>Record 1 valid</a:t>
                      </a:r>
                    </a:p>
                    <a:p>
                      <a:r>
                        <a:rPr sz="1875" b="0">
                          <a:solidFill>
                            <a:srgbClr val="102A43"/>
                          </a:solidFill>
                          <a:latin typeface="DejaVu Sans"/>
                          <a:ea typeface="DejaVu Sans"/>
                          <a:cs typeface="DejaVu Sans"/>
                        </a:rPr>
                        <a:t>Record 2 malformed</a:t>
                      </a:r>
                    </a:p>
                  </a:txBody>
                  <a:tcPr marL="91440" marR="91440" marT="45720" marB="45720" anchor="ctr">
                    <a:lnL w="7620">
                      <a:solidFill>
                        <a:srgbClr val="DAE3E9"/>
                      </a:solidFill>
                      <a:prstDash val="solid"/>
                    </a:lnL>
                    <a:lnR w="7620">
                      <a:solidFill>
                        <a:srgbClr val="DAE3E9"/>
                      </a:solidFill>
                      <a:prstDash val="solid"/>
                    </a:lnR>
                    <a:lnB w="7620">
                      <a:solidFill>
                        <a:srgbClr val="DAE3E9"/>
                      </a:solidFill>
                      <a:prstDash val="solid"/>
                    </a:lnB>
                    <a:solidFill>
                      <a:srgbClr val="FFFFFF"/>
                    </a:solidFill>
                  </a:tcPr>
                </a:tc>
                <a:tc>
                  <a:txBody>
                    <a:bodyPr wrap="square" lIns="76200" tIns="76200" rIns="76200" bIns="76200">
                      <a:noAutofit/>
                    </a:bodyPr>
                    <a:lstStyle/>
                    <a:p>
                      <a:r>
                        <a:rPr sz="1875" b="0">
                          <a:solidFill>
                            <a:srgbClr val="102A43"/>
                          </a:solidFill>
                          <a:latin typeface="DejaVu Sans"/>
                          <a:ea typeface="DejaVu Sans"/>
                          <a:cs typeface="DejaVu Sans"/>
                        </a:rPr>
                        <a:t>FAILED and quarantine</a:t>
                      </a:r>
                    </a:p>
                  </a:txBody>
                  <a:tcPr marL="91440" marR="91440" marT="45720" marB="45720" anchor="ctr">
                    <a:lnR w="7620">
                      <a:solidFill>
                        <a:srgbClr val="DAE3E9"/>
                      </a:solidFill>
                      <a:prstDash val="solid"/>
                    </a:lnR>
                    <a:lnB w="7620">
                      <a:solidFill>
                        <a:srgbClr val="DAE3E9"/>
                      </a:solidFill>
                      <a:prstDash val="solid"/>
                    </a:lnB>
                    <a:solidFill>
                      <a:srgbClr val="FFFFFF"/>
                    </a:solidFill>
                  </a:tcPr>
                </a:tc>
                <a:tc>
                  <a:txBody>
                    <a:bodyPr wrap="square" lIns="76200" tIns="76200" rIns="76200" bIns="76200">
                      <a:noAutofit/>
                    </a:bodyPr>
                    <a:lstStyle/>
                    <a:p>
                      <a:r>
                        <a:rPr sz="1875" b="0">
                          <a:solidFill>
                            <a:srgbClr val="102A43"/>
                          </a:solidFill>
                          <a:latin typeface="DejaVu Sans"/>
                          <a:ea typeface="DejaVu Sans"/>
                          <a:cs typeface="DejaVu Sans"/>
                        </a:rPr>
                        <a:t>0</a:t>
                      </a:r>
                    </a:p>
                  </a:txBody>
                  <a:tcPr marL="91440" marR="91440" marT="45720" marB="45720" anchor="ctr">
                    <a:lnR w="7620">
                      <a:solidFill>
                        <a:srgbClr val="DAE3E9"/>
                      </a:solidFill>
                      <a:prstDash val="solid"/>
                    </a:lnR>
                    <a:lnB w="7620">
                      <a:solidFill>
                        <a:srgbClr val="DAE3E9"/>
                      </a:solidFill>
                      <a:prstDash val="solid"/>
                    </a:lnB>
                    <a:solidFill>
                      <a:srgbClr val="FFFFFF"/>
                    </a:solidFill>
                  </a:tcPr>
                </a:tc>
              </a:tr>
            </a:tbl>
          </a:graphicData>
        </a:graphic>
      </p:graphicFrame>
      <p:sp>
        <p:nvSpPr>
          <p:cNvPr id="12" name="text-56">
            <a:extLst xmlns:a="http://schemas.openxmlformats.org/drawingml/2006/main">
              <a:ext uri="{FF2B5EF4-FFF2-40B4-BE49-F238E27FC236}">
                <a16:creationId xmlns:a16="http://schemas.microsoft.com/office/drawing/2014/main" id="{DEAF1744-47F4-439B-8D53-B24FC62C161F}"/>
              </a:ext>
            </a:extLst>
          </p:cNvPr>
          <p:cNvSpPr>
            <a:spLocks xmlns:a="http://schemas.openxmlformats.org/drawingml/2006/main" noGrp="1"/>
          </p:cNvSpPr>
          <p:nvPr/>
        </p:nvSpPr>
        <p:spPr>
          <a:xfrm xmlns:a="http://schemas.openxmlformats.org/drawingml/2006/main">
            <a:off x="609600" y="5962650"/>
            <a:ext cx="10858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1">
                <a:solidFill>
                  <a:srgbClr val="007F86"/>
                </a:solidFill>
                <a:latin typeface="DejaVu Sans"/>
                <a:ea typeface="DejaVu Sans"/>
                <a:cs typeface="DejaVu Sans"/>
              </a:defRPr>
            </a:defPPr>
            <a:lvl1pPr algn="l">
              <a:buNone/>
              <a:defRPr sz="1875" b="1">
                <a:solidFill>
                  <a:srgbClr val="007F86"/>
                </a:solidFill>
                <a:latin typeface="DejaVu Sans"/>
                <a:ea typeface="DejaVu Sans"/>
                <a:cs typeface="DejaVu Sans"/>
              </a:defRPr>
            </a:lvl1pPr>
            <a:lvl2pPr algn="l">
              <a:buNone/>
              <a:defRPr sz="1875" b="1">
                <a:solidFill>
                  <a:srgbClr val="007F86"/>
                </a:solidFill>
                <a:latin typeface="DejaVu Sans"/>
                <a:ea typeface="DejaVu Sans"/>
                <a:cs typeface="DejaVu Sans"/>
              </a:defRPr>
            </a:lvl2pPr>
            <a:lvl3pPr algn="l">
              <a:buNone/>
              <a:defRPr sz="1875" b="1">
                <a:solidFill>
                  <a:srgbClr val="007F86"/>
                </a:solidFill>
                <a:latin typeface="DejaVu Sans"/>
                <a:ea typeface="DejaVu Sans"/>
                <a:cs typeface="DejaVu Sans"/>
              </a:defRPr>
            </a:lvl3pPr>
            <a:lvl4pPr algn="l">
              <a:buNone/>
              <a:defRPr sz="1875" b="1">
                <a:solidFill>
                  <a:srgbClr val="007F86"/>
                </a:solidFill>
                <a:latin typeface="DejaVu Sans"/>
                <a:ea typeface="DejaVu Sans"/>
                <a:cs typeface="DejaVu Sans"/>
              </a:defRPr>
            </a:lvl4pPr>
            <a:lvl5pPr algn="l">
              <a:buNone/>
              <a:defRPr sz="1875" b="1">
                <a:solidFill>
                  <a:srgbClr val="007F86"/>
                </a:solidFill>
                <a:latin typeface="DejaVu Sans"/>
                <a:ea typeface="DejaVu Sans"/>
                <a:cs typeface="DejaVu Sans"/>
              </a:defRPr>
            </a:lvl5pPr>
            <a:lvl6pPr algn="l">
              <a:buNone/>
              <a:defRPr sz="1875" b="1">
                <a:solidFill>
                  <a:srgbClr val="007F86"/>
                </a:solidFill>
                <a:latin typeface="DejaVu Sans"/>
                <a:ea typeface="DejaVu Sans"/>
                <a:cs typeface="DejaVu Sans"/>
              </a:defRPr>
            </a:lvl6pPr>
            <a:lvl7pPr algn="l">
              <a:buNone/>
              <a:defRPr sz="1875" b="1">
                <a:solidFill>
                  <a:srgbClr val="007F86"/>
                </a:solidFill>
                <a:latin typeface="DejaVu Sans"/>
                <a:ea typeface="DejaVu Sans"/>
                <a:cs typeface="DejaVu Sans"/>
              </a:defRPr>
            </a:lvl7pPr>
            <a:lvl8pPr algn="l">
              <a:buNone/>
              <a:defRPr sz="1875" b="1">
                <a:solidFill>
                  <a:srgbClr val="007F86"/>
                </a:solidFill>
                <a:latin typeface="DejaVu Sans"/>
                <a:ea typeface="DejaVu Sans"/>
                <a:cs typeface="DejaVu Sans"/>
              </a:defRPr>
            </a:lvl8pPr>
            <a:lvl9pPr algn="l">
              <a:buNone/>
              <a:defRPr sz="1875" b="1">
                <a:solidFill>
                  <a:srgbClr val="007F86"/>
                </a:solidFill>
                <a:latin typeface="DejaVu Sans"/>
                <a:ea typeface="DejaVu Sans"/>
                <a:cs typeface="DejaVu Sans"/>
              </a:defRPr>
            </a:lvl9pPr>
          </a:lstStyle>
          <a:p xmlns:a="http://schemas.openxmlformats.org/drawingml/2006/main">
            <a:pPr algn="l">
              <a:lnSpc>
                <a:spcPct val="115000"/>
              </a:lnSpc>
              <a:buNone/>
              <a:defRPr sz="1875" b="1">
                <a:solidFill>
                  <a:srgbClr val="007F86"/>
                </a:solidFill>
                <a:latin typeface="DejaVu Sans"/>
                <a:ea typeface="DejaVu Sans"/>
                <a:cs typeface="DejaVu Sans"/>
              </a:defRPr>
            </a:pPr>
            <a:r>
              <a:rPr sz="1875" b="1">
                <a:solidFill>
                  <a:srgbClr val="007F86"/>
                </a:solidFill>
                <a:latin typeface="DejaVu Sans"/>
                <a:ea typeface="DejaVu Sans"/>
                <a:cs typeface="DejaVu Sans"/>
              </a:rPr>
              <a:t>Staged records alone never authorize delivery.</a:t>
            </a:r>
          </a:p>
        </p:txBody>
      </p:sp>
    </p:spTree>
    <p:extLst>
      <p:ext uri="{BB962C8B-B14F-4D97-AF65-F5344CB8AC3E}">
        <p14:creationId xmlns:p14="http://schemas.microsoft.com/office/powerpoint/2010/main" val="991297474"/>
      </p:ext>
    </p:extLst>
  </p:cSld>
</p:sld>
</file>

<file path=ppt/slides/slide17.xml><?xml version="1.0" encoding="utf-8"?>
<p:sld xmlns:p="http://schemas.openxmlformats.org/presentationml/2006/main">
  <p:cSld>
    <p:bg>
      <p:bgPr>
        <a:solidFill xmlns:a="http://schemas.openxmlformats.org/drawingml/2006/main">
          <a:srgbClr val="F6F8FA"/>
        </a:solidFill>
      </p:bgPr>
    </p:bg>
    <p:spTree>
      <p:nvGrpSpPr>
        <p:cNvPr id="1" name=""/>
        <p:cNvGrpSpPr/>
        <p:nvPr/>
      </p:nvGrpSpPr>
      <p:grpSpPr>
        <a:xfrm xmlns:a="http://schemas.openxmlformats.org/drawingml/2006/main"/>
      </p:grpSpPr>
      <p:sp>
        <p:nvSpPr>
          <p:cNvPr id="8" name="slide-title">
            <a:extLst xmlns:a="http://schemas.openxmlformats.org/drawingml/2006/main">
              <a:ext uri="{FF2B5EF4-FFF2-40B4-BE49-F238E27FC236}">
                <a16:creationId xmlns:a16="http://schemas.microsoft.com/office/drawing/2014/main" id="{CB95D1D4-6C54-48AB-B782-D05175FBB8F4}"/>
              </a:ext>
            </a:extLst>
          </p:cNvPr>
          <p:cNvSpPr>
            <a:spLocks xmlns:a="http://schemas.openxmlformats.org/drawingml/2006/main" noGrp="1"/>
          </p:cNvSpPr>
          <p:nvPr/>
        </p:nvSpPr>
        <p:spPr>
          <a:xfrm xmlns:a="http://schemas.openxmlformats.org/drawingml/2006/main">
            <a:off x="609600" y="438150"/>
            <a:ext cx="109728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300" b="1">
                <a:solidFill>
                  <a:srgbClr val="102A43"/>
                </a:solidFill>
                <a:latin typeface="DejaVu Sans"/>
                <a:ea typeface="DejaVu Sans"/>
                <a:cs typeface="DejaVu Sans"/>
              </a:defRPr>
            </a:defPPr>
            <a:lvl1pPr algn="l">
              <a:buNone/>
              <a:defRPr sz="3300" b="1">
                <a:solidFill>
                  <a:srgbClr val="102A43"/>
                </a:solidFill>
                <a:latin typeface="DejaVu Sans"/>
                <a:ea typeface="DejaVu Sans"/>
                <a:cs typeface="DejaVu Sans"/>
              </a:defRPr>
            </a:lvl1pPr>
            <a:lvl2pPr algn="l">
              <a:buNone/>
              <a:defRPr sz="3300" b="1">
                <a:solidFill>
                  <a:srgbClr val="102A43"/>
                </a:solidFill>
                <a:latin typeface="DejaVu Sans"/>
                <a:ea typeface="DejaVu Sans"/>
                <a:cs typeface="DejaVu Sans"/>
              </a:defRPr>
            </a:lvl2pPr>
            <a:lvl3pPr algn="l">
              <a:buNone/>
              <a:defRPr sz="3300" b="1">
                <a:solidFill>
                  <a:srgbClr val="102A43"/>
                </a:solidFill>
                <a:latin typeface="DejaVu Sans"/>
                <a:ea typeface="DejaVu Sans"/>
                <a:cs typeface="DejaVu Sans"/>
              </a:defRPr>
            </a:lvl3pPr>
            <a:lvl4pPr algn="l">
              <a:buNone/>
              <a:defRPr sz="3300" b="1">
                <a:solidFill>
                  <a:srgbClr val="102A43"/>
                </a:solidFill>
                <a:latin typeface="DejaVu Sans"/>
                <a:ea typeface="DejaVu Sans"/>
                <a:cs typeface="DejaVu Sans"/>
              </a:defRPr>
            </a:lvl4pPr>
            <a:lvl5pPr algn="l">
              <a:buNone/>
              <a:defRPr sz="3300" b="1">
                <a:solidFill>
                  <a:srgbClr val="102A43"/>
                </a:solidFill>
                <a:latin typeface="DejaVu Sans"/>
                <a:ea typeface="DejaVu Sans"/>
                <a:cs typeface="DejaVu Sans"/>
              </a:defRPr>
            </a:lvl5pPr>
            <a:lvl6pPr algn="l">
              <a:buNone/>
              <a:defRPr sz="3300" b="1">
                <a:solidFill>
                  <a:srgbClr val="102A43"/>
                </a:solidFill>
                <a:latin typeface="DejaVu Sans"/>
                <a:ea typeface="DejaVu Sans"/>
                <a:cs typeface="DejaVu Sans"/>
              </a:defRPr>
            </a:lvl6pPr>
            <a:lvl7pPr algn="l">
              <a:buNone/>
              <a:defRPr sz="3300" b="1">
                <a:solidFill>
                  <a:srgbClr val="102A43"/>
                </a:solidFill>
                <a:latin typeface="DejaVu Sans"/>
                <a:ea typeface="DejaVu Sans"/>
                <a:cs typeface="DejaVu Sans"/>
              </a:defRPr>
            </a:lvl7pPr>
            <a:lvl8pPr algn="l">
              <a:buNone/>
              <a:defRPr sz="3300" b="1">
                <a:solidFill>
                  <a:srgbClr val="102A43"/>
                </a:solidFill>
                <a:latin typeface="DejaVu Sans"/>
                <a:ea typeface="DejaVu Sans"/>
                <a:cs typeface="DejaVu Sans"/>
              </a:defRPr>
            </a:lvl8pPr>
            <a:lvl9pPr algn="l">
              <a:buNone/>
              <a:defRPr sz="3300" b="1">
                <a:solidFill>
                  <a:srgbClr val="102A43"/>
                </a:solidFill>
                <a:latin typeface="DejaVu Sans"/>
                <a:ea typeface="DejaVu Sans"/>
                <a:cs typeface="DejaVu Sans"/>
              </a:defRPr>
            </a:lvl9pPr>
          </a:lstStyle>
          <a:p xmlns:a="http://schemas.openxmlformats.org/drawingml/2006/main">
            <a:pPr algn="l">
              <a:lnSpc>
                <a:spcPct val="115000"/>
              </a:lnSpc>
              <a:buNone/>
              <a:defRPr sz="3300" b="1">
                <a:solidFill>
                  <a:srgbClr val="102A43"/>
                </a:solidFill>
                <a:latin typeface="DejaVu Sans"/>
                <a:ea typeface="DejaVu Sans"/>
                <a:cs typeface="DejaVu Sans"/>
              </a:defRPr>
            </a:pPr>
            <a:r>
              <a:rPr sz="3300" b="1">
                <a:solidFill>
                  <a:srgbClr val="102A43"/>
                </a:solidFill>
                <a:latin typeface="DejaVu Sans"/>
                <a:ea typeface="DejaVu Sans"/>
                <a:cs typeface="DejaVu Sans"/>
              </a:rPr>
              <a:t>Durable member plans</a:t>
            </a:r>
          </a:p>
        </p:txBody>
      </p:sp>
      <p:sp>
        <p:nvSpPr>
          <p:cNvPr id="2" name="text-57">
            <a:extLst xmlns:a="http://schemas.openxmlformats.org/drawingml/2006/main">
              <a:ext uri="{FF2B5EF4-FFF2-40B4-BE49-F238E27FC236}">
                <a16:creationId xmlns:a16="http://schemas.microsoft.com/office/drawing/2014/main" id="{611CE2BB-62A4-4614-A6A1-3CA2045872E6}"/>
              </a:ext>
            </a:extLst>
          </p:cNvPr>
          <p:cNvSpPr>
            <a:spLocks xmlns:a="http://schemas.openxmlformats.org/drawingml/2006/main" noGrp="1"/>
          </p:cNvSpPr>
          <p:nvPr/>
        </p:nvSpPr>
        <p:spPr>
          <a:xfrm xmlns:a="http://schemas.openxmlformats.org/drawingml/2006/main">
            <a:off x="609600" y="1371600"/>
            <a:ext cx="109728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526778"/>
                </a:solidFill>
                <a:latin typeface="DejaVu Sans"/>
                <a:ea typeface="DejaVu Sans"/>
                <a:cs typeface="DejaVu Sans"/>
              </a:defRPr>
            </a:defPPr>
            <a:lvl1pPr algn="l">
              <a:buNone/>
              <a:defRPr sz="1875" b="0">
                <a:solidFill>
                  <a:srgbClr val="526778"/>
                </a:solidFill>
                <a:latin typeface="DejaVu Sans"/>
                <a:ea typeface="DejaVu Sans"/>
                <a:cs typeface="DejaVu Sans"/>
              </a:defRPr>
            </a:lvl1pPr>
            <a:lvl2pPr algn="l">
              <a:buNone/>
              <a:defRPr sz="1875" b="0">
                <a:solidFill>
                  <a:srgbClr val="526778"/>
                </a:solidFill>
                <a:latin typeface="DejaVu Sans"/>
                <a:ea typeface="DejaVu Sans"/>
                <a:cs typeface="DejaVu Sans"/>
              </a:defRPr>
            </a:lvl2pPr>
            <a:lvl3pPr algn="l">
              <a:buNone/>
              <a:defRPr sz="1875" b="0">
                <a:solidFill>
                  <a:srgbClr val="526778"/>
                </a:solidFill>
                <a:latin typeface="DejaVu Sans"/>
                <a:ea typeface="DejaVu Sans"/>
                <a:cs typeface="DejaVu Sans"/>
              </a:defRPr>
            </a:lvl3pPr>
            <a:lvl4pPr algn="l">
              <a:buNone/>
              <a:defRPr sz="1875" b="0">
                <a:solidFill>
                  <a:srgbClr val="526778"/>
                </a:solidFill>
                <a:latin typeface="DejaVu Sans"/>
                <a:ea typeface="DejaVu Sans"/>
                <a:cs typeface="DejaVu Sans"/>
              </a:defRPr>
            </a:lvl4pPr>
            <a:lvl5pPr algn="l">
              <a:buNone/>
              <a:defRPr sz="1875" b="0">
                <a:solidFill>
                  <a:srgbClr val="526778"/>
                </a:solidFill>
                <a:latin typeface="DejaVu Sans"/>
                <a:ea typeface="DejaVu Sans"/>
                <a:cs typeface="DejaVu Sans"/>
              </a:defRPr>
            </a:lvl5pPr>
            <a:lvl6pPr algn="l">
              <a:buNone/>
              <a:defRPr sz="1875" b="0">
                <a:solidFill>
                  <a:srgbClr val="526778"/>
                </a:solidFill>
                <a:latin typeface="DejaVu Sans"/>
                <a:ea typeface="DejaVu Sans"/>
                <a:cs typeface="DejaVu Sans"/>
              </a:defRPr>
            </a:lvl6pPr>
            <a:lvl7pPr algn="l">
              <a:buNone/>
              <a:defRPr sz="1875" b="0">
                <a:solidFill>
                  <a:srgbClr val="526778"/>
                </a:solidFill>
                <a:latin typeface="DejaVu Sans"/>
                <a:ea typeface="DejaVu Sans"/>
                <a:cs typeface="DejaVu Sans"/>
              </a:defRPr>
            </a:lvl7pPr>
            <a:lvl8pPr algn="l">
              <a:buNone/>
              <a:defRPr sz="1875" b="0">
                <a:solidFill>
                  <a:srgbClr val="526778"/>
                </a:solidFill>
                <a:latin typeface="DejaVu Sans"/>
                <a:ea typeface="DejaVu Sans"/>
                <a:cs typeface="DejaVu Sans"/>
              </a:defRPr>
            </a:lvl8pPr>
            <a:lvl9pPr algn="l">
              <a:buNone/>
              <a:defRPr sz="1875" b="0">
                <a:solidFill>
                  <a:srgbClr val="526778"/>
                </a:solidFill>
                <a:latin typeface="DejaVu Sans"/>
                <a:ea typeface="DejaVu Sans"/>
                <a:cs typeface="DejaVu Sans"/>
              </a:defRPr>
            </a:lvl9pPr>
          </a:lstStyle>
          <a:p xmlns:a="http://schemas.openxmlformats.org/drawingml/2006/main">
            <a:pPr algn="l">
              <a:lnSpc>
                <a:spcPct val="115000"/>
              </a:lnSpc>
              <a:buNone/>
              <a:defRPr sz="1875" b="0">
                <a:solidFill>
                  <a:srgbClr val="526778"/>
                </a:solidFill>
                <a:latin typeface="DejaVu Sans"/>
                <a:ea typeface="DejaVu Sans"/>
                <a:cs typeface="DejaVu Sans"/>
              </a:defRPr>
            </a:pPr>
            <a:r>
              <a:rPr sz="1875" b="0">
                <a:solidFill>
                  <a:srgbClr val="526778"/>
                </a:solidFill>
                <a:latin typeface="DejaVu Sans"/>
                <a:ea typeface="DejaVu Sans"/>
                <a:cs typeface="DejaVu Sans"/>
              </a:rPr>
              <a:t>Recovery reuses resolved identities and request bodies.</a:t>
            </a:r>
          </a:p>
        </p:txBody>
      </p:sp>
      <p:sp>
        <p:nvSpPr>
          <p:cNvPr id="3" name="slide-number">
            <a:extLst xmlns:a="http://schemas.openxmlformats.org/drawingml/2006/main">
              <a:ext uri="{FF2B5EF4-FFF2-40B4-BE49-F238E27FC236}">
                <a16:creationId xmlns:a16="http://schemas.microsoft.com/office/drawing/2014/main" id="{B9983A3E-FC08-4CC7-BCDB-81C96C7275F0}"/>
              </a:ext>
            </a:extLst>
          </p:cNvPr>
          <p:cNvSpPr>
            <a:spLocks xmlns:a="http://schemas.openxmlformats.org/drawingml/2006/main" noGrp="1"/>
          </p:cNvSpPr>
          <p:nvPr/>
        </p:nvSpPr>
        <p:spPr>
          <a:xfrm xmlns:a="http://schemas.openxmlformats.org/drawingml/2006/main">
            <a:off x="11182350" y="6391275"/>
            <a:ext cx="4000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275" b="0">
                <a:solidFill>
                  <a:srgbClr val="526778"/>
                </a:solidFill>
                <a:latin typeface="DejaVu Sans"/>
                <a:ea typeface="DejaVu Sans"/>
                <a:cs typeface="DejaVu Sans"/>
              </a:defRPr>
            </a:defPPr>
            <a:lvl1pPr algn="r">
              <a:buNone/>
              <a:defRPr sz="1275" b="0">
                <a:solidFill>
                  <a:srgbClr val="526778"/>
                </a:solidFill>
                <a:latin typeface="DejaVu Sans"/>
                <a:ea typeface="DejaVu Sans"/>
                <a:cs typeface="DejaVu Sans"/>
              </a:defRPr>
            </a:lvl1pPr>
            <a:lvl2pPr algn="r">
              <a:buNone/>
              <a:defRPr sz="1275" b="0">
                <a:solidFill>
                  <a:srgbClr val="526778"/>
                </a:solidFill>
                <a:latin typeface="DejaVu Sans"/>
                <a:ea typeface="DejaVu Sans"/>
                <a:cs typeface="DejaVu Sans"/>
              </a:defRPr>
            </a:lvl2pPr>
            <a:lvl3pPr algn="r">
              <a:buNone/>
              <a:defRPr sz="1275" b="0">
                <a:solidFill>
                  <a:srgbClr val="526778"/>
                </a:solidFill>
                <a:latin typeface="DejaVu Sans"/>
                <a:ea typeface="DejaVu Sans"/>
                <a:cs typeface="DejaVu Sans"/>
              </a:defRPr>
            </a:lvl3pPr>
            <a:lvl4pPr algn="r">
              <a:buNone/>
              <a:defRPr sz="1275" b="0">
                <a:solidFill>
                  <a:srgbClr val="526778"/>
                </a:solidFill>
                <a:latin typeface="DejaVu Sans"/>
                <a:ea typeface="DejaVu Sans"/>
                <a:cs typeface="DejaVu Sans"/>
              </a:defRPr>
            </a:lvl4pPr>
            <a:lvl5pPr algn="r">
              <a:buNone/>
              <a:defRPr sz="1275" b="0">
                <a:solidFill>
                  <a:srgbClr val="526778"/>
                </a:solidFill>
                <a:latin typeface="DejaVu Sans"/>
                <a:ea typeface="DejaVu Sans"/>
                <a:cs typeface="DejaVu Sans"/>
              </a:defRPr>
            </a:lvl5pPr>
            <a:lvl6pPr algn="r">
              <a:buNone/>
              <a:defRPr sz="1275" b="0">
                <a:solidFill>
                  <a:srgbClr val="526778"/>
                </a:solidFill>
                <a:latin typeface="DejaVu Sans"/>
                <a:ea typeface="DejaVu Sans"/>
                <a:cs typeface="DejaVu Sans"/>
              </a:defRPr>
            </a:lvl6pPr>
            <a:lvl7pPr algn="r">
              <a:buNone/>
              <a:defRPr sz="1275" b="0">
                <a:solidFill>
                  <a:srgbClr val="526778"/>
                </a:solidFill>
                <a:latin typeface="DejaVu Sans"/>
                <a:ea typeface="DejaVu Sans"/>
                <a:cs typeface="DejaVu Sans"/>
              </a:defRPr>
            </a:lvl7pPr>
            <a:lvl8pPr algn="r">
              <a:buNone/>
              <a:defRPr sz="1275" b="0">
                <a:solidFill>
                  <a:srgbClr val="526778"/>
                </a:solidFill>
                <a:latin typeface="DejaVu Sans"/>
                <a:ea typeface="DejaVu Sans"/>
                <a:cs typeface="DejaVu Sans"/>
              </a:defRPr>
            </a:lvl8pPr>
            <a:lvl9pPr algn="r">
              <a:buNone/>
              <a:defRPr sz="1275" b="0">
                <a:solidFill>
                  <a:srgbClr val="526778"/>
                </a:solidFill>
                <a:latin typeface="DejaVu Sans"/>
                <a:ea typeface="DejaVu Sans"/>
                <a:cs typeface="DejaVu Sans"/>
              </a:defRPr>
            </a:lvl9pPr>
          </a:lstStyle>
          <a:p xmlns:a="http://schemas.openxmlformats.org/drawingml/2006/main">
            <a:pPr algn="r">
              <a:lnSpc>
                <a:spcPct val="115000"/>
              </a:lnSpc>
              <a:buNone/>
              <a:defRPr sz="1275" b="0">
                <a:solidFill>
                  <a:srgbClr val="526778"/>
                </a:solidFill>
                <a:latin typeface="DejaVu Sans"/>
                <a:ea typeface="DejaVu Sans"/>
                <a:cs typeface="DejaVu Sans"/>
              </a:defRPr>
            </a:pPr>
            <a:r>
              <a:rPr sz="1275" b="0">
                <a:solidFill>
                  <a:srgbClr val="526778"/>
                </a:solidFill>
                <a:latin typeface="DejaVu Sans"/>
                <a:ea typeface="DejaVu Sans"/>
                <a:cs typeface="DejaVu Sans"/>
              </a:rPr>
              <a:t>17</a:t>
            </a:r>
          </a:p>
        </p:txBody>
      </p:sp>
      <p:sp>
        <p:nvSpPr>
          <p:cNvPr id="4" name="text-58">
            <a:extLst xmlns:a="http://schemas.openxmlformats.org/drawingml/2006/main">
              <a:ext uri="{FF2B5EF4-FFF2-40B4-BE49-F238E27FC236}">
                <a16:creationId xmlns:a16="http://schemas.microsoft.com/office/drawing/2014/main" id="{182EE674-7A08-4E1E-80B5-6E2CDDD701F6}"/>
              </a:ext>
            </a:extLst>
          </p:cNvPr>
          <p:cNvSpPr>
            <a:spLocks xmlns:a="http://schemas.openxmlformats.org/drawingml/2006/main" noGrp="1"/>
          </p:cNvSpPr>
          <p:nvPr/>
        </p:nvSpPr>
        <p:spPr>
          <a:xfrm xmlns:a="http://schemas.openxmlformats.org/drawingml/2006/main">
            <a:off x="609600" y="2028825"/>
            <a:ext cx="7096125" cy="409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102A43"/>
                </a:solidFill>
                <a:latin typeface="DejaVu Sans Mono"/>
                <a:ea typeface="DejaVu Sans Mono"/>
                <a:cs typeface="DejaVu Sans Mono"/>
              </a:defRPr>
            </a:defPPr>
            <a:lvl1pPr algn="l">
              <a:buNone/>
              <a:defRPr sz="1875" b="0">
                <a:solidFill>
                  <a:srgbClr val="102A43"/>
                </a:solidFill>
                <a:latin typeface="DejaVu Sans Mono"/>
                <a:ea typeface="DejaVu Sans Mono"/>
                <a:cs typeface="DejaVu Sans Mono"/>
              </a:defRPr>
            </a:lvl1pPr>
            <a:lvl2pPr algn="l">
              <a:buNone/>
              <a:defRPr sz="1875" b="0">
                <a:solidFill>
                  <a:srgbClr val="102A43"/>
                </a:solidFill>
                <a:latin typeface="DejaVu Sans Mono"/>
                <a:ea typeface="DejaVu Sans Mono"/>
                <a:cs typeface="DejaVu Sans Mono"/>
              </a:defRPr>
            </a:lvl2pPr>
            <a:lvl3pPr algn="l">
              <a:buNone/>
              <a:defRPr sz="1875" b="0">
                <a:solidFill>
                  <a:srgbClr val="102A43"/>
                </a:solidFill>
                <a:latin typeface="DejaVu Sans Mono"/>
                <a:ea typeface="DejaVu Sans Mono"/>
                <a:cs typeface="DejaVu Sans Mono"/>
              </a:defRPr>
            </a:lvl3pPr>
            <a:lvl4pPr algn="l">
              <a:buNone/>
              <a:defRPr sz="1875" b="0">
                <a:solidFill>
                  <a:srgbClr val="102A43"/>
                </a:solidFill>
                <a:latin typeface="DejaVu Sans Mono"/>
                <a:ea typeface="DejaVu Sans Mono"/>
                <a:cs typeface="DejaVu Sans Mono"/>
              </a:defRPr>
            </a:lvl4pPr>
            <a:lvl5pPr algn="l">
              <a:buNone/>
              <a:defRPr sz="1875" b="0">
                <a:solidFill>
                  <a:srgbClr val="102A43"/>
                </a:solidFill>
                <a:latin typeface="DejaVu Sans Mono"/>
                <a:ea typeface="DejaVu Sans Mono"/>
                <a:cs typeface="DejaVu Sans Mono"/>
              </a:defRPr>
            </a:lvl5pPr>
            <a:lvl6pPr algn="l">
              <a:buNone/>
              <a:defRPr sz="1875" b="0">
                <a:solidFill>
                  <a:srgbClr val="102A43"/>
                </a:solidFill>
                <a:latin typeface="DejaVu Sans Mono"/>
                <a:ea typeface="DejaVu Sans Mono"/>
                <a:cs typeface="DejaVu Sans Mono"/>
              </a:defRPr>
            </a:lvl6pPr>
            <a:lvl7pPr algn="l">
              <a:buNone/>
              <a:defRPr sz="1875" b="0">
                <a:solidFill>
                  <a:srgbClr val="102A43"/>
                </a:solidFill>
                <a:latin typeface="DejaVu Sans Mono"/>
                <a:ea typeface="DejaVu Sans Mono"/>
                <a:cs typeface="DejaVu Sans Mono"/>
              </a:defRPr>
            </a:lvl7pPr>
            <a:lvl8pPr algn="l">
              <a:buNone/>
              <a:defRPr sz="1875" b="0">
                <a:solidFill>
                  <a:srgbClr val="102A43"/>
                </a:solidFill>
                <a:latin typeface="DejaVu Sans Mono"/>
                <a:ea typeface="DejaVu Sans Mono"/>
                <a:cs typeface="DejaVu Sans Mono"/>
              </a:defRPr>
            </a:lvl8pPr>
            <a:lvl9pPr algn="l">
              <a:buNone/>
              <a:defRPr sz="1875" b="0">
                <a:solidFill>
                  <a:srgbClr val="102A43"/>
                </a:solidFill>
                <a:latin typeface="DejaVu Sans Mono"/>
                <a:ea typeface="DejaVu Sans Mono"/>
                <a:cs typeface="DejaVu Sans Mono"/>
              </a:defRPr>
            </a:lvl9pPr>
          </a:lstStyle>
          <a:p xmlns:a="http://schemas.openxmlformats.org/drawingml/2006/main">
            <a:pPr algn="l">
              <a:lnSpc>
                <a:spcPct val="115000"/>
              </a:lnSpc>
              <a:buNone/>
              <a:defRPr sz="1875" b="0">
                <a:solidFill>
                  <a:srgbClr val="102A43"/>
                </a:solidFill>
                <a:latin typeface="DejaVu Sans Mono"/>
                <a:ea typeface="DejaVu Sans Mono"/>
                <a:cs typeface="DejaVu Sans Mono"/>
              </a:defRPr>
            </a:pPr>
            <a:r>
              <a:rPr sz="1875" b="0">
                <a:solidFill>
                  <a:srgbClr val="102A43"/>
                </a:solidFill>
                <a:latin typeface="DejaVu Sans Mono"/>
                <a:ea typeface="DejaVu Sans Mono"/>
                <a:cs typeface="DejaVu Sans Mono"/>
              </a:rPr>
              <a:t>consent_plan</a:t>
            </a:r>
          </a:p>
          <a:p xmlns:a="http://schemas.openxmlformats.org/drawingml/2006/main">
            <a:pPr algn="l">
              <a:lnSpc>
                <a:spcPct val="115000"/>
              </a:lnSpc>
              <a:buNone/>
              <a:defRPr sz="1875" b="0">
                <a:solidFill>
                  <a:srgbClr val="102A43"/>
                </a:solidFill>
                <a:latin typeface="DejaVu Sans Mono"/>
                <a:ea typeface="DejaVu Sans Mono"/>
                <a:cs typeface="DejaVu Sans Mono"/>
              </a:defRPr>
            </a:pPr>
            <a:r>
              <a:rPr sz="1875" b="0">
                <a:solidFill>
                  <a:srgbClr val="102A43"/>
                </a:solidFill>
                <a:latin typeface="DejaVu Sans Mono"/>
                <a:ea typeface="DejaVu Sans Mono"/>
                <a:cs typeface="DejaVu Sans Mono"/>
              </a:rPr>
              <a:t>  key: run_id + source_record</a:t>
            </a:r>
          </a:p>
          <a:p xmlns:a="http://schemas.openxmlformats.org/drawingml/2006/main">
            <a:pPr algn="l">
              <a:lnSpc>
                <a:spcPct val="115000"/>
              </a:lnSpc>
              <a:buNone/>
              <a:defRPr sz="1875" b="0">
                <a:solidFill>
                  <a:srgbClr val="102A43"/>
                </a:solidFill>
                <a:latin typeface="DejaVu Sans Mono"/>
                <a:ea typeface="DejaVu Sans Mono"/>
                <a:cs typeface="DejaVu Sans Mono"/>
              </a:defRPr>
            </a:pPr>
            <a:r>
              <a:rPr sz="1875" b="0">
                <a:solidFill>
                  <a:srgbClr val="102A43"/>
                </a:solidFill>
                <a:latin typeface="DejaVu Sans Mono"/>
                <a:ea typeface="DejaVu Sans Mono"/>
                <a:cs typeface="DejaVu Sans Mono"/>
              </a:rPr>
              <a:t>  entries: [PCDS?, P2PDS?]</a:t>
            </a:r>
          </a:p>
          <a:p xmlns:a="http://schemas.openxmlformats.org/drawingml/2006/main">
            <a:pPr algn="l">
              <a:lnSpc>
                <a:spcPct val="115000"/>
              </a:lnSpc>
              <a:buNone/>
              <a:defRPr sz="1875" b="0">
                <a:solidFill>
                  <a:srgbClr val="102A43"/>
                </a:solidFill>
                <a:latin typeface="DejaVu Sans Mono"/>
                <a:ea typeface="DejaVu Sans Mono"/>
                <a:cs typeface="DejaVu Sans Mono"/>
              </a:defRPr>
            </a:pPr>
          </a:p>
          <a:p xmlns:a="http://schemas.openxmlformats.org/drawingml/2006/main">
            <a:pPr algn="l">
              <a:lnSpc>
                <a:spcPct val="115000"/>
              </a:lnSpc>
              <a:buNone/>
              <a:defRPr sz="1875" b="0">
                <a:solidFill>
                  <a:srgbClr val="102A43"/>
                </a:solidFill>
                <a:latin typeface="DejaVu Sans Mono"/>
                <a:ea typeface="DejaVu Sans Mono"/>
                <a:cs typeface="DejaVu Sans Mono"/>
              </a:defRPr>
            </a:pPr>
            <a:r>
              <a:rPr sz="1875" b="0">
                <a:solidFill>
                  <a:srgbClr val="102A43"/>
                </a:solidFill>
                <a:latin typeface="DejaVu Sans Mono"/>
                <a:ea typeface="DejaVu Sans Mono"/>
                <a:cs typeface="DejaVu Sans Mono"/>
              </a:rPr>
              <a:t>ingestion_request</a:t>
            </a:r>
          </a:p>
          <a:p xmlns:a="http://schemas.openxmlformats.org/drawingml/2006/main">
            <a:pPr algn="l">
              <a:lnSpc>
                <a:spcPct val="115000"/>
              </a:lnSpc>
              <a:buNone/>
              <a:defRPr sz="1875" b="0">
                <a:solidFill>
                  <a:srgbClr val="102A43"/>
                </a:solidFill>
                <a:latin typeface="DejaVu Sans Mono"/>
                <a:ea typeface="DejaVu Sans Mono"/>
                <a:cs typeface="DejaVu Sans Mono"/>
              </a:defRPr>
            </a:pPr>
            <a:r>
              <a:rPr sz="1875" b="0">
                <a:solidFill>
                  <a:srgbClr val="102A43"/>
                </a:solidFill>
                <a:latin typeface="DejaVu Sans Mono"/>
                <a:ea typeface="DejaVu Sans Mono"/>
                <a:cs typeface="DejaVu Sans Mono"/>
              </a:rPr>
              <a:t>  key: run_id + request_number</a:t>
            </a:r>
          </a:p>
          <a:p xmlns:a="http://schemas.openxmlformats.org/drawingml/2006/main">
            <a:pPr algn="l">
              <a:lnSpc>
                <a:spcPct val="115000"/>
              </a:lnSpc>
              <a:buNone/>
              <a:defRPr sz="1875" b="0">
                <a:solidFill>
                  <a:srgbClr val="102A43"/>
                </a:solidFill>
                <a:latin typeface="DejaVu Sans Mono"/>
                <a:ea typeface="DejaVu Sans Mono"/>
                <a:cs typeface="DejaVu Sans Mono"/>
              </a:defRPr>
            </a:pPr>
            <a:r>
              <a:rPr sz="1875" b="0">
                <a:solidFill>
                  <a:srgbClr val="102A43"/>
                </a:solidFill>
                <a:latin typeface="DejaVu Sans Mono"/>
                <a:ea typeface="DejaVu Sans Mono"/>
                <a:cs typeface="DejaVu Sans Mono"/>
              </a:rPr>
              <a:t>  source_record</a:t>
            </a:r>
          </a:p>
          <a:p xmlns:a="http://schemas.openxmlformats.org/drawingml/2006/main">
            <a:pPr algn="l">
              <a:lnSpc>
                <a:spcPct val="115000"/>
              </a:lnSpc>
              <a:buNone/>
              <a:defRPr sz="1875" b="0">
                <a:solidFill>
                  <a:srgbClr val="102A43"/>
                </a:solidFill>
                <a:latin typeface="DejaVu Sans Mono"/>
                <a:ea typeface="DejaVu Sans Mono"/>
                <a:cs typeface="DejaVu Sans Mono"/>
              </a:defRPr>
            </a:pPr>
            <a:r>
              <a:rPr sz="1875" b="0">
                <a:solidFill>
                  <a:srgbClr val="102A43"/>
                </a:solidFill>
                <a:latin typeface="DejaVu Sans Mono"/>
                <a:ea typeface="DejaVu Sans Mono"/>
                <a:cs typeface="DejaVu Sans Mono"/>
              </a:rPr>
              <a:t>  payload: one member array</a:t>
            </a:r>
          </a:p>
        </p:txBody>
      </p:sp>
      <p:sp>
        <p:nvSpPr>
          <p:cNvPr id="5" name="text-59">
            <a:extLst xmlns:a="http://schemas.openxmlformats.org/drawingml/2006/main">
              <a:ext uri="{FF2B5EF4-FFF2-40B4-BE49-F238E27FC236}">
                <a16:creationId xmlns:a16="http://schemas.microsoft.com/office/drawing/2014/main" id="{21646F05-1E85-4AE2-8EF5-C71CAFEC045D}"/>
              </a:ext>
            </a:extLst>
          </p:cNvPr>
          <p:cNvSpPr>
            <a:spLocks xmlns:a="http://schemas.openxmlformats.org/drawingml/2006/main" noGrp="1"/>
          </p:cNvSpPr>
          <p:nvPr/>
        </p:nvSpPr>
        <p:spPr>
          <a:xfrm xmlns:a="http://schemas.openxmlformats.org/drawingml/2006/main">
            <a:off x="8172450" y="2057400"/>
            <a:ext cx="3371850" cy="971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102A43"/>
                </a:solidFill>
                <a:latin typeface="DejaVu Sans"/>
                <a:ea typeface="DejaVu Sans"/>
                <a:cs typeface="DejaVu Sans"/>
              </a:defRPr>
            </a:defPPr>
            <a:lvl1pPr algn="l">
              <a:buNone/>
              <a:defRPr sz="1875" b="0">
                <a:solidFill>
                  <a:srgbClr val="102A43"/>
                </a:solidFill>
                <a:latin typeface="DejaVu Sans"/>
                <a:ea typeface="DejaVu Sans"/>
                <a:cs typeface="DejaVu Sans"/>
              </a:defRPr>
            </a:lvl1pPr>
            <a:lvl2pPr algn="l">
              <a:buNone/>
              <a:defRPr sz="1875" b="0">
                <a:solidFill>
                  <a:srgbClr val="102A43"/>
                </a:solidFill>
                <a:latin typeface="DejaVu Sans"/>
                <a:ea typeface="DejaVu Sans"/>
                <a:cs typeface="DejaVu Sans"/>
              </a:defRPr>
            </a:lvl2pPr>
            <a:lvl3pPr algn="l">
              <a:buNone/>
              <a:defRPr sz="1875" b="0">
                <a:solidFill>
                  <a:srgbClr val="102A43"/>
                </a:solidFill>
                <a:latin typeface="DejaVu Sans"/>
                <a:ea typeface="DejaVu Sans"/>
                <a:cs typeface="DejaVu Sans"/>
              </a:defRPr>
            </a:lvl3pPr>
            <a:lvl4pPr algn="l">
              <a:buNone/>
              <a:defRPr sz="1875" b="0">
                <a:solidFill>
                  <a:srgbClr val="102A43"/>
                </a:solidFill>
                <a:latin typeface="DejaVu Sans"/>
                <a:ea typeface="DejaVu Sans"/>
                <a:cs typeface="DejaVu Sans"/>
              </a:defRPr>
            </a:lvl4pPr>
            <a:lvl5pPr algn="l">
              <a:buNone/>
              <a:defRPr sz="1875" b="0">
                <a:solidFill>
                  <a:srgbClr val="102A43"/>
                </a:solidFill>
                <a:latin typeface="DejaVu Sans"/>
                <a:ea typeface="DejaVu Sans"/>
                <a:cs typeface="DejaVu Sans"/>
              </a:defRPr>
            </a:lvl5pPr>
            <a:lvl6pPr algn="l">
              <a:buNone/>
              <a:defRPr sz="1875" b="0">
                <a:solidFill>
                  <a:srgbClr val="102A43"/>
                </a:solidFill>
                <a:latin typeface="DejaVu Sans"/>
                <a:ea typeface="DejaVu Sans"/>
                <a:cs typeface="DejaVu Sans"/>
              </a:defRPr>
            </a:lvl6pPr>
            <a:lvl7pPr algn="l">
              <a:buNone/>
              <a:defRPr sz="1875" b="0">
                <a:solidFill>
                  <a:srgbClr val="102A43"/>
                </a:solidFill>
                <a:latin typeface="DejaVu Sans"/>
                <a:ea typeface="DejaVu Sans"/>
                <a:cs typeface="DejaVu Sans"/>
              </a:defRPr>
            </a:lvl7pPr>
            <a:lvl8pPr algn="l">
              <a:buNone/>
              <a:defRPr sz="1875" b="0">
                <a:solidFill>
                  <a:srgbClr val="102A43"/>
                </a:solidFill>
                <a:latin typeface="DejaVu Sans"/>
                <a:ea typeface="DejaVu Sans"/>
                <a:cs typeface="DejaVu Sans"/>
              </a:defRPr>
            </a:lvl8pPr>
            <a:lvl9pPr algn="l">
              <a:buNone/>
              <a:defRPr sz="1875" b="0">
                <a:solidFill>
                  <a:srgbClr val="102A43"/>
                </a:solidFill>
                <a:latin typeface="DejaVu Sans"/>
                <a:ea typeface="DejaVu Sans"/>
                <a:cs typeface="DejaVu Sans"/>
              </a:defRPr>
            </a:lvl9pPr>
          </a:lstStyle>
          <a:p xmlns:a="http://schemas.openxmlformats.org/drawingml/2006/main">
            <a:pPr algn="l">
              <a:lnSpc>
                <a:spcPct val="115000"/>
              </a:lnSpc>
              <a:buNone/>
              <a:defRPr sz="1875" b="0">
                <a:solidFill>
                  <a:srgbClr val="102A43"/>
                </a:solidFill>
                <a:latin typeface="DejaVu Sans"/>
                <a:ea typeface="DejaVu Sans"/>
                <a:cs typeface="DejaVu Sans"/>
              </a:defRPr>
            </a:pPr>
            <a:r>
              <a:rPr sz="1875" b="0">
                <a:solidFill>
                  <a:srgbClr val="102A43"/>
                </a:solidFill>
                <a:latin typeface="DejaVu Sans"/>
                <a:ea typeface="DejaVu Sans"/>
                <a:cs typeface="DejaVu Sans"/>
              </a:rPr>
              <a:t>Freeze the plan before staging requests</a:t>
            </a:r>
          </a:p>
        </p:txBody>
      </p:sp>
      <p:sp>
        <p:nvSpPr>
          <p:cNvPr id="6" name="text-60">
            <a:extLst xmlns:a="http://schemas.openxmlformats.org/drawingml/2006/main">
              <a:ext uri="{FF2B5EF4-FFF2-40B4-BE49-F238E27FC236}">
                <a16:creationId xmlns:a16="http://schemas.microsoft.com/office/drawing/2014/main" id="{1B0FAC3E-3540-496A-81E9-E0EDFF0B2A02}"/>
              </a:ext>
            </a:extLst>
          </p:cNvPr>
          <p:cNvSpPr>
            <a:spLocks xmlns:a="http://schemas.openxmlformats.org/drawingml/2006/main" noGrp="1"/>
          </p:cNvSpPr>
          <p:nvPr/>
        </p:nvSpPr>
        <p:spPr>
          <a:xfrm xmlns:a="http://schemas.openxmlformats.org/drawingml/2006/main">
            <a:off x="8172450" y="3162300"/>
            <a:ext cx="3371850" cy="971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102A43"/>
                </a:solidFill>
                <a:latin typeface="DejaVu Sans"/>
                <a:ea typeface="DejaVu Sans"/>
                <a:cs typeface="DejaVu Sans"/>
              </a:defRPr>
            </a:defPPr>
            <a:lvl1pPr algn="l">
              <a:buNone/>
              <a:defRPr sz="1875" b="0">
                <a:solidFill>
                  <a:srgbClr val="102A43"/>
                </a:solidFill>
                <a:latin typeface="DejaVu Sans"/>
                <a:ea typeface="DejaVu Sans"/>
                <a:cs typeface="DejaVu Sans"/>
              </a:defRPr>
            </a:lvl1pPr>
            <a:lvl2pPr algn="l">
              <a:buNone/>
              <a:defRPr sz="1875" b="0">
                <a:solidFill>
                  <a:srgbClr val="102A43"/>
                </a:solidFill>
                <a:latin typeface="DejaVu Sans"/>
                <a:ea typeface="DejaVu Sans"/>
                <a:cs typeface="DejaVu Sans"/>
              </a:defRPr>
            </a:lvl2pPr>
            <a:lvl3pPr algn="l">
              <a:buNone/>
              <a:defRPr sz="1875" b="0">
                <a:solidFill>
                  <a:srgbClr val="102A43"/>
                </a:solidFill>
                <a:latin typeface="DejaVu Sans"/>
                <a:ea typeface="DejaVu Sans"/>
                <a:cs typeface="DejaVu Sans"/>
              </a:defRPr>
            </a:lvl3pPr>
            <a:lvl4pPr algn="l">
              <a:buNone/>
              <a:defRPr sz="1875" b="0">
                <a:solidFill>
                  <a:srgbClr val="102A43"/>
                </a:solidFill>
                <a:latin typeface="DejaVu Sans"/>
                <a:ea typeface="DejaVu Sans"/>
                <a:cs typeface="DejaVu Sans"/>
              </a:defRPr>
            </a:lvl4pPr>
            <a:lvl5pPr algn="l">
              <a:buNone/>
              <a:defRPr sz="1875" b="0">
                <a:solidFill>
                  <a:srgbClr val="102A43"/>
                </a:solidFill>
                <a:latin typeface="DejaVu Sans"/>
                <a:ea typeface="DejaVu Sans"/>
                <a:cs typeface="DejaVu Sans"/>
              </a:defRPr>
            </a:lvl5pPr>
            <a:lvl6pPr algn="l">
              <a:buNone/>
              <a:defRPr sz="1875" b="0">
                <a:solidFill>
                  <a:srgbClr val="102A43"/>
                </a:solidFill>
                <a:latin typeface="DejaVu Sans"/>
                <a:ea typeface="DejaVu Sans"/>
                <a:cs typeface="DejaVu Sans"/>
              </a:defRPr>
            </a:lvl6pPr>
            <a:lvl7pPr algn="l">
              <a:buNone/>
              <a:defRPr sz="1875" b="0">
                <a:solidFill>
                  <a:srgbClr val="102A43"/>
                </a:solidFill>
                <a:latin typeface="DejaVu Sans"/>
                <a:ea typeface="DejaVu Sans"/>
                <a:cs typeface="DejaVu Sans"/>
              </a:defRPr>
            </a:lvl7pPr>
            <a:lvl8pPr algn="l">
              <a:buNone/>
              <a:defRPr sz="1875" b="0">
                <a:solidFill>
                  <a:srgbClr val="102A43"/>
                </a:solidFill>
                <a:latin typeface="DejaVu Sans"/>
                <a:ea typeface="DejaVu Sans"/>
                <a:cs typeface="DejaVu Sans"/>
              </a:defRPr>
            </a:lvl8pPr>
            <a:lvl9pPr algn="l">
              <a:buNone/>
              <a:defRPr sz="1875" b="0">
                <a:solidFill>
                  <a:srgbClr val="102A43"/>
                </a:solidFill>
                <a:latin typeface="DejaVu Sans"/>
                <a:ea typeface="DejaVu Sans"/>
                <a:cs typeface="DejaVu Sans"/>
              </a:defRPr>
            </a:lvl9pPr>
          </a:lstStyle>
          <a:p xmlns:a="http://schemas.openxmlformats.org/drawingml/2006/main">
            <a:pPr algn="l">
              <a:lnSpc>
                <a:spcPct val="115000"/>
              </a:lnSpc>
              <a:buNone/>
              <a:defRPr sz="1875" b="0">
                <a:solidFill>
                  <a:srgbClr val="102A43"/>
                </a:solidFill>
                <a:latin typeface="DejaVu Sans"/>
                <a:ea typeface="DejaVu Sans"/>
                <a:cs typeface="DejaVu Sans"/>
              </a:defRPr>
            </a:pPr>
            <a:r>
              <a:rPr sz="1875" b="0">
                <a:solidFill>
                  <a:srgbClr val="102A43"/>
                </a:solidFill>
                <a:latin typeface="DejaVu Sans"/>
                <a:ea typeface="DejaVu Sans"/>
                <a:cs typeface="DejaVu Sans"/>
              </a:rPr>
              <a:t>STAGING recovery reuses saved plans</a:t>
            </a:r>
          </a:p>
        </p:txBody>
      </p:sp>
      <p:sp>
        <p:nvSpPr>
          <p:cNvPr id="7" name="text-61">
            <a:extLst xmlns:a="http://schemas.openxmlformats.org/drawingml/2006/main">
              <a:ext uri="{FF2B5EF4-FFF2-40B4-BE49-F238E27FC236}">
                <a16:creationId xmlns:a16="http://schemas.microsoft.com/office/drawing/2014/main" id="{9C95267A-D001-4572-BD11-9EC1038497ED}"/>
              </a:ext>
            </a:extLst>
          </p:cNvPr>
          <p:cNvSpPr>
            <a:spLocks xmlns:a="http://schemas.openxmlformats.org/drawingml/2006/main" noGrp="1"/>
          </p:cNvSpPr>
          <p:nvPr/>
        </p:nvSpPr>
        <p:spPr>
          <a:xfrm xmlns:a="http://schemas.openxmlformats.org/drawingml/2006/main">
            <a:off x="8172450" y="4267200"/>
            <a:ext cx="3371850" cy="971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102A43"/>
                </a:solidFill>
                <a:latin typeface="DejaVu Sans"/>
                <a:ea typeface="DejaVu Sans"/>
                <a:cs typeface="DejaVu Sans"/>
              </a:defRPr>
            </a:defPPr>
            <a:lvl1pPr algn="l">
              <a:buNone/>
              <a:defRPr sz="1875" b="0">
                <a:solidFill>
                  <a:srgbClr val="102A43"/>
                </a:solidFill>
                <a:latin typeface="DejaVu Sans"/>
                <a:ea typeface="DejaVu Sans"/>
                <a:cs typeface="DejaVu Sans"/>
              </a:defRPr>
            </a:lvl1pPr>
            <a:lvl2pPr algn="l">
              <a:buNone/>
              <a:defRPr sz="1875" b="0">
                <a:solidFill>
                  <a:srgbClr val="102A43"/>
                </a:solidFill>
                <a:latin typeface="DejaVu Sans"/>
                <a:ea typeface="DejaVu Sans"/>
                <a:cs typeface="DejaVu Sans"/>
              </a:defRPr>
            </a:lvl2pPr>
            <a:lvl3pPr algn="l">
              <a:buNone/>
              <a:defRPr sz="1875" b="0">
                <a:solidFill>
                  <a:srgbClr val="102A43"/>
                </a:solidFill>
                <a:latin typeface="DejaVu Sans"/>
                <a:ea typeface="DejaVu Sans"/>
                <a:cs typeface="DejaVu Sans"/>
              </a:defRPr>
            </a:lvl3pPr>
            <a:lvl4pPr algn="l">
              <a:buNone/>
              <a:defRPr sz="1875" b="0">
                <a:solidFill>
                  <a:srgbClr val="102A43"/>
                </a:solidFill>
                <a:latin typeface="DejaVu Sans"/>
                <a:ea typeface="DejaVu Sans"/>
                <a:cs typeface="DejaVu Sans"/>
              </a:defRPr>
            </a:lvl4pPr>
            <a:lvl5pPr algn="l">
              <a:buNone/>
              <a:defRPr sz="1875" b="0">
                <a:solidFill>
                  <a:srgbClr val="102A43"/>
                </a:solidFill>
                <a:latin typeface="DejaVu Sans"/>
                <a:ea typeface="DejaVu Sans"/>
                <a:cs typeface="DejaVu Sans"/>
              </a:defRPr>
            </a:lvl5pPr>
            <a:lvl6pPr algn="l">
              <a:buNone/>
              <a:defRPr sz="1875" b="0">
                <a:solidFill>
                  <a:srgbClr val="102A43"/>
                </a:solidFill>
                <a:latin typeface="DejaVu Sans"/>
                <a:ea typeface="DejaVu Sans"/>
                <a:cs typeface="DejaVu Sans"/>
              </a:defRPr>
            </a:lvl6pPr>
            <a:lvl7pPr algn="l">
              <a:buNone/>
              <a:defRPr sz="1875" b="0">
                <a:solidFill>
                  <a:srgbClr val="102A43"/>
                </a:solidFill>
                <a:latin typeface="DejaVu Sans"/>
                <a:ea typeface="DejaVu Sans"/>
                <a:cs typeface="DejaVu Sans"/>
              </a:defRPr>
            </a:lvl7pPr>
            <a:lvl8pPr algn="l">
              <a:buNone/>
              <a:defRPr sz="1875" b="0">
                <a:solidFill>
                  <a:srgbClr val="102A43"/>
                </a:solidFill>
                <a:latin typeface="DejaVu Sans"/>
                <a:ea typeface="DejaVu Sans"/>
                <a:cs typeface="DejaVu Sans"/>
              </a:defRPr>
            </a:lvl8pPr>
            <a:lvl9pPr algn="l">
              <a:buNone/>
              <a:defRPr sz="1875" b="0">
                <a:solidFill>
                  <a:srgbClr val="102A43"/>
                </a:solidFill>
                <a:latin typeface="DejaVu Sans"/>
                <a:ea typeface="DejaVu Sans"/>
                <a:cs typeface="DejaVu Sans"/>
              </a:defRPr>
            </a:lvl9pPr>
          </a:lstStyle>
          <a:p xmlns:a="http://schemas.openxmlformats.org/drawingml/2006/main">
            <a:pPr algn="l">
              <a:lnSpc>
                <a:spcPct val="115000"/>
              </a:lnSpc>
              <a:buNone/>
              <a:defRPr sz="1875" b="0">
                <a:solidFill>
                  <a:srgbClr val="102A43"/>
                </a:solidFill>
                <a:latin typeface="DejaVu Sans"/>
                <a:ea typeface="DejaVu Sans"/>
                <a:cs typeface="DejaVu Sans"/>
              </a:defRPr>
            </a:pPr>
            <a:r>
              <a:rPr sz="1875" b="0">
                <a:solidFill>
                  <a:srgbClr val="102A43"/>
                </a:solidFill>
                <a:latin typeface="DejaVu Sans"/>
                <a:ea typeface="DejaVu Sans"/>
                <a:cs typeface="DejaVu Sans"/>
              </a:rPr>
              <a:t>READY delivery never calls lookup again</a:t>
            </a:r>
          </a:p>
        </p:txBody>
      </p:sp>
    </p:spTree>
    <p:extLst>
      <p:ext uri="{BB962C8B-B14F-4D97-AF65-F5344CB8AC3E}">
        <p14:creationId xmlns:p14="http://schemas.microsoft.com/office/powerpoint/2010/main" val="2078909256"/>
      </p:ext>
    </p:extLst>
  </p:cSld>
</p:sld>
</file>

<file path=ppt/slides/slide18.xml><?xml version="1.0" encoding="utf-8"?>
<p:sld xmlns:p="http://schemas.openxmlformats.org/presentationml/2006/main">
  <p:cSld>
    <p:bg>
      <p:bgPr>
        <a:solidFill xmlns:a="http://schemas.openxmlformats.org/drawingml/2006/main">
          <a:srgbClr val="F6F8FA"/>
        </a:solidFill>
      </p:bgPr>
    </p:bg>
    <p:spTree>
      <p:nvGrpSpPr>
        <p:cNvPr id="1" name=""/>
        <p:cNvGrpSpPr/>
        <p:nvPr/>
      </p:nvGrpSpPr>
      <p:grpSpPr>
        <a:xfrm xmlns:a="http://schemas.openxmlformats.org/drawingml/2006/main"/>
      </p:grpSpPr>
      <p:sp>
        <p:nvSpPr>
          <p:cNvPr id="8" name="slide-title">
            <a:extLst xmlns:a="http://schemas.openxmlformats.org/drawingml/2006/main">
              <a:ext uri="{FF2B5EF4-FFF2-40B4-BE49-F238E27FC236}">
                <a16:creationId xmlns:a16="http://schemas.microsoft.com/office/drawing/2014/main" id="{1C03D3E9-54E0-4332-998E-AE035A6A3755}"/>
              </a:ext>
            </a:extLst>
          </p:cNvPr>
          <p:cNvSpPr>
            <a:spLocks xmlns:a="http://schemas.openxmlformats.org/drawingml/2006/main" noGrp="1"/>
          </p:cNvSpPr>
          <p:nvPr/>
        </p:nvSpPr>
        <p:spPr>
          <a:xfrm xmlns:a="http://schemas.openxmlformats.org/drawingml/2006/main">
            <a:off x="609600" y="438150"/>
            <a:ext cx="109728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300" b="1">
                <a:solidFill>
                  <a:srgbClr val="102A43"/>
                </a:solidFill>
                <a:latin typeface="DejaVu Sans"/>
                <a:ea typeface="DejaVu Sans"/>
                <a:cs typeface="DejaVu Sans"/>
              </a:defRPr>
            </a:defPPr>
            <a:lvl1pPr algn="l">
              <a:buNone/>
              <a:defRPr sz="3300" b="1">
                <a:solidFill>
                  <a:srgbClr val="102A43"/>
                </a:solidFill>
                <a:latin typeface="DejaVu Sans"/>
                <a:ea typeface="DejaVu Sans"/>
                <a:cs typeface="DejaVu Sans"/>
              </a:defRPr>
            </a:lvl1pPr>
            <a:lvl2pPr algn="l">
              <a:buNone/>
              <a:defRPr sz="3300" b="1">
                <a:solidFill>
                  <a:srgbClr val="102A43"/>
                </a:solidFill>
                <a:latin typeface="DejaVu Sans"/>
                <a:ea typeface="DejaVu Sans"/>
                <a:cs typeface="DejaVu Sans"/>
              </a:defRPr>
            </a:lvl2pPr>
            <a:lvl3pPr algn="l">
              <a:buNone/>
              <a:defRPr sz="3300" b="1">
                <a:solidFill>
                  <a:srgbClr val="102A43"/>
                </a:solidFill>
                <a:latin typeface="DejaVu Sans"/>
                <a:ea typeface="DejaVu Sans"/>
                <a:cs typeface="DejaVu Sans"/>
              </a:defRPr>
            </a:lvl3pPr>
            <a:lvl4pPr algn="l">
              <a:buNone/>
              <a:defRPr sz="3300" b="1">
                <a:solidFill>
                  <a:srgbClr val="102A43"/>
                </a:solidFill>
                <a:latin typeface="DejaVu Sans"/>
                <a:ea typeface="DejaVu Sans"/>
                <a:cs typeface="DejaVu Sans"/>
              </a:defRPr>
            </a:lvl4pPr>
            <a:lvl5pPr algn="l">
              <a:buNone/>
              <a:defRPr sz="3300" b="1">
                <a:solidFill>
                  <a:srgbClr val="102A43"/>
                </a:solidFill>
                <a:latin typeface="DejaVu Sans"/>
                <a:ea typeface="DejaVu Sans"/>
                <a:cs typeface="DejaVu Sans"/>
              </a:defRPr>
            </a:lvl5pPr>
            <a:lvl6pPr algn="l">
              <a:buNone/>
              <a:defRPr sz="3300" b="1">
                <a:solidFill>
                  <a:srgbClr val="102A43"/>
                </a:solidFill>
                <a:latin typeface="DejaVu Sans"/>
                <a:ea typeface="DejaVu Sans"/>
                <a:cs typeface="DejaVu Sans"/>
              </a:defRPr>
            </a:lvl6pPr>
            <a:lvl7pPr algn="l">
              <a:buNone/>
              <a:defRPr sz="3300" b="1">
                <a:solidFill>
                  <a:srgbClr val="102A43"/>
                </a:solidFill>
                <a:latin typeface="DejaVu Sans"/>
                <a:ea typeface="DejaVu Sans"/>
                <a:cs typeface="DejaVu Sans"/>
              </a:defRPr>
            </a:lvl7pPr>
            <a:lvl8pPr algn="l">
              <a:buNone/>
              <a:defRPr sz="3300" b="1">
                <a:solidFill>
                  <a:srgbClr val="102A43"/>
                </a:solidFill>
                <a:latin typeface="DejaVu Sans"/>
                <a:ea typeface="DejaVu Sans"/>
                <a:cs typeface="DejaVu Sans"/>
              </a:defRPr>
            </a:lvl8pPr>
            <a:lvl9pPr algn="l">
              <a:buNone/>
              <a:defRPr sz="3300" b="1">
                <a:solidFill>
                  <a:srgbClr val="102A43"/>
                </a:solidFill>
                <a:latin typeface="DejaVu Sans"/>
                <a:ea typeface="DejaVu Sans"/>
                <a:cs typeface="DejaVu Sans"/>
              </a:defRPr>
            </a:lvl9pPr>
          </a:lstStyle>
          <a:p xmlns:a="http://schemas.openxmlformats.org/drawingml/2006/main">
            <a:pPr algn="l">
              <a:lnSpc>
                <a:spcPct val="115000"/>
              </a:lnSpc>
              <a:buNone/>
              <a:defRPr sz="3300" b="1">
                <a:solidFill>
                  <a:srgbClr val="102A43"/>
                </a:solidFill>
                <a:latin typeface="DejaVu Sans"/>
                <a:ea typeface="DejaVu Sans"/>
                <a:cs typeface="DejaVu Sans"/>
              </a:defRPr>
            </a:pPr>
            <a:r>
              <a:rPr sz="3300" b="1">
                <a:solidFill>
                  <a:srgbClr val="102A43"/>
                </a:solidFill>
                <a:latin typeface="DejaVu Sans"/>
                <a:ea typeface="DejaVu Sans"/>
                <a:cs typeface="DejaVu Sans"/>
              </a:rPr>
              <a:t>Run and request identity</a:t>
            </a:r>
          </a:p>
        </p:txBody>
      </p:sp>
      <p:sp>
        <p:nvSpPr>
          <p:cNvPr id="2" name="text-62">
            <a:extLst xmlns:a="http://schemas.openxmlformats.org/drawingml/2006/main">
              <a:ext uri="{FF2B5EF4-FFF2-40B4-BE49-F238E27FC236}">
                <a16:creationId xmlns:a16="http://schemas.microsoft.com/office/drawing/2014/main" id="{08A58148-CC63-40BE-A50E-2118CE2306B8}"/>
              </a:ext>
            </a:extLst>
          </p:cNvPr>
          <p:cNvSpPr>
            <a:spLocks xmlns:a="http://schemas.openxmlformats.org/drawingml/2006/main" noGrp="1"/>
          </p:cNvSpPr>
          <p:nvPr/>
        </p:nvSpPr>
        <p:spPr>
          <a:xfrm xmlns:a="http://schemas.openxmlformats.org/drawingml/2006/main">
            <a:off x="609600" y="1371600"/>
            <a:ext cx="109728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526778"/>
                </a:solidFill>
                <a:latin typeface="DejaVu Sans"/>
                <a:ea typeface="DejaVu Sans"/>
                <a:cs typeface="DejaVu Sans"/>
              </a:defRPr>
            </a:defPPr>
            <a:lvl1pPr algn="l">
              <a:buNone/>
              <a:defRPr sz="1875" b="0">
                <a:solidFill>
                  <a:srgbClr val="526778"/>
                </a:solidFill>
                <a:latin typeface="DejaVu Sans"/>
                <a:ea typeface="DejaVu Sans"/>
                <a:cs typeface="DejaVu Sans"/>
              </a:defRPr>
            </a:lvl1pPr>
            <a:lvl2pPr algn="l">
              <a:buNone/>
              <a:defRPr sz="1875" b="0">
                <a:solidFill>
                  <a:srgbClr val="526778"/>
                </a:solidFill>
                <a:latin typeface="DejaVu Sans"/>
                <a:ea typeface="DejaVu Sans"/>
                <a:cs typeface="DejaVu Sans"/>
              </a:defRPr>
            </a:lvl2pPr>
            <a:lvl3pPr algn="l">
              <a:buNone/>
              <a:defRPr sz="1875" b="0">
                <a:solidFill>
                  <a:srgbClr val="526778"/>
                </a:solidFill>
                <a:latin typeface="DejaVu Sans"/>
                <a:ea typeface="DejaVu Sans"/>
                <a:cs typeface="DejaVu Sans"/>
              </a:defRPr>
            </a:lvl3pPr>
            <a:lvl4pPr algn="l">
              <a:buNone/>
              <a:defRPr sz="1875" b="0">
                <a:solidFill>
                  <a:srgbClr val="526778"/>
                </a:solidFill>
                <a:latin typeface="DejaVu Sans"/>
                <a:ea typeface="DejaVu Sans"/>
                <a:cs typeface="DejaVu Sans"/>
              </a:defRPr>
            </a:lvl4pPr>
            <a:lvl5pPr algn="l">
              <a:buNone/>
              <a:defRPr sz="1875" b="0">
                <a:solidFill>
                  <a:srgbClr val="526778"/>
                </a:solidFill>
                <a:latin typeface="DejaVu Sans"/>
                <a:ea typeface="DejaVu Sans"/>
                <a:cs typeface="DejaVu Sans"/>
              </a:defRPr>
            </a:lvl5pPr>
            <a:lvl6pPr algn="l">
              <a:buNone/>
              <a:defRPr sz="1875" b="0">
                <a:solidFill>
                  <a:srgbClr val="526778"/>
                </a:solidFill>
                <a:latin typeface="DejaVu Sans"/>
                <a:ea typeface="DejaVu Sans"/>
                <a:cs typeface="DejaVu Sans"/>
              </a:defRPr>
            </a:lvl6pPr>
            <a:lvl7pPr algn="l">
              <a:buNone/>
              <a:defRPr sz="1875" b="0">
                <a:solidFill>
                  <a:srgbClr val="526778"/>
                </a:solidFill>
                <a:latin typeface="DejaVu Sans"/>
                <a:ea typeface="DejaVu Sans"/>
                <a:cs typeface="DejaVu Sans"/>
              </a:defRPr>
            </a:lvl7pPr>
            <a:lvl8pPr algn="l">
              <a:buNone/>
              <a:defRPr sz="1875" b="0">
                <a:solidFill>
                  <a:srgbClr val="526778"/>
                </a:solidFill>
                <a:latin typeface="DejaVu Sans"/>
                <a:ea typeface="DejaVu Sans"/>
                <a:cs typeface="DejaVu Sans"/>
              </a:defRPr>
            </a:lvl8pPr>
            <a:lvl9pPr algn="l">
              <a:buNone/>
              <a:defRPr sz="1875" b="0">
                <a:solidFill>
                  <a:srgbClr val="526778"/>
                </a:solidFill>
                <a:latin typeface="DejaVu Sans"/>
                <a:ea typeface="DejaVu Sans"/>
                <a:cs typeface="DejaVu Sans"/>
              </a:defRPr>
            </a:lvl9pPr>
          </a:lstStyle>
          <a:p xmlns:a="http://schemas.openxmlformats.org/drawingml/2006/main">
            <a:pPr algn="l">
              <a:lnSpc>
                <a:spcPct val="115000"/>
              </a:lnSpc>
              <a:buNone/>
              <a:defRPr sz="1875" b="0">
                <a:solidFill>
                  <a:srgbClr val="526778"/>
                </a:solidFill>
                <a:latin typeface="DejaVu Sans"/>
                <a:ea typeface="DejaVu Sans"/>
                <a:cs typeface="DejaVu Sans"/>
              </a:defRPr>
            </a:pPr>
            <a:r>
              <a:rPr sz="1875" b="0">
                <a:solidFill>
                  <a:srgbClr val="526778"/>
                </a:solidFill>
                <a:latin typeface="DejaVu Sans"/>
                <a:ea typeface="DejaVu Sans"/>
                <a:cs typeface="DejaVu Sans"/>
              </a:rPr>
              <a:t>Source rows identify members. Request numbers identify consent POSTs.</a:t>
            </a:r>
          </a:p>
        </p:txBody>
      </p:sp>
      <p:sp>
        <p:nvSpPr>
          <p:cNvPr id="3" name="slide-number">
            <a:extLst xmlns:a="http://schemas.openxmlformats.org/drawingml/2006/main">
              <a:ext uri="{FF2B5EF4-FFF2-40B4-BE49-F238E27FC236}">
                <a16:creationId xmlns:a16="http://schemas.microsoft.com/office/drawing/2014/main" id="{3F4CACF2-47BD-47A1-A35E-602601B4B410}"/>
              </a:ext>
            </a:extLst>
          </p:cNvPr>
          <p:cNvSpPr>
            <a:spLocks xmlns:a="http://schemas.openxmlformats.org/drawingml/2006/main" noGrp="1"/>
          </p:cNvSpPr>
          <p:nvPr/>
        </p:nvSpPr>
        <p:spPr>
          <a:xfrm xmlns:a="http://schemas.openxmlformats.org/drawingml/2006/main">
            <a:off x="11182350" y="6391275"/>
            <a:ext cx="4000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275" b="0">
                <a:solidFill>
                  <a:srgbClr val="526778"/>
                </a:solidFill>
                <a:latin typeface="DejaVu Sans"/>
                <a:ea typeface="DejaVu Sans"/>
                <a:cs typeface="DejaVu Sans"/>
              </a:defRPr>
            </a:defPPr>
            <a:lvl1pPr algn="r">
              <a:buNone/>
              <a:defRPr sz="1275" b="0">
                <a:solidFill>
                  <a:srgbClr val="526778"/>
                </a:solidFill>
                <a:latin typeface="DejaVu Sans"/>
                <a:ea typeface="DejaVu Sans"/>
                <a:cs typeface="DejaVu Sans"/>
              </a:defRPr>
            </a:lvl1pPr>
            <a:lvl2pPr algn="r">
              <a:buNone/>
              <a:defRPr sz="1275" b="0">
                <a:solidFill>
                  <a:srgbClr val="526778"/>
                </a:solidFill>
                <a:latin typeface="DejaVu Sans"/>
                <a:ea typeface="DejaVu Sans"/>
                <a:cs typeface="DejaVu Sans"/>
              </a:defRPr>
            </a:lvl2pPr>
            <a:lvl3pPr algn="r">
              <a:buNone/>
              <a:defRPr sz="1275" b="0">
                <a:solidFill>
                  <a:srgbClr val="526778"/>
                </a:solidFill>
                <a:latin typeface="DejaVu Sans"/>
                <a:ea typeface="DejaVu Sans"/>
                <a:cs typeface="DejaVu Sans"/>
              </a:defRPr>
            </a:lvl3pPr>
            <a:lvl4pPr algn="r">
              <a:buNone/>
              <a:defRPr sz="1275" b="0">
                <a:solidFill>
                  <a:srgbClr val="526778"/>
                </a:solidFill>
                <a:latin typeface="DejaVu Sans"/>
                <a:ea typeface="DejaVu Sans"/>
                <a:cs typeface="DejaVu Sans"/>
              </a:defRPr>
            </a:lvl4pPr>
            <a:lvl5pPr algn="r">
              <a:buNone/>
              <a:defRPr sz="1275" b="0">
                <a:solidFill>
                  <a:srgbClr val="526778"/>
                </a:solidFill>
                <a:latin typeface="DejaVu Sans"/>
                <a:ea typeface="DejaVu Sans"/>
                <a:cs typeface="DejaVu Sans"/>
              </a:defRPr>
            </a:lvl5pPr>
            <a:lvl6pPr algn="r">
              <a:buNone/>
              <a:defRPr sz="1275" b="0">
                <a:solidFill>
                  <a:srgbClr val="526778"/>
                </a:solidFill>
                <a:latin typeface="DejaVu Sans"/>
                <a:ea typeface="DejaVu Sans"/>
                <a:cs typeface="DejaVu Sans"/>
              </a:defRPr>
            </a:lvl6pPr>
            <a:lvl7pPr algn="r">
              <a:buNone/>
              <a:defRPr sz="1275" b="0">
                <a:solidFill>
                  <a:srgbClr val="526778"/>
                </a:solidFill>
                <a:latin typeface="DejaVu Sans"/>
                <a:ea typeface="DejaVu Sans"/>
                <a:cs typeface="DejaVu Sans"/>
              </a:defRPr>
            </a:lvl7pPr>
            <a:lvl8pPr algn="r">
              <a:buNone/>
              <a:defRPr sz="1275" b="0">
                <a:solidFill>
                  <a:srgbClr val="526778"/>
                </a:solidFill>
                <a:latin typeface="DejaVu Sans"/>
                <a:ea typeface="DejaVu Sans"/>
                <a:cs typeface="DejaVu Sans"/>
              </a:defRPr>
            </a:lvl8pPr>
            <a:lvl9pPr algn="r">
              <a:buNone/>
              <a:defRPr sz="1275" b="0">
                <a:solidFill>
                  <a:srgbClr val="526778"/>
                </a:solidFill>
                <a:latin typeface="DejaVu Sans"/>
                <a:ea typeface="DejaVu Sans"/>
                <a:cs typeface="DejaVu Sans"/>
              </a:defRPr>
            </a:lvl9pPr>
          </a:lstStyle>
          <a:p xmlns:a="http://schemas.openxmlformats.org/drawingml/2006/main">
            <a:pPr algn="r">
              <a:lnSpc>
                <a:spcPct val="115000"/>
              </a:lnSpc>
              <a:buNone/>
              <a:defRPr sz="1275" b="0">
                <a:solidFill>
                  <a:srgbClr val="526778"/>
                </a:solidFill>
                <a:latin typeface="DejaVu Sans"/>
                <a:ea typeface="DejaVu Sans"/>
                <a:cs typeface="DejaVu Sans"/>
              </a:defRPr>
            </a:pPr>
            <a:r>
              <a:rPr sz="1275" b="0">
                <a:solidFill>
                  <a:srgbClr val="526778"/>
                </a:solidFill>
                <a:latin typeface="DejaVu Sans"/>
                <a:ea typeface="DejaVu Sans"/>
                <a:cs typeface="DejaVu Sans"/>
              </a:rPr>
              <a:t>18</a:t>
            </a:r>
          </a:p>
        </p:txBody>
      </p:sp>
      <p:sp>
        <p:nvSpPr>
          <p:cNvPr id="4" name="text-63">
            <a:extLst xmlns:a="http://schemas.openxmlformats.org/drawingml/2006/main">
              <a:ext uri="{FF2B5EF4-FFF2-40B4-BE49-F238E27FC236}">
                <a16:creationId xmlns:a16="http://schemas.microsoft.com/office/drawing/2014/main" id="{D909CBD1-B28F-42E5-AB5A-25B7DFA0321A}"/>
              </a:ext>
            </a:extLst>
          </p:cNvPr>
          <p:cNvSpPr>
            <a:spLocks xmlns:a="http://schemas.openxmlformats.org/drawingml/2006/main" noGrp="1"/>
          </p:cNvSpPr>
          <p:nvPr/>
        </p:nvSpPr>
        <p:spPr>
          <a:xfrm xmlns:a="http://schemas.openxmlformats.org/drawingml/2006/main">
            <a:off x="609600" y="2028825"/>
            <a:ext cx="7096125" cy="409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00" b="0">
                <a:solidFill>
                  <a:srgbClr val="102A43"/>
                </a:solidFill>
                <a:latin typeface="DejaVu Sans Mono"/>
                <a:ea typeface="DejaVu Sans Mono"/>
                <a:cs typeface="DejaVu Sans Mono"/>
              </a:defRPr>
            </a:defPPr>
            <a:lvl1pPr algn="l">
              <a:buNone/>
              <a:defRPr sz="1800" b="0">
                <a:solidFill>
                  <a:srgbClr val="102A43"/>
                </a:solidFill>
                <a:latin typeface="DejaVu Sans Mono"/>
                <a:ea typeface="DejaVu Sans Mono"/>
                <a:cs typeface="DejaVu Sans Mono"/>
              </a:defRPr>
            </a:lvl1pPr>
            <a:lvl2pPr algn="l">
              <a:buNone/>
              <a:defRPr sz="1800" b="0">
                <a:solidFill>
                  <a:srgbClr val="102A43"/>
                </a:solidFill>
                <a:latin typeface="DejaVu Sans Mono"/>
                <a:ea typeface="DejaVu Sans Mono"/>
                <a:cs typeface="DejaVu Sans Mono"/>
              </a:defRPr>
            </a:lvl2pPr>
            <a:lvl3pPr algn="l">
              <a:buNone/>
              <a:defRPr sz="1800" b="0">
                <a:solidFill>
                  <a:srgbClr val="102A43"/>
                </a:solidFill>
                <a:latin typeface="DejaVu Sans Mono"/>
                <a:ea typeface="DejaVu Sans Mono"/>
                <a:cs typeface="DejaVu Sans Mono"/>
              </a:defRPr>
            </a:lvl3pPr>
            <a:lvl4pPr algn="l">
              <a:buNone/>
              <a:defRPr sz="1800" b="0">
                <a:solidFill>
                  <a:srgbClr val="102A43"/>
                </a:solidFill>
                <a:latin typeface="DejaVu Sans Mono"/>
                <a:ea typeface="DejaVu Sans Mono"/>
                <a:cs typeface="DejaVu Sans Mono"/>
              </a:defRPr>
            </a:lvl4pPr>
            <a:lvl5pPr algn="l">
              <a:buNone/>
              <a:defRPr sz="1800" b="0">
                <a:solidFill>
                  <a:srgbClr val="102A43"/>
                </a:solidFill>
                <a:latin typeface="DejaVu Sans Mono"/>
                <a:ea typeface="DejaVu Sans Mono"/>
                <a:cs typeface="DejaVu Sans Mono"/>
              </a:defRPr>
            </a:lvl5pPr>
            <a:lvl6pPr algn="l">
              <a:buNone/>
              <a:defRPr sz="1800" b="0">
                <a:solidFill>
                  <a:srgbClr val="102A43"/>
                </a:solidFill>
                <a:latin typeface="DejaVu Sans Mono"/>
                <a:ea typeface="DejaVu Sans Mono"/>
                <a:cs typeface="DejaVu Sans Mono"/>
              </a:defRPr>
            </a:lvl6pPr>
            <a:lvl7pPr algn="l">
              <a:buNone/>
              <a:defRPr sz="1800" b="0">
                <a:solidFill>
                  <a:srgbClr val="102A43"/>
                </a:solidFill>
                <a:latin typeface="DejaVu Sans Mono"/>
                <a:ea typeface="DejaVu Sans Mono"/>
                <a:cs typeface="DejaVu Sans Mono"/>
              </a:defRPr>
            </a:lvl7pPr>
            <a:lvl8pPr algn="l">
              <a:buNone/>
              <a:defRPr sz="1800" b="0">
                <a:solidFill>
                  <a:srgbClr val="102A43"/>
                </a:solidFill>
                <a:latin typeface="DejaVu Sans Mono"/>
                <a:ea typeface="DejaVu Sans Mono"/>
                <a:cs typeface="DejaVu Sans Mono"/>
              </a:defRPr>
            </a:lvl8pPr>
            <a:lvl9pPr algn="l">
              <a:buNone/>
              <a:defRPr sz="1800" b="0">
                <a:solidFill>
                  <a:srgbClr val="102A43"/>
                </a:solidFill>
                <a:latin typeface="DejaVu Sans Mono"/>
                <a:ea typeface="DejaVu Sans Mono"/>
                <a:cs typeface="DejaVu Sans Mono"/>
              </a:defRPr>
            </a:lvl9pPr>
          </a:lstStyle>
          <a:p xmlns:a="http://schemas.openxmlformats.org/drawingml/2006/main">
            <a:pPr algn="l">
              <a:lnSpc>
                <a:spcPct val="115000"/>
              </a:lnSpc>
              <a:buNone/>
              <a:defRPr sz="1800" b="0">
                <a:solidFill>
                  <a:srgbClr val="102A43"/>
                </a:solidFill>
                <a:latin typeface="DejaVu Sans Mono"/>
                <a:ea typeface="DejaVu Sans Mono"/>
                <a:cs typeface="DejaVu Sans Mono"/>
              </a:defRPr>
            </a:pPr>
            <a:r>
              <a:rPr sz="1800" b="0">
                <a:solidFill>
                  <a:srgbClr val="102A43"/>
                </a:solidFill>
                <a:latin typeface="DejaVu Sans Mono"/>
                <a:ea typeface="DejaVu Sans Mono"/>
                <a:cs typeface="DejaVu Sans Mono"/>
              </a:rPr>
              <a:t>runId = SHA256(</a:t>
            </a:r>
          </a:p>
          <a:p xmlns:a="http://schemas.openxmlformats.org/drawingml/2006/main">
            <a:pPr algn="l">
              <a:lnSpc>
                <a:spcPct val="115000"/>
              </a:lnSpc>
              <a:buNone/>
              <a:defRPr sz="1800" b="0">
                <a:solidFill>
                  <a:srgbClr val="102A43"/>
                </a:solidFill>
                <a:latin typeface="DejaVu Sans Mono"/>
                <a:ea typeface="DejaVu Sans Mono"/>
                <a:cs typeface="DejaVu Sans Mono"/>
              </a:defRPr>
            </a:pPr>
            <a:r>
              <a:rPr sz="1800" b="0">
                <a:solidFill>
                  <a:srgbClr val="102A43"/>
                </a:solidFill>
                <a:latin typeface="DejaVu Sans Mono"/>
                <a:ea typeface="DejaVu Sans Mono"/>
                <a:cs typeface="DejaVu Sans Mono"/>
              </a:rPr>
              <a:t>  contentHash + "\n" + snapshotJson</a:t>
            </a:r>
          </a:p>
          <a:p xmlns:a="http://schemas.openxmlformats.org/drawingml/2006/main">
            <a:pPr algn="l">
              <a:lnSpc>
                <a:spcPct val="115000"/>
              </a:lnSpc>
              <a:buNone/>
              <a:defRPr sz="1800" b="0">
                <a:solidFill>
                  <a:srgbClr val="102A43"/>
                </a:solidFill>
                <a:latin typeface="DejaVu Sans Mono"/>
                <a:ea typeface="DejaVu Sans Mono"/>
                <a:cs typeface="DejaVu Sans Mono"/>
              </a:defRPr>
            </a:pPr>
            <a:r>
              <a:rPr sz="1800" b="0">
                <a:solidFill>
                  <a:srgbClr val="102A43"/>
                </a:solidFill>
                <a:latin typeface="DejaVu Sans Mono"/>
                <a:ea typeface="DejaVu Sans Mono"/>
                <a:cs typeface="DejaVu Sans Mono"/>
              </a:rPr>
              <a:t>)</a:t>
            </a:r>
          </a:p>
          <a:p xmlns:a="http://schemas.openxmlformats.org/drawingml/2006/main">
            <a:pPr algn="l">
              <a:lnSpc>
                <a:spcPct val="115000"/>
              </a:lnSpc>
              <a:buNone/>
              <a:defRPr sz="1800" b="0">
                <a:solidFill>
                  <a:srgbClr val="102A43"/>
                </a:solidFill>
                <a:latin typeface="DejaVu Sans Mono"/>
                <a:ea typeface="DejaVu Sans Mono"/>
                <a:cs typeface="DejaVu Sans Mono"/>
              </a:defRPr>
            </a:pPr>
          </a:p>
          <a:p xmlns:a="http://schemas.openxmlformats.org/drawingml/2006/main">
            <a:pPr algn="l">
              <a:lnSpc>
                <a:spcPct val="115000"/>
              </a:lnSpc>
              <a:buNone/>
              <a:defRPr sz="1800" b="0">
                <a:solidFill>
                  <a:srgbClr val="102A43"/>
                </a:solidFill>
                <a:latin typeface="DejaVu Sans Mono"/>
                <a:ea typeface="DejaVu Sans Mono"/>
                <a:cs typeface="DejaVu Sans Mono"/>
              </a:defRPr>
            </a:pPr>
            <a:r>
              <a:rPr sz="1800" b="0">
                <a:solidFill>
                  <a:srgbClr val="102A43"/>
                </a:solidFill>
                <a:latin typeface="DejaVu Sans Mono"/>
                <a:ea typeface="DejaVu Sans Mono"/>
                <a:cs typeface="DejaVu Sans Mono"/>
              </a:rPr>
              <a:t>requestKey = runId + ":" + requestNumber</a:t>
            </a:r>
          </a:p>
          <a:p xmlns:a="http://schemas.openxmlformats.org/drawingml/2006/main">
            <a:pPr algn="l">
              <a:lnSpc>
                <a:spcPct val="115000"/>
              </a:lnSpc>
              <a:buNone/>
              <a:defRPr sz="1800" b="0">
                <a:solidFill>
                  <a:srgbClr val="102A43"/>
                </a:solidFill>
                <a:latin typeface="DejaVu Sans Mono"/>
                <a:ea typeface="DejaVu Sans Mono"/>
                <a:cs typeface="DejaVu Sans Mono"/>
              </a:defRPr>
            </a:pPr>
          </a:p>
          <a:p xmlns:a="http://schemas.openxmlformats.org/drawingml/2006/main">
            <a:pPr algn="l">
              <a:lnSpc>
                <a:spcPct val="115000"/>
              </a:lnSpc>
              <a:buNone/>
              <a:defRPr sz="1800" b="0">
                <a:solidFill>
                  <a:srgbClr val="102A43"/>
                </a:solidFill>
                <a:latin typeface="DejaVu Sans Mono"/>
                <a:ea typeface="DejaVu Sans Mono"/>
                <a:cs typeface="DejaVu Sans Mono"/>
              </a:defRPr>
            </a:pPr>
            <a:r>
              <a:rPr sz="1800" b="0">
                <a:solidFill>
                  <a:srgbClr val="102A43"/>
                </a:solidFill>
                <a:latin typeface="DejaVu Sans Mono"/>
                <a:ea typeface="DejaVu Sans Mono"/>
                <a:cs typeface="DejaVu Sans Mono"/>
              </a:rPr>
              <a:t>row 1: request 1 = [PCDS, P2PDS]</a:t>
            </a:r>
          </a:p>
          <a:p xmlns:a="http://schemas.openxmlformats.org/drawingml/2006/main">
            <a:pPr algn="l">
              <a:lnSpc>
                <a:spcPct val="115000"/>
              </a:lnSpc>
              <a:buNone/>
              <a:defRPr sz="1800" b="0">
                <a:solidFill>
                  <a:srgbClr val="102A43"/>
                </a:solidFill>
                <a:latin typeface="DejaVu Sans Mono"/>
                <a:ea typeface="DejaVu Sans Mono"/>
                <a:cs typeface="DejaVu Sans Mono"/>
              </a:defRPr>
            </a:pPr>
            <a:r>
              <a:rPr sz="1800" b="0">
                <a:solidFill>
                  <a:srgbClr val="102A43"/>
                </a:solidFill>
                <a:latin typeface="DejaVu Sans Mono"/>
                <a:ea typeface="DejaVu Sans Mono"/>
                <a:cs typeface="DejaVu Sans Mono"/>
              </a:rPr>
              <a:t>row 2: request 2 = [PCDS]</a:t>
            </a:r>
          </a:p>
          <a:p xmlns:a="http://schemas.openxmlformats.org/drawingml/2006/main">
            <a:pPr algn="l">
              <a:lnSpc>
                <a:spcPct val="115000"/>
              </a:lnSpc>
              <a:buNone/>
              <a:defRPr sz="1800" b="0">
                <a:solidFill>
                  <a:srgbClr val="102A43"/>
                </a:solidFill>
                <a:latin typeface="DejaVu Sans Mono"/>
                <a:ea typeface="DejaVu Sans Mono"/>
                <a:cs typeface="DejaVu Sans Mono"/>
              </a:defRPr>
            </a:pPr>
            <a:r>
              <a:rPr sz="1800" b="0">
                <a:solidFill>
                  <a:srgbClr val="102A43"/>
                </a:solidFill>
                <a:latin typeface="DejaVu Sans Mono"/>
                <a:ea typeface="DejaVu Sans Mono"/>
                <a:cs typeface="DejaVu Sans Mono"/>
              </a:rPr>
              <a:t>row 3: request 3 = [P2PDS]</a:t>
            </a:r>
          </a:p>
        </p:txBody>
      </p:sp>
      <p:sp>
        <p:nvSpPr>
          <p:cNvPr id="5" name="text-64">
            <a:extLst xmlns:a="http://schemas.openxmlformats.org/drawingml/2006/main">
              <a:ext uri="{FF2B5EF4-FFF2-40B4-BE49-F238E27FC236}">
                <a16:creationId xmlns:a16="http://schemas.microsoft.com/office/drawing/2014/main" id="{750E9D2C-5D44-49C3-A699-45356F1B2C49}"/>
              </a:ext>
            </a:extLst>
          </p:cNvPr>
          <p:cNvSpPr>
            <a:spLocks xmlns:a="http://schemas.openxmlformats.org/drawingml/2006/main" noGrp="1"/>
          </p:cNvSpPr>
          <p:nvPr/>
        </p:nvSpPr>
        <p:spPr>
          <a:xfrm xmlns:a="http://schemas.openxmlformats.org/drawingml/2006/main">
            <a:off x="8172450" y="2057400"/>
            <a:ext cx="3371850" cy="971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102A43"/>
                </a:solidFill>
                <a:latin typeface="DejaVu Sans"/>
                <a:ea typeface="DejaVu Sans"/>
                <a:cs typeface="DejaVu Sans"/>
              </a:defRPr>
            </a:defPPr>
            <a:lvl1pPr algn="l">
              <a:buNone/>
              <a:defRPr sz="1875" b="0">
                <a:solidFill>
                  <a:srgbClr val="102A43"/>
                </a:solidFill>
                <a:latin typeface="DejaVu Sans"/>
                <a:ea typeface="DejaVu Sans"/>
                <a:cs typeface="DejaVu Sans"/>
              </a:defRPr>
            </a:lvl1pPr>
            <a:lvl2pPr algn="l">
              <a:buNone/>
              <a:defRPr sz="1875" b="0">
                <a:solidFill>
                  <a:srgbClr val="102A43"/>
                </a:solidFill>
                <a:latin typeface="DejaVu Sans"/>
                <a:ea typeface="DejaVu Sans"/>
                <a:cs typeface="DejaVu Sans"/>
              </a:defRPr>
            </a:lvl2pPr>
            <a:lvl3pPr algn="l">
              <a:buNone/>
              <a:defRPr sz="1875" b="0">
                <a:solidFill>
                  <a:srgbClr val="102A43"/>
                </a:solidFill>
                <a:latin typeface="DejaVu Sans"/>
                <a:ea typeface="DejaVu Sans"/>
                <a:cs typeface="DejaVu Sans"/>
              </a:defRPr>
            </a:lvl3pPr>
            <a:lvl4pPr algn="l">
              <a:buNone/>
              <a:defRPr sz="1875" b="0">
                <a:solidFill>
                  <a:srgbClr val="102A43"/>
                </a:solidFill>
                <a:latin typeface="DejaVu Sans"/>
                <a:ea typeface="DejaVu Sans"/>
                <a:cs typeface="DejaVu Sans"/>
              </a:defRPr>
            </a:lvl4pPr>
            <a:lvl5pPr algn="l">
              <a:buNone/>
              <a:defRPr sz="1875" b="0">
                <a:solidFill>
                  <a:srgbClr val="102A43"/>
                </a:solidFill>
                <a:latin typeface="DejaVu Sans"/>
                <a:ea typeface="DejaVu Sans"/>
                <a:cs typeface="DejaVu Sans"/>
              </a:defRPr>
            </a:lvl5pPr>
            <a:lvl6pPr algn="l">
              <a:buNone/>
              <a:defRPr sz="1875" b="0">
                <a:solidFill>
                  <a:srgbClr val="102A43"/>
                </a:solidFill>
                <a:latin typeface="DejaVu Sans"/>
                <a:ea typeface="DejaVu Sans"/>
                <a:cs typeface="DejaVu Sans"/>
              </a:defRPr>
            </a:lvl6pPr>
            <a:lvl7pPr algn="l">
              <a:buNone/>
              <a:defRPr sz="1875" b="0">
                <a:solidFill>
                  <a:srgbClr val="102A43"/>
                </a:solidFill>
                <a:latin typeface="DejaVu Sans"/>
                <a:ea typeface="DejaVu Sans"/>
                <a:cs typeface="DejaVu Sans"/>
              </a:defRPr>
            </a:lvl7pPr>
            <a:lvl8pPr algn="l">
              <a:buNone/>
              <a:defRPr sz="1875" b="0">
                <a:solidFill>
                  <a:srgbClr val="102A43"/>
                </a:solidFill>
                <a:latin typeface="DejaVu Sans"/>
                <a:ea typeface="DejaVu Sans"/>
                <a:cs typeface="DejaVu Sans"/>
              </a:defRPr>
            </a:lvl8pPr>
            <a:lvl9pPr algn="l">
              <a:buNone/>
              <a:defRPr sz="1875" b="0">
                <a:solidFill>
                  <a:srgbClr val="102A43"/>
                </a:solidFill>
                <a:latin typeface="DejaVu Sans"/>
                <a:ea typeface="DejaVu Sans"/>
                <a:cs typeface="DejaVu Sans"/>
              </a:defRPr>
            </a:lvl9pPr>
          </a:lstStyle>
          <a:p xmlns:a="http://schemas.openxmlformats.org/drawingml/2006/main">
            <a:pPr algn="l">
              <a:lnSpc>
                <a:spcPct val="115000"/>
              </a:lnSpc>
              <a:buNone/>
              <a:defRPr sz="1875" b="0">
                <a:solidFill>
                  <a:srgbClr val="102A43"/>
                </a:solidFill>
                <a:latin typeface="DejaVu Sans"/>
                <a:ea typeface="DejaVu Sans"/>
                <a:cs typeface="DejaVu Sans"/>
              </a:defRPr>
            </a:pPr>
            <a:r>
              <a:rPr sz="1875" b="0">
                <a:solidFill>
                  <a:srgbClr val="102A43"/>
                </a:solidFill>
                <a:latin typeface="DejaVu Sans"/>
                <a:ea typeface="DejaVu Sans"/>
                <a:cs typeface="DejaVu Sans"/>
              </a:rPr>
              <a:t>Snapshot includes consent rules and lookup settings</a:t>
            </a:r>
          </a:p>
        </p:txBody>
      </p:sp>
      <p:sp>
        <p:nvSpPr>
          <p:cNvPr id="6" name="text-65">
            <a:extLst xmlns:a="http://schemas.openxmlformats.org/drawingml/2006/main">
              <a:ext uri="{FF2B5EF4-FFF2-40B4-BE49-F238E27FC236}">
                <a16:creationId xmlns:a16="http://schemas.microsoft.com/office/drawing/2014/main" id="{7A2FC6CB-4F22-4331-ADA6-9FEE246F260B}"/>
              </a:ext>
            </a:extLst>
          </p:cNvPr>
          <p:cNvSpPr>
            <a:spLocks xmlns:a="http://schemas.openxmlformats.org/drawingml/2006/main" noGrp="1"/>
          </p:cNvSpPr>
          <p:nvPr/>
        </p:nvSpPr>
        <p:spPr>
          <a:xfrm xmlns:a="http://schemas.openxmlformats.org/drawingml/2006/main">
            <a:off x="8172450" y="3162300"/>
            <a:ext cx="3371850" cy="971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102A43"/>
                </a:solidFill>
                <a:latin typeface="DejaVu Sans"/>
                <a:ea typeface="DejaVu Sans"/>
                <a:cs typeface="DejaVu Sans"/>
              </a:defRPr>
            </a:defPPr>
            <a:lvl1pPr algn="l">
              <a:buNone/>
              <a:defRPr sz="1875" b="0">
                <a:solidFill>
                  <a:srgbClr val="102A43"/>
                </a:solidFill>
                <a:latin typeface="DejaVu Sans"/>
                <a:ea typeface="DejaVu Sans"/>
                <a:cs typeface="DejaVu Sans"/>
              </a:defRPr>
            </a:lvl1pPr>
            <a:lvl2pPr algn="l">
              <a:buNone/>
              <a:defRPr sz="1875" b="0">
                <a:solidFill>
                  <a:srgbClr val="102A43"/>
                </a:solidFill>
                <a:latin typeface="DejaVu Sans"/>
                <a:ea typeface="DejaVu Sans"/>
                <a:cs typeface="DejaVu Sans"/>
              </a:defRPr>
            </a:lvl2pPr>
            <a:lvl3pPr algn="l">
              <a:buNone/>
              <a:defRPr sz="1875" b="0">
                <a:solidFill>
                  <a:srgbClr val="102A43"/>
                </a:solidFill>
                <a:latin typeface="DejaVu Sans"/>
                <a:ea typeface="DejaVu Sans"/>
                <a:cs typeface="DejaVu Sans"/>
              </a:defRPr>
            </a:lvl3pPr>
            <a:lvl4pPr algn="l">
              <a:buNone/>
              <a:defRPr sz="1875" b="0">
                <a:solidFill>
                  <a:srgbClr val="102A43"/>
                </a:solidFill>
                <a:latin typeface="DejaVu Sans"/>
                <a:ea typeface="DejaVu Sans"/>
                <a:cs typeface="DejaVu Sans"/>
              </a:defRPr>
            </a:lvl4pPr>
            <a:lvl5pPr algn="l">
              <a:buNone/>
              <a:defRPr sz="1875" b="0">
                <a:solidFill>
                  <a:srgbClr val="102A43"/>
                </a:solidFill>
                <a:latin typeface="DejaVu Sans"/>
                <a:ea typeface="DejaVu Sans"/>
                <a:cs typeface="DejaVu Sans"/>
              </a:defRPr>
            </a:lvl5pPr>
            <a:lvl6pPr algn="l">
              <a:buNone/>
              <a:defRPr sz="1875" b="0">
                <a:solidFill>
                  <a:srgbClr val="102A43"/>
                </a:solidFill>
                <a:latin typeface="DejaVu Sans"/>
                <a:ea typeface="DejaVu Sans"/>
                <a:cs typeface="DejaVu Sans"/>
              </a:defRPr>
            </a:lvl6pPr>
            <a:lvl7pPr algn="l">
              <a:buNone/>
              <a:defRPr sz="1875" b="0">
                <a:solidFill>
                  <a:srgbClr val="102A43"/>
                </a:solidFill>
                <a:latin typeface="DejaVu Sans"/>
                <a:ea typeface="DejaVu Sans"/>
                <a:cs typeface="DejaVu Sans"/>
              </a:defRPr>
            </a:lvl7pPr>
            <a:lvl8pPr algn="l">
              <a:buNone/>
              <a:defRPr sz="1875" b="0">
                <a:solidFill>
                  <a:srgbClr val="102A43"/>
                </a:solidFill>
                <a:latin typeface="DejaVu Sans"/>
                <a:ea typeface="DejaVu Sans"/>
                <a:cs typeface="DejaVu Sans"/>
              </a:defRPr>
            </a:lvl8pPr>
            <a:lvl9pPr algn="l">
              <a:buNone/>
              <a:defRPr sz="1875" b="0">
                <a:solidFill>
                  <a:srgbClr val="102A43"/>
                </a:solidFill>
                <a:latin typeface="DejaVu Sans"/>
                <a:ea typeface="DejaVu Sans"/>
                <a:cs typeface="DejaVu Sans"/>
              </a:defRPr>
            </a:lvl9pPr>
          </a:lstStyle>
          <a:p xmlns:a="http://schemas.openxmlformats.org/drawingml/2006/main">
            <a:pPr algn="l">
              <a:lnSpc>
                <a:spcPct val="115000"/>
              </a:lnSpc>
              <a:buNone/>
              <a:defRPr sz="1875" b="0">
                <a:solidFill>
                  <a:srgbClr val="102A43"/>
                </a:solidFill>
                <a:latin typeface="DejaVu Sans"/>
                <a:ea typeface="DejaVu Sans"/>
                <a:cs typeface="DejaVu Sans"/>
              </a:defRPr>
            </a:pPr>
            <a:r>
              <a:rPr sz="1875" b="0">
                <a:solidFill>
                  <a:srgbClr val="102A43"/>
                </a:solidFill>
                <a:latin typeface="DejaVu Sans"/>
                <a:ea typeface="DejaVu Sans"/>
                <a:cs typeface="DejaVu Sans"/>
              </a:rPr>
              <a:t>Tokens stay outside the snapshot</a:t>
            </a:r>
          </a:p>
        </p:txBody>
      </p:sp>
      <p:sp>
        <p:nvSpPr>
          <p:cNvPr id="7" name="text-66">
            <a:extLst xmlns:a="http://schemas.openxmlformats.org/drawingml/2006/main">
              <a:ext uri="{FF2B5EF4-FFF2-40B4-BE49-F238E27FC236}">
                <a16:creationId xmlns:a16="http://schemas.microsoft.com/office/drawing/2014/main" id="{BC11B84D-5923-4D1B-893A-43554607A991}"/>
              </a:ext>
            </a:extLst>
          </p:cNvPr>
          <p:cNvSpPr>
            <a:spLocks xmlns:a="http://schemas.openxmlformats.org/drawingml/2006/main" noGrp="1"/>
          </p:cNvSpPr>
          <p:nvPr/>
        </p:nvSpPr>
        <p:spPr>
          <a:xfrm xmlns:a="http://schemas.openxmlformats.org/drawingml/2006/main">
            <a:off x="8172450" y="4267200"/>
            <a:ext cx="3371850" cy="971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102A43"/>
                </a:solidFill>
                <a:latin typeface="DejaVu Sans"/>
                <a:ea typeface="DejaVu Sans"/>
                <a:cs typeface="DejaVu Sans"/>
              </a:defRPr>
            </a:defPPr>
            <a:lvl1pPr algn="l">
              <a:buNone/>
              <a:defRPr sz="1875" b="0">
                <a:solidFill>
                  <a:srgbClr val="102A43"/>
                </a:solidFill>
                <a:latin typeface="DejaVu Sans"/>
                <a:ea typeface="DejaVu Sans"/>
                <a:cs typeface="DejaVu Sans"/>
              </a:defRPr>
            </a:lvl1pPr>
            <a:lvl2pPr algn="l">
              <a:buNone/>
              <a:defRPr sz="1875" b="0">
                <a:solidFill>
                  <a:srgbClr val="102A43"/>
                </a:solidFill>
                <a:latin typeface="DejaVu Sans"/>
                <a:ea typeface="DejaVu Sans"/>
                <a:cs typeface="DejaVu Sans"/>
              </a:defRPr>
            </a:lvl2pPr>
            <a:lvl3pPr algn="l">
              <a:buNone/>
              <a:defRPr sz="1875" b="0">
                <a:solidFill>
                  <a:srgbClr val="102A43"/>
                </a:solidFill>
                <a:latin typeface="DejaVu Sans"/>
                <a:ea typeface="DejaVu Sans"/>
                <a:cs typeface="DejaVu Sans"/>
              </a:defRPr>
            </a:lvl3pPr>
            <a:lvl4pPr algn="l">
              <a:buNone/>
              <a:defRPr sz="1875" b="0">
                <a:solidFill>
                  <a:srgbClr val="102A43"/>
                </a:solidFill>
                <a:latin typeface="DejaVu Sans"/>
                <a:ea typeface="DejaVu Sans"/>
                <a:cs typeface="DejaVu Sans"/>
              </a:defRPr>
            </a:lvl4pPr>
            <a:lvl5pPr algn="l">
              <a:buNone/>
              <a:defRPr sz="1875" b="0">
                <a:solidFill>
                  <a:srgbClr val="102A43"/>
                </a:solidFill>
                <a:latin typeface="DejaVu Sans"/>
                <a:ea typeface="DejaVu Sans"/>
                <a:cs typeface="DejaVu Sans"/>
              </a:defRPr>
            </a:lvl5pPr>
            <a:lvl6pPr algn="l">
              <a:buNone/>
              <a:defRPr sz="1875" b="0">
                <a:solidFill>
                  <a:srgbClr val="102A43"/>
                </a:solidFill>
                <a:latin typeface="DejaVu Sans"/>
                <a:ea typeface="DejaVu Sans"/>
                <a:cs typeface="DejaVu Sans"/>
              </a:defRPr>
            </a:lvl6pPr>
            <a:lvl7pPr algn="l">
              <a:buNone/>
              <a:defRPr sz="1875" b="0">
                <a:solidFill>
                  <a:srgbClr val="102A43"/>
                </a:solidFill>
                <a:latin typeface="DejaVu Sans"/>
                <a:ea typeface="DejaVu Sans"/>
                <a:cs typeface="DejaVu Sans"/>
              </a:defRPr>
            </a:lvl7pPr>
            <a:lvl8pPr algn="l">
              <a:buNone/>
              <a:defRPr sz="1875" b="0">
                <a:solidFill>
                  <a:srgbClr val="102A43"/>
                </a:solidFill>
                <a:latin typeface="DejaVu Sans"/>
                <a:ea typeface="DejaVu Sans"/>
                <a:cs typeface="DejaVu Sans"/>
              </a:defRPr>
            </a:lvl8pPr>
            <a:lvl9pPr algn="l">
              <a:buNone/>
              <a:defRPr sz="1875" b="0">
                <a:solidFill>
                  <a:srgbClr val="102A43"/>
                </a:solidFill>
                <a:latin typeface="DejaVu Sans"/>
                <a:ea typeface="DejaVu Sans"/>
                <a:cs typeface="DejaVu Sans"/>
              </a:defRPr>
            </a:lvl9pPr>
          </a:lstStyle>
          <a:p xmlns:a="http://schemas.openxmlformats.org/drawingml/2006/main">
            <a:pPr algn="l">
              <a:lnSpc>
                <a:spcPct val="115000"/>
              </a:lnSpc>
              <a:buNone/>
              <a:defRPr sz="1875" b="0">
                <a:solidFill>
                  <a:srgbClr val="102A43"/>
                </a:solidFill>
                <a:latin typeface="DejaVu Sans"/>
                <a:ea typeface="DejaVu Sans"/>
                <a:cs typeface="DejaVu Sans"/>
              </a:defRPr>
            </a:pPr>
            <a:r>
              <a:rPr sz="1875" b="0">
                <a:solidFill>
                  <a:srgbClr val="102A43"/>
                </a:solidFill>
                <a:latin typeface="DejaVu Sans"/>
                <a:ea typeface="DejaVu Sans"/>
                <a:cs typeface="DejaVu Sans"/>
              </a:rPr>
              <a:t>Changing lookup data alone does not create a run</a:t>
            </a:r>
          </a:p>
        </p:txBody>
      </p:sp>
    </p:spTree>
    <p:extLst>
      <p:ext uri="{BB962C8B-B14F-4D97-AF65-F5344CB8AC3E}">
        <p14:creationId xmlns:p14="http://schemas.microsoft.com/office/powerpoint/2010/main" val="1602671166"/>
      </p:ext>
    </p:extLst>
  </p:cSld>
</p:sld>
</file>

<file path=ppt/slides/slide19.xml><?xml version="1.0" encoding="utf-8"?>
<p:sld xmlns:p="http://schemas.openxmlformats.org/presentationml/2006/main">
  <p:cSld>
    <p:bg>
      <p:bgPr>
        <a:solidFill xmlns:a="http://schemas.openxmlformats.org/drawingml/2006/main">
          <a:srgbClr val="F6F8FA"/>
        </a:solidFill>
      </p:bgPr>
    </p:bg>
    <p:spTree>
      <p:nvGrpSpPr>
        <p:cNvPr id="1" name=""/>
        <p:cNvGrpSpPr/>
        <p:nvPr/>
      </p:nvGrpSpPr>
      <p:grpSpPr>
        <a:xfrm xmlns:a="http://schemas.openxmlformats.org/drawingml/2006/main"/>
      </p:grpSpPr>
      <p:sp>
        <p:nvSpPr>
          <p:cNvPr id="8" name="slide-title">
            <a:extLst xmlns:a="http://schemas.openxmlformats.org/drawingml/2006/main">
              <a:ext uri="{FF2B5EF4-FFF2-40B4-BE49-F238E27FC236}">
                <a16:creationId xmlns:a16="http://schemas.microsoft.com/office/drawing/2014/main" id="{0BB0FD60-43EA-4CA2-91C2-4CACD7EDABE7}"/>
              </a:ext>
            </a:extLst>
          </p:cNvPr>
          <p:cNvSpPr>
            <a:spLocks xmlns:a="http://schemas.openxmlformats.org/drawingml/2006/main" noGrp="1"/>
          </p:cNvSpPr>
          <p:nvPr/>
        </p:nvSpPr>
        <p:spPr>
          <a:xfrm xmlns:a="http://schemas.openxmlformats.org/drawingml/2006/main">
            <a:off x="609600" y="438150"/>
            <a:ext cx="109728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300" b="1">
                <a:solidFill>
                  <a:srgbClr val="102A43"/>
                </a:solidFill>
                <a:latin typeface="DejaVu Sans"/>
                <a:ea typeface="DejaVu Sans"/>
                <a:cs typeface="DejaVu Sans"/>
              </a:defRPr>
            </a:defPPr>
            <a:lvl1pPr algn="l">
              <a:buNone/>
              <a:defRPr sz="3300" b="1">
                <a:solidFill>
                  <a:srgbClr val="102A43"/>
                </a:solidFill>
                <a:latin typeface="DejaVu Sans"/>
                <a:ea typeface="DejaVu Sans"/>
                <a:cs typeface="DejaVu Sans"/>
              </a:defRPr>
            </a:lvl1pPr>
            <a:lvl2pPr algn="l">
              <a:buNone/>
              <a:defRPr sz="3300" b="1">
                <a:solidFill>
                  <a:srgbClr val="102A43"/>
                </a:solidFill>
                <a:latin typeface="DejaVu Sans"/>
                <a:ea typeface="DejaVu Sans"/>
                <a:cs typeface="DejaVu Sans"/>
              </a:defRPr>
            </a:lvl2pPr>
            <a:lvl3pPr algn="l">
              <a:buNone/>
              <a:defRPr sz="3300" b="1">
                <a:solidFill>
                  <a:srgbClr val="102A43"/>
                </a:solidFill>
                <a:latin typeface="DejaVu Sans"/>
                <a:ea typeface="DejaVu Sans"/>
                <a:cs typeface="DejaVu Sans"/>
              </a:defRPr>
            </a:lvl3pPr>
            <a:lvl4pPr algn="l">
              <a:buNone/>
              <a:defRPr sz="3300" b="1">
                <a:solidFill>
                  <a:srgbClr val="102A43"/>
                </a:solidFill>
                <a:latin typeface="DejaVu Sans"/>
                <a:ea typeface="DejaVu Sans"/>
                <a:cs typeface="DejaVu Sans"/>
              </a:defRPr>
            </a:lvl4pPr>
            <a:lvl5pPr algn="l">
              <a:buNone/>
              <a:defRPr sz="3300" b="1">
                <a:solidFill>
                  <a:srgbClr val="102A43"/>
                </a:solidFill>
                <a:latin typeface="DejaVu Sans"/>
                <a:ea typeface="DejaVu Sans"/>
                <a:cs typeface="DejaVu Sans"/>
              </a:defRPr>
            </a:lvl5pPr>
            <a:lvl6pPr algn="l">
              <a:buNone/>
              <a:defRPr sz="3300" b="1">
                <a:solidFill>
                  <a:srgbClr val="102A43"/>
                </a:solidFill>
                <a:latin typeface="DejaVu Sans"/>
                <a:ea typeface="DejaVu Sans"/>
                <a:cs typeface="DejaVu Sans"/>
              </a:defRPr>
            </a:lvl6pPr>
            <a:lvl7pPr algn="l">
              <a:buNone/>
              <a:defRPr sz="3300" b="1">
                <a:solidFill>
                  <a:srgbClr val="102A43"/>
                </a:solidFill>
                <a:latin typeface="DejaVu Sans"/>
                <a:ea typeface="DejaVu Sans"/>
                <a:cs typeface="DejaVu Sans"/>
              </a:defRPr>
            </a:lvl7pPr>
            <a:lvl8pPr algn="l">
              <a:buNone/>
              <a:defRPr sz="3300" b="1">
                <a:solidFill>
                  <a:srgbClr val="102A43"/>
                </a:solidFill>
                <a:latin typeface="DejaVu Sans"/>
                <a:ea typeface="DejaVu Sans"/>
                <a:cs typeface="DejaVu Sans"/>
              </a:defRPr>
            </a:lvl8pPr>
            <a:lvl9pPr algn="l">
              <a:buNone/>
              <a:defRPr sz="3300" b="1">
                <a:solidFill>
                  <a:srgbClr val="102A43"/>
                </a:solidFill>
                <a:latin typeface="DejaVu Sans"/>
                <a:ea typeface="DejaVu Sans"/>
                <a:cs typeface="DejaVu Sans"/>
              </a:defRPr>
            </a:lvl9pPr>
          </a:lstStyle>
          <a:p xmlns:a="http://schemas.openxmlformats.org/drawingml/2006/main">
            <a:pPr algn="l">
              <a:lnSpc>
                <a:spcPct val="115000"/>
              </a:lnSpc>
              <a:buNone/>
              <a:defRPr sz="3300" b="1">
                <a:solidFill>
                  <a:srgbClr val="102A43"/>
                </a:solidFill>
                <a:latin typeface="DejaVu Sans"/>
                <a:ea typeface="DejaVu Sans"/>
                <a:cs typeface="DejaVu Sans"/>
              </a:defRPr>
            </a:pPr>
            <a:r>
              <a:rPr sz="3300" b="1">
                <a:solidFill>
                  <a:srgbClr val="102A43"/>
                </a:solidFill>
                <a:latin typeface="DejaVu Sans"/>
                <a:ea typeface="DejaVu Sans"/>
                <a:cs typeface="DejaVu Sans"/>
              </a:rPr>
              <a:t>Previews with request origins</a:t>
            </a:r>
          </a:p>
        </p:txBody>
      </p:sp>
      <p:sp>
        <p:nvSpPr>
          <p:cNvPr id="2" name="text-67">
            <a:extLst xmlns:a="http://schemas.openxmlformats.org/drawingml/2006/main">
              <a:ext uri="{FF2B5EF4-FFF2-40B4-BE49-F238E27FC236}">
                <a16:creationId xmlns:a16="http://schemas.microsoft.com/office/drawing/2014/main" id="{4B7C818A-07EC-407E-8210-7EBDFCCDA5D0}"/>
              </a:ext>
            </a:extLst>
          </p:cNvPr>
          <p:cNvSpPr>
            <a:spLocks xmlns:a="http://schemas.openxmlformats.org/drawingml/2006/main" noGrp="1"/>
          </p:cNvSpPr>
          <p:nvPr/>
        </p:nvSpPr>
        <p:spPr>
          <a:xfrm xmlns:a="http://schemas.openxmlformats.org/drawingml/2006/main">
            <a:off x="609600" y="1371600"/>
            <a:ext cx="109728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526778"/>
                </a:solidFill>
                <a:latin typeface="DejaVu Sans"/>
                <a:ea typeface="DejaVu Sans"/>
                <a:cs typeface="DejaVu Sans"/>
              </a:defRPr>
            </a:defPPr>
            <a:lvl1pPr algn="l">
              <a:buNone/>
              <a:defRPr sz="1875" b="0">
                <a:solidFill>
                  <a:srgbClr val="526778"/>
                </a:solidFill>
                <a:latin typeface="DejaVu Sans"/>
                <a:ea typeface="DejaVu Sans"/>
                <a:cs typeface="DejaVu Sans"/>
              </a:defRPr>
            </a:lvl1pPr>
            <a:lvl2pPr algn="l">
              <a:buNone/>
              <a:defRPr sz="1875" b="0">
                <a:solidFill>
                  <a:srgbClr val="526778"/>
                </a:solidFill>
                <a:latin typeface="DejaVu Sans"/>
                <a:ea typeface="DejaVu Sans"/>
                <a:cs typeface="DejaVu Sans"/>
              </a:defRPr>
            </a:lvl2pPr>
            <a:lvl3pPr algn="l">
              <a:buNone/>
              <a:defRPr sz="1875" b="0">
                <a:solidFill>
                  <a:srgbClr val="526778"/>
                </a:solidFill>
                <a:latin typeface="DejaVu Sans"/>
                <a:ea typeface="DejaVu Sans"/>
                <a:cs typeface="DejaVu Sans"/>
              </a:defRPr>
            </a:lvl3pPr>
            <a:lvl4pPr algn="l">
              <a:buNone/>
              <a:defRPr sz="1875" b="0">
                <a:solidFill>
                  <a:srgbClr val="526778"/>
                </a:solidFill>
                <a:latin typeface="DejaVu Sans"/>
                <a:ea typeface="DejaVu Sans"/>
                <a:cs typeface="DejaVu Sans"/>
              </a:defRPr>
            </a:lvl4pPr>
            <a:lvl5pPr algn="l">
              <a:buNone/>
              <a:defRPr sz="1875" b="0">
                <a:solidFill>
                  <a:srgbClr val="526778"/>
                </a:solidFill>
                <a:latin typeface="DejaVu Sans"/>
                <a:ea typeface="DejaVu Sans"/>
                <a:cs typeface="DejaVu Sans"/>
              </a:defRPr>
            </a:lvl5pPr>
            <a:lvl6pPr algn="l">
              <a:buNone/>
              <a:defRPr sz="1875" b="0">
                <a:solidFill>
                  <a:srgbClr val="526778"/>
                </a:solidFill>
                <a:latin typeface="DejaVu Sans"/>
                <a:ea typeface="DejaVu Sans"/>
                <a:cs typeface="DejaVu Sans"/>
              </a:defRPr>
            </a:lvl6pPr>
            <a:lvl7pPr algn="l">
              <a:buNone/>
              <a:defRPr sz="1875" b="0">
                <a:solidFill>
                  <a:srgbClr val="526778"/>
                </a:solidFill>
                <a:latin typeface="DejaVu Sans"/>
                <a:ea typeface="DejaVu Sans"/>
                <a:cs typeface="DejaVu Sans"/>
              </a:defRPr>
            </a:lvl7pPr>
            <a:lvl8pPr algn="l">
              <a:buNone/>
              <a:defRPr sz="1875" b="0">
                <a:solidFill>
                  <a:srgbClr val="526778"/>
                </a:solidFill>
                <a:latin typeface="DejaVu Sans"/>
                <a:ea typeface="DejaVu Sans"/>
                <a:cs typeface="DejaVu Sans"/>
              </a:defRPr>
            </a:lvl8pPr>
            <a:lvl9pPr algn="l">
              <a:buNone/>
              <a:defRPr sz="1875" b="0">
                <a:solidFill>
                  <a:srgbClr val="526778"/>
                </a:solidFill>
                <a:latin typeface="DejaVu Sans"/>
                <a:ea typeface="DejaVu Sans"/>
                <a:cs typeface="DejaVu Sans"/>
              </a:defRPr>
            </a:lvl9pPr>
          </a:lstStyle>
          <a:p xmlns:a="http://schemas.openxmlformats.org/drawingml/2006/main">
            <a:pPr algn="l">
              <a:lnSpc>
                <a:spcPct val="115000"/>
              </a:lnSpc>
              <a:buNone/>
              <a:defRPr sz="1875" b="0">
                <a:solidFill>
                  <a:srgbClr val="526778"/>
                </a:solidFill>
                <a:latin typeface="DejaVu Sans"/>
                <a:ea typeface="DejaVu Sans"/>
                <a:cs typeface="DejaVu Sans"/>
              </a:defRPr>
            </a:pPr>
            <a:r>
              <a:rPr sz="1875" b="0">
                <a:solidFill>
                  <a:srgbClr val="526778"/>
                </a:solidFill>
                <a:latin typeface="DejaVu Sans"/>
                <a:ea typeface="DejaVu Sans"/>
                <a:cs typeface="DejaVu Sans"/>
              </a:rPr>
              <a:t>Named previews tie each generated body to its file, member row and target.</a:t>
            </a:r>
          </a:p>
        </p:txBody>
      </p:sp>
      <p:sp>
        <p:nvSpPr>
          <p:cNvPr id="3" name="slide-number">
            <a:extLst xmlns:a="http://schemas.openxmlformats.org/drawingml/2006/main">
              <a:ext uri="{FF2B5EF4-FFF2-40B4-BE49-F238E27FC236}">
                <a16:creationId xmlns:a16="http://schemas.microsoft.com/office/drawing/2014/main" id="{EF3A826B-10E4-4FAD-A2B0-EB47E6CA93AF}"/>
              </a:ext>
            </a:extLst>
          </p:cNvPr>
          <p:cNvSpPr>
            <a:spLocks xmlns:a="http://schemas.openxmlformats.org/drawingml/2006/main" noGrp="1"/>
          </p:cNvSpPr>
          <p:nvPr/>
        </p:nvSpPr>
        <p:spPr>
          <a:xfrm xmlns:a="http://schemas.openxmlformats.org/drawingml/2006/main">
            <a:off x="11182350" y="6391275"/>
            <a:ext cx="4000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275" b="0">
                <a:solidFill>
                  <a:srgbClr val="526778"/>
                </a:solidFill>
                <a:latin typeface="DejaVu Sans"/>
                <a:ea typeface="DejaVu Sans"/>
                <a:cs typeface="DejaVu Sans"/>
              </a:defRPr>
            </a:defPPr>
            <a:lvl1pPr algn="r">
              <a:buNone/>
              <a:defRPr sz="1275" b="0">
                <a:solidFill>
                  <a:srgbClr val="526778"/>
                </a:solidFill>
                <a:latin typeface="DejaVu Sans"/>
                <a:ea typeface="DejaVu Sans"/>
                <a:cs typeface="DejaVu Sans"/>
              </a:defRPr>
            </a:lvl1pPr>
            <a:lvl2pPr algn="r">
              <a:buNone/>
              <a:defRPr sz="1275" b="0">
                <a:solidFill>
                  <a:srgbClr val="526778"/>
                </a:solidFill>
                <a:latin typeface="DejaVu Sans"/>
                <a:ea typeface="DejaVu Sans"/>
                <a:cs typeface="DejaVu Sans"/>
              </a:defRPr>
            </a:lvl2pPr>
            <a:lvl3pPr algn="r">
              <a:buNone/>
              <a:defRPr sz="1275" b="0">
                <a:solidFill>
                  <a:srgbClr val="526778"/>
                </a:solidFill>
                <a:latin typeface="DejaVu Sans"/>
                <a:ea typeface="DejaVu Sans"/>
                <a:cs typeface="DejaVu Sans"/>
              </a:defRPr>
            </a:lvl3pPr>
            <a:lvl4pPr algn="r">
              <a:buNone/>
              <a:defRPr sz="1275" b="0">
                <a:solidFill>
                  <a:srgbClr val="526778"/>
                </a:solidFill>
                <a:latin typeface="DejaVu Sans"/>
                <a:ea typeface="DejaVu Sans"/>
                <a:cs typeface="DejaVu Sans"/>
              </a:defRPr>
            </a:lvl4pPr>
            <a:lvl5pPr algn="r">
              <a:buNone/>
              <a:defRPr sz="1275" b="0">
                <a:solidFill>
                  <a:srgbClr val="526778"/>
                </a:solidFill>
                <a:latin typeface="DejaVu Sans"/>
                <a:ea typeface="DejaVu Sans"/>
                <a:cs typeface="DejaVu Sans"/>
              </a:defRPr>
            </a:lvl5pPr>
            <a:lvl6pPr algn="r">
              <a:buNone/>
              <a:defRPr sz="1275" b="0">
                <a:solidFill>
                  <a:srgbClr val="526778"/>
                </a:solidFill>
                <a:latin typeface="DejaVu Sans"/>
                <a:ea typeface="DejaVu Sans"/>
                <a:cs typeface="DejaVu Sans"/>
              </a:defRPr>
            </a:lvl6pPr>
            <a:lvl7pPr algn="r">
              <a:buNone/>
              <a:defRPr sz="1275" b="0">
                <a:solidFill>
                  <a:srgbClr val="526778"/>
                </a:solidFill>
                <a:latin typeface="DejaVu Sans"/>
                <a:ea typeface="DejaVu Sans"/>
                <a:cs typeface="DejaVu Sans"/>
              </a:defRPr>
            </a:lvl7pPr>
            <a:lvl8pPr algn="r">
              <a:buNone/>
              <a:defRPr sz="1275" b="0">
                <a:solidFill>
                  <a:srgbClr val="526778"/>
                </a:solidFill>
                <a:latin typeface="DejaVu Sans"/>
                <a:ea typeface="DejaVu Sans"/>
                <a:cs typeface="DejaVu Sans"/>
              </a:defRPr>
            </a:lvl8pPr>
            <a:lvl9pPr algn="r">
              <a:buNone/>
              <a:defRPr sz="1275" b="0">
                <a:solidFill>
                  <a:srgbClr val="526778"/>
                </a:solidFill>
                <a:latin typeface="DejaVu Sans"/>
                <a:ea typeface="DejaVu Sans"/>
                <a:cs typeface="DejaVu Sans"/>
              </a:defRPr>
            </a:lvl9pPr>
          </a:lstStyle>
          <a:p xmlns:a="http://schemas.openxmlformats.org/drawingml/2006/main">
            <a:pPr algn="r">
              <a:lnSpc>
                <a:spcPct val="115000"/>
              </a:lnSpc>
              <a:buNone/>
              <a:defRPr sz="1275" b="0">
                <a:solidFill>
                  <a:srgbClr val="526778"/>
                </a:solidFill>
                <a:latin typeface="DejaVu Sans"/>
                <a:ea typeface="DejaVu Sans"/>
                <a:cs typeface="DejaVu Sans"/>
              </a:defRPr>
            </a:pPr>
            <a:r>
              <a:rPr sz="1275" b="0">
                <a:solidFill>
                  <a:srgbClr val="526778"/>
                </a:solidFill>
                <a:latin typeface="DejaVu Sans"/>
                <a:ea typeface="DejaVu Sans"/>
                <a:cs typeface="DejaVu Sans"/>
              </a:rPr>
              <a:t>19</a:t>
            </a:r>
          </a:p>
        </p:txBody>
      </p:sp>
      <p:sp>
        <p:nvSpPr>
          <p:cNvPr id="4" name="text-68">
            <a:extLst xmlns:a="http://schemas.openxmlformats.org/drawingml/2006/main">
              <a:ext uri="{FF2B5EF4-FFF2-40B4-BE49-F238E27FC236}">
                <a16:creationId xmlns:a16="http://schemas.microsoft.com/office/drawing/2014/main" id="{39DDAE40-A0C8-41DC-8C60-37BC17F3F369}"/>
              </a:ext>
            </a:extLst>
          </p:cNvPr>
          <p:cNvSpPr>
            <a:spLocks xmlns:a="http://schemas.openxmlformats.org/drawingml/2006/main" noGrp="1"/>
          </p:cNvSpPr>
          <p:nvPr/>
        </p:nvSpPr>
        <p:spPr>
          <a:xfrm xmlns:a="http://schemas.openxmlformats.org/drawingml/2006/main">
            <a:off x="609600" y="2000250"/>
            <a:ext cx="5191125"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1">
                <a:solidFill>
                  <a:srgbClr val="007F86"/>
                </a:solidFill>
                <a:latin typeface="DejaVu Sans"/>
                <a:ea typeface="DejaVu Sans"/>
                <a:cs typeface="DejaVu Sans"/>
              </a:defRPr>
            </a:defPPr>
            <a:lvl1pPr algn="l">
              <a:buNone/>
              <a:defRPr sz="1875" b="1">
                <a:solidFill>
                  <a:srgbClr val="007F86"/>
                </a:solidFill>
                <a:latin typeface="DejaVu Sans"/>
                <a:ea typeface="DejaVu Sans"/>
                <a:cs typeface="DejaVu Sans"/>
              </a:defRPr>
            </a:lvl1pPr>
            <a:lvl2pPr algn="l">
              <a:buNone/>
              <a:defRPr sz="1875" b="1">
                <a:solidFill>
                  <a:srgbClr val="007F86"/>
                </a:solidFill>
                <a:latin typeface="DejaVu Sans"/>
                <a:ea typeface="DejaVu Sans"/>
                <a:cs typeface="DejaVu Sans"/>
              </a:defRPr>
            </a:lvl2pPr>
            <a:lvl3pPr algn="l">
              <a:buNone/>
              <a:defRPr sz="1875" b="1">
                <a:solidFill>
                  <a:srgbClr val="007F86"/>
                </a:solidFill>
                <a:latin typeface="DejaVu Sans"/>
                <a:ea typeface="DejaVu Sans"/>
                <a:cs typeface="DejaVu Sans"/>
              </a:defRPr>
            </a:lvl3pPr>
            <a:lvl4pPr algn="l">
              <a:buNone/>
              <a:defRPr sz="1875" b="1">
                <a:solidFill>
                  <a:srgbClr val="007F86"/>
                </a:solidFill>
                <a:latin typeface="DejaVu Sans"/>
                <a:ea typeface="DejaVu Sans"/>
                <a:cs typeface="DejaVu Sans"/>
              </a:defRPr>
            </a:lvl4pPr>
            <a:lvl5pPr algn="l">
              <a:buNone/>
              <a:defRPr sz="1875" b="1">
                <a:solidFill>
                  <a:srgbClr val="007F86"/>
                </a:solidFill>
                <a:latin typeface="DejaVu Sans"/>
                <a:ea typeface="DejaVu Sans"/>
                <a:cs typeface="DejaVu Sans"/>
              </a:defRPr>
            </a:lvl5pPr>
            <a:lvl6pPr algn="l">
              <a:buNone/>
              <a:defRPr sz="1875" b="1">
                <a:solidFill>
                  <a:srgbClr val="007F86"/>
                </a:solidFill>
                <a:latin typeface="DejaVu Sans"/>
                <a:ea typeface="DejaVu Sans"/>
                <a:cs typeface="DejaVu Sans"/>
              </a:defRPr>
            </a:lvl6pPr>
            <a:lvl7pPr algn="l">
              <a:buNone/>
              <a:defRPr sz="1875" b="1">
                <a:solidFill>
                  <a:srgbClr val="007F86"/>
                </a:solidFill>
                <a:latin typeface="DejaVu Sans"/>
                <a:ea typeface="DejaVu Sans"/>
                <a:cs typeface="DejaVu Sans"/>
              </a:defRPr>
            </a:lvl7pPr>
            <a:lvl8pPr algn="l">
              <a:buNone/>
              <a:defRPr sz="1875" b="1">
                <a:solidFill>
                  <a:srgbClr val="007F86"/>
                </a:solidFill>
                <a:latin typeface="DejaVu Sans"/>
                <a:ea typeface="DejaVu Sans"/>
                <a:cs typeface="DejaVu Sans"/>
              </a:defRPr>
            </a:lvl8pPr>
            <a:lvl9pPr algn="l">
              <a:buNone/>
              <a:defRPr sz="1875" b="1">
                <a:solidFill>
                  <a:srgbClr val="007F86"/>
                </a:solidFill>
                <a:latin typeface="DejaVu Sans"/>
                <a:ea typeface="DejaVu Sans"/>
                <a:cs typeface="DejaVu Sans"/>
              </a:defRPr>
            </a:lvl9pPr>
          </a:lstStyle>
          <a:p xmlns:a="http://schemas.openxmlformats.org/drawingml/2006/main">
            <a:pPr algn="l">
              <a:lnSpc>
                <a:spcPct val="115000"/>
              </a:lnSpc>
              <a:buNone/>
              <a:defRPr sz="1875" b="1">
                <a:solidFill>
                  <a:srgbClr val="007F86"/>
                </a:solidFill>
                <a:latin typeface="DejaVu Sans"/>
                <a:ea typeface="DejaVu Sans"/>
                <a:cs typeface="DejaVu Sans"/>
              </a:defRPr>
            </a:pPr>
            <a:r>
              <a:rPr sz="1875" b="1">
                <a:solidFill>
                  <a:srgbClr val="007F86"/>
                </a:solidFill>
                <a:latin typeface="DejaVu Sans"/>
                <a:ea typeface="DejaVu Sans"/>
                <a:cs typeface="DejaVu Sans"/>
              </a:rPr>
              <a:t>source metadata excerpt</a:t>
            </a:r>
          </a:p>
        </p:txBody>
      </p:sp>
      <p:sp>
        <p:nvSpPr>
          <p:cNvPr id="5" name="text-69">
            <a:extLst xmlns:a="http://schemas.openxmlformats.org/drawingml/2006/main">
              <a:ext uri="{FF2B5EF4-FFF2-40B4-BE49-F238E27FC236}">
                <a16:creationId xmlns:a16="http://schemas.microsoft.com/office/drawing/2014/main" id="{29C08811-9DD5-401D-8745-B9F80DDCA2CE}"/>
              </a:ext>
            </a:extLst>
          </p:cNvPr>
          <p:cNvSpPr>
            <a:spLocks xmlns:a="http://schemas.openxmlformats.org/drawingml/2006/main" noGrp="1"/>
          </p:cNvSpPr>
          <p:nvPr/>
        </p:nvSpPr>
        <p:spPr>
          <a:xfrm xmlns:a="http://schemas.openxmlformats.org/drawingml/2006/main">
            <a:off x="6381750" y="2000250"/>
            <a:ext cx="52006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1">
                <a:solidFill>
                  <a:srgbClr val="007F86"/>
                </a:solidFill>
                <a:latin typeface="DejaVu Sans"/>
                <a:ea typeface="DejaVu Sans"/>
                <a:cs typeface="DejaVu Sans"/>
              </a:defRPr>
            </a:defPPr>
            <a:lvl1pPr algn="l">
              <a:buNone/>
              <a:defRPr sz="1875" b="1">
                <a:solidFill>
                  <a:srgbClr val="007F86"/>
                </a:solidFill>
                <a:latin typeface="DejaVu Sans"/>
                <a:ea typeface="DejaVu Sans"/>
                <a:cs typeface="DejaVu Sans"/>
              </a:defRPr>
            </a:lvl1pPr>
            <a:lvl2pPr algn="l">
              <a:buNone/>
              <a:defRPr sz="1875" b="1">
                <a:solidFill>
                  <a:srgbClr val="007F86"/>
                </a:solidFill>
                <a:latin typeface="DejaVu Sans"/>
                <a:ea typeface="DejaVu Sans"/>
                <a:cs typeface="DejaVu Sans"/>
              </a:defRPr>
            </a:lvl2pPr>
            <a:lvl3pPr algn="l">
              <a:buNone/>
              <a:defRPr sz="1875" b="1">
                <a:solidFill>
                  <a:srgbClr val="007F86"/>
                </a:solidFill>
                <a:latin typeface="DejaVu Sans"/>
                <a:ea typeface="DejaVu Sans"/>
                <a:cs typeface="DejaVu Sans"/>
              </a:defRPr>
            </a:lvl3pPr>
            <a:lvl4pPr algn="l">
              <a:buNone/>
              <a:defRPr sz="1875" b="1">
                <a:solidFill>
                  <a:srgbClr val="007F86"/>
                </a:solidFill>
                <a:latin typeface="DejaVu Sans"/>
                <a:ea typeface="DejaVu Sans"/>
                <a:cs typeface="DejaVu Sans"/>
              </a:defRPr>
            </a:lvl4pPr>
            <a:lvl5pPr algn="l">
              <a:buNone/>
              <a:defRPr sz="1875" b="1">
                <a:solidFill>
                  <a:srgbClr val="007F86"/>
                </a:solidFill>
                <a:latin typeface="DejaVu Sans"/>
                <a:ea typeface="DejaVu Sans"/>
                <a:cs typeface="DejaVu Sans"/>
              </a:defRPr>
            </a:lvl5pPr>
            <a:lvl6pPr algn="l">
              <a:buNone/>
              <a:defRPr sz="1875" b="1">
                <a:solidFill>
                  <a:srgbClr val="007F86"/>
                </a:solidFill>
                <a:latin typeface="DejaVu Sans"/>
                <a:ea typeface="DejaVu Sans"/>
                <a:cs typeface="DejaVu Sans"/>
              </a:defRPr>
            </a:lvl6pPr>
            <a:lvl7pPr algn="l">
              <a:buNone/>
              <a:defRPr sz="1875" b="1">
                <a:solidFill>
                  <a:srgbClr val="007F86"/>
                </a:solidFill>
                <a:latin typeface="DejaVu Sans"/>
                <a:ea typeface="DejaVu Sans"/>
                <a:cs typeface="DejaVu Sans"/>
              </a:defRPr>
            </a:lvl7pPr>
            <a:lvl8pPr algn="l">
              <a:buNone/>
              <a:defRPr sz="1875" b="1">
                <a:solidFill>
                  <a:srgbClr val="007F86"/>
                </a:solidFill>
                <a:latin typeface="DejaVu Sans"/>
                <a:ea typeface="DejaVu Sans"/>
                <a:cs typeface="DejaVu Sans"/>
              </a:defRPr>
            </a:lvl8pPr>
            <a:lvl9pPr algn="l">
              <a:buNone/>
              <a:defRPr sz="1875" b="1">
                <a:solidFill>
                  <a:srgbClr val="007F86"/>
                </a:solidFill>
                <a:latin typeface="DejaVu Sans"/>
                <a:ea typeface="DejaVu Sans"/>
                <a:cs typeface="DejaVu Sans"/>
              </a:defRPr>
            </a:lvl9pPr>
          </a:lstStyle>
          <a:p xmlns:a="http://schemas.openxmlformats.org/drawingml/2006/main">
            <a:pPr algn="l">
              <a:lnSpc>
                <a:spcPct val="115000"/>
              </a:lnSpc>
              <a:buNone/>
              <a:defRPr sz="1875" b="1">
                <a:solidFill>
                  <a:srgbClr val="007F86"/>
                </a:solidFill>
                <a:latin typeface="DejaVu Sans"/>
                <a:ea typeface="DejaVu Sans"/>
                <a:cs typeface="DejaVu Sans"/>
              </a:defRPr>
            </a:pPr>
            <a:r>
              <a:rPr sz="1875" b="1">
                <a:solidFill>
                  <a:srgbClr val="007F86"/>
                </a:solidFill>
                <a:latin typeface="DejaVu Sans"/>
                <a:ea typeface="DejaVu Sans"/>
                <a:cs typeface="DejaVu Sans"/>
              </a:rPr>
              <a:t>requestDetails excerpt</a:t>
            </a:r>
          </a:p>
        </p:txBody>
      </p:sp>
      <p:sp>
        <p:nvSpPr>
          <p:cNvPr id="6" name="text-70">
            <a:extLst xmlns:a="http://schemas.openxmlformats.org/drawingml/2006/main">
              <a:ext uri="{FF2B5EF4-FFF2-40B4-BE49-F238E27FC236}">
                <a16:creationId xmlns:a16="http://schemas.microsoft.com/office/drawing/2014/main" id="{23DD3EA3-5D31-4938-8169-72AB1EE83CC1}"/>
              </a:ext>
            </a:extLst>
          </p:cNvPr>
          <p:cNvSpPr>
            <a:spLocks xmlns:a="http://schemas.openxmlformats.org/drawingml/2006/main" noGrp="1"/>
          </p:cNvSpPr>
          <p:nvPr/>
        </p:nvSpPr>
        <p:spPr>
          <a:xfrm xmlns:a="http://schemas.openxmlformats.org/drawingml/2006/main">
            <a:off x="609600" y="2533650"/>
            <a:ext cx="5191125" cy="3352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725" b="0">
                <a:solidFill>
                  <a:srgbClr val="102A43"/>
                </a:solidFill>
                <a:latin typeface="DejaVu Sans Mono"/>
                <a:ea typeface="DejaVu Sans Mono"/>
                <a:cs typeface="DejaVu Sans Mono"/>
              </a:defRPr>
            </a:defPPr>
            <a:lvl1pPr algn="l">
              <a:buNone/>
              <a:defRPr sz="1725" b="0">
                <a:solidFill>
                  <a:srgbClr val="102A43"/>
                </a:solidFill>
                <a:latin typeface="DejaVu Sans Mono"/>
                <a:ea typeface="DejaVu Sans Mono"/>
                <a:cs typeface="DejaVu Sans Mono"/>
              </a:defRPr>
            </a:lvl1pPr>
            <a:lvl2pPr algn="l">
              <a:buNone/>
              <a:defRPr sz="1725" b="0">
                <a:solidFill>
                  <a:srgbClr val="102A43"/>
                </a:solidFill>
                <a:latin typeface="DejaVu Sans Mono"/>
                <a:ea typeface="DejaVu Sans Mono"/>
                <a:cs typeface="DejaVu Sans Mono"/>
              </a:defRPr>
            </a:lvl2pPr>
            <a:lvl3pPr algn="l">
              <a:buNone/>
              <a:defRPr sz="1725" b="0">
                <a:solidFill>
                  <a:srgbClr val="102A43"/>
                </a:solidFill>
                <a:latin typeface="DejaVu Sans Mono"/>
                <a:ea typeface="DejaVu Sans Mono"/>
                <a:cs typeface="DejaVu Sans Mono"/>
              </a:defRPr>
            </a:lvl3pPr>
            <a:lvl4pPr algn="l">
              <a:buNone/>
              <a:defRPr sz="1725" b="0">
                <a:solidFill>
                  <a:srgbClr val="102A43"/>
                </a:solidFill>
                <a:latin typeface="DejaVu Sans Mono"/>
                <a:ea typeface="DejaVu Sans Mono"/>
                <a:cs typeface="DejaVu Sans Mono"/>
              </a:defRPr>
            </a:lvl4pPr>
            <a:lvl5pPr algn="l">
              <a:buNone/>
              <a:defRPr sz="1725" b="0">
                <a:solidFill>
                  <a:srgbClr val="102A43"/>
                </a:solidFill>
                <a:latin typeface="DejaVu Sans Mono"/>
                <a:ea typeface="DejaVu Sans Mono"/>
                <a:cs typeface="DejaVu Sans Mono"/>
              </a:defRPr>
            </a:lvl5pPr>
            <a:lvl6pPr algn="l">
              <a:buNone/>
              <a:defRPr sz="1725" b="0">
                <a:solidFill>
                  <a:srgbClr val="102A43"/>
                </a:solidFill>
                <a:latin typeface="DejaVu Sans Mono"/>
                <a:ea typeface="DejaVu Sans Mono"/>
                <a:cs typeface="DejaVu Sans Mono"/>
              </a:defRPr>
            </a:lvl6pPr>
            <a:lvl7pPr algn="l">
              <a:buNone/>
              <a:defRPr sz="1725" b="0">
                <a:solidFill>
                  <a:srgbClr val="102A43"/>
                </a:solidFill>
                <a:latin typeface="DejaVu Sans Mono"/>
                <a:ea typeface="DejaVu Sans Mono"/>
                <a:cs typeface="DejaVu Sans Mono"/>
              </a:defRPr>
            </a:lvl7pPr>
            <a:lvl8pPr algn="l">
              <a:buNone/>
              <a:defRPr sz="1725" b="0">
                <a:solidFill>
                  <a:srgbClr val="102A43"/>
                </a:solidFill>
                <a:latin typeface="DejaVu Sans Mono"/>
                <a:ea typeface="DejaVu Sans Mono"/>
                <a:cs typeface="DejaVu Sans Mono"/>
              </a:defRPr>
            </a:lvl8pPr>
            <a:lvl9pPr algn="l">
              <a:buNone/>
              <a:defRPr sz="1725" b="0">
                <a:solidFill>
                  <a:srgbClr val="102A43"/>
                </a:solidFill>
                <a:latin typeface="DejaVu Sans Mono"/>
                <a:ea typeface="DejaVu Sans Mono"/>
                <a:cs typeface="DejaVu Sans Mono"/>
              </a:defRPr>
            </a:lvl9pPr>
          </a:lstStyle>
          <a:p xmlns:a="http://schemas.openxmlformats.org/drawingml/2006/main">
            <a:pPr algn="l">
              <a:lnSpc>
                <a:spcPct val="115000"/>
              </a:lnSpc>
              <a:buNone/>
              <a:defRPr sz="1725" b="0">
                <a:solidFill>
                  <a:srgbClr val="102A43"/>
                </a:solidFill>
                <a:latin typeface="DejaVu Sans Mono"/>
                <a:ea typeface="DejaVu Sans Mono"/>
                <a:cs typeface="DejaVu Sans Mono"/>
              </a:defRPr>
            </a:pPr>
            <a:r>
              <a:rPr sz="1725" b="0">
                <a:solidFill>
                  <a:srgbClr val="102A43"/>
                </a:solidFill>
                <a:latin typeface="DejaVu Sans Mono"/>
                <a:ea typeface="DejaVu Sans Mono"/>
                <a:cs typeface="DejaVu Sans Mono"/>
              </a:rPr>
              <a:t>"fileName": "consent.csv",</a:t>
            </a:r>
          </a:p>
          <a:p xmlns:a="http://schemas.openxmlformats.org/drawingml/2006/main">
            <a:pPr algn="l">
              <a:lnSpc>
                <a:spcPct val="115000"/>
              </a:lnSpc>
              <a:buNone/>
              <a:defRPr sz="1725" b="0">
                <a:solidFill>
                  <a:srgbClr val="102A43"/>
                </a:solidFill>
                <a:latin typeface="DejaVu Sans Mono"/>
                <a:ea typeface="DejaVu Sans Mono"/>
                <a:cs typeface="DejaVu Sans Mono"/>
              </a:defRPr>
            </a:pPr>
            <a:r>
              <a:rPr sz="1725" b="0">
                <a:solidFill>
                  <a:srgbClr val="102A43"/>
                </a:solidFill>
                <a:latin typeface="DejaVu Sans Mono"/>
                <a:ea typeface="DejaVu Sans Mono"/>
                <a:cs typeface="DejaVu Sans Mono"/>
              </a:rPr>
              <a:t>"fileType": "CSV",</a:t>
            </a:r>
          </a:p>
          <a:p xmlns:a="http://schemas.openxmlformats.org/drawingml/2006/main">
            <a:pPr algn="l">
              <a:lnSpc>
                <a:spcPct val="115000"/>
              </a:lnSpc>
              <a:buNone/>
              <a:defRPr sz="1725" b="0">
                <a:solidFill>
                  <a:srgbClr val="102A43"/>
                </a:solidFill>
                <a:latin typeface="DejaVu Sans Mono"/>
                <a:ea typeface="DejaVu Sans Mono"/>
                <a:cs typeface="DejaVu Sans Mono"/>
              </a:defRPr>
            </a:pPr>
            <a:r>
              <a:rPr sz="1725" b="0">
                <a:solidFill>
                  <a:srgbClr val="102A43"/>
                </a:solidFill>
                <a:latin typeface="DejaVu Sans Mono"/>
                <a:ea typeface="DejaVu Sans Mono"/>
                <a:cs typeface="DejaVu Sans Mono"/>
              </a:rPr>
              <a:t>"requestCount": 4,</a:t>
            </a:r>
          </a:p>
          <a:p xmlns:a="http://schemas.openxmlformats.org/drawingml/2006/main">
            <a:pPr algn="l">
              <a:lnSpc>
                <a:spcPct val="115000"/>
              </a:lnSpc>
              <a:buNone/>
              <a:defRPr sz="1725" b="0">
                <a:solidFill>
                  <a:srgbClr val="102A43"/>
                </a:solidFill>
                <a:latin typeface="DejaVu Sans Mono"/>
                <a:ea typeface="DejaVu Sans Mono"/>
                <a:cs typeface="DejaVu Sans Mono"/>
              </a:defRPr>
            </a:pPr>
            <a:r>
              <a:rPr sz="1725" b="0">
                <a:solidFill>
                  <a:srgbClr val="102A43"/>
                </a:solidFill>
                <a:latin typeface="DejaVu Sans Mono"/>
                <a:ea typeface="DejaVu Sans Mono"/>
                <a:cs typeface="DejaVu Sans Mono"/>
              </a:rPr>
              <a:t>"engineVersion": 3,</a:t>
            </a:r>
          </a:p>
          <a:p xmlns:a="http://schemas.openxmlformats.org/drawingml/2006/main">
            <a:pPr algn="l">
              <a:lnSpc>
                <a:spcPct val="115000"/>
              </a:lnSpc>
              <a:buNone/>
              <a:defRPr sz="1725" b="0">
                <a:solidFill>
                  <a:srgbClr val="102A43"/>
                </a:solidFill>
                <a:latin typeface="DejaVu Sans Mono"/>
                <a:ea typeface="DejaVu Sans Mono"/>
                <a:cs typeface="DejaVu Sans Mono"/>
              </a:defRPr>
            </a:pPr>
            <a:r>
              <a:rPr sz="1725" b="0">
                <a:solidFill>
                  <a:srgbClr val="102A43"/>
                </a:solidFill>
                <a:latin typeface="DejaVu Sans Mono"/>
                <a:ea typeface="DejaVu Sans Mono"/>
                <a:cs typeface="DejaVu Sans Mono"/>
              </a:rPr>
              <a:t>"requestBodyShape":</a:t>
            </a:r>
          </a:p>
          <a:p xmlns:a="http://schemas.openxmlformats.org/drawingml/2006/main">
            <a:pPr algn="l">
              <a:lnSpc>
                <a:spcPct val="115000"/>
              </a:lnSpc>
              <a:buNone/>
              <a:defRPr sz="1725" b="0">
                <a:solidFill>
                  <a:srgbClr val="102A43"/>
                </a:solidFill>
                <a:latin typeface="DejaVu Sans Mono"/>
                <a:ea typeface="DejaVu Sans Mono"/>
                <a:cs typeface="DejaVu Sans Mono"/>
              </a:defRPr>
            </a:pPr>
            <a:r>
              <a:rPr sz="1725" b="0">
                <a:solidFill>
                  <a:srgbClr val="102A43"/>
                </a:solidFill>
                <a:latin typeface="DejaVu Sans Mono"/>
                <a:ea typeface="DejaVu Sans Mono"/>
                <a:cs typeface="DejaVu Sans Mono"/>
              </a:rPr>
              <a:t>  "MEMBER_CONSENT_ARRAY"</a:t>
            </a:r>
          </a:p>
          <a:p xmlns:a="http://schemas.openxmlformats.org/drawingml/2006/main">
            <a:pPr algn="l">
              <a:lnSpc>
                <a:spcPct val="115000"/>
              </a:lnSpc>
              <a:buNone/>
              <a:defRPr sz="1725" b="0">
                <a:solidFill>
                  <a:srgbClr val="102A43"/>
                </a:solidFill>
                <a:latin typeface="DejaVu Sans Mono"/>
                <a:ea typeface="DejaVu Sans Mono"/>
                <a:cs typeface="DejaVu Sans Mono"/>
              </a:defRPr>
            </a:pPr>
          </a:p>
          <a:p xmlns:a="http://schemas.openxmlformats.org/drawingml/2006/main">
            <a:pPr algn="l">
              <a:lnSpc>
                <a:spcPct val="115000"/>
              </a:lnSpc>
              <a:buNone/>
              <a:defRPr sz="1725" b="0">
                <a:solidFill>
                  <a:srgbClr val="102A43"/>
                </a:solidFill>
                <a:latin typeface="DejaVu Sans Mono"/>
                <a:ea typeface="DejaVu Sans Mono"/>
                <a:cs typeface="DejaVu Sans Mono"/>
              </a:defRPr>
            </a:pPr>
            <a:r>
              <a:rPr sz="1725" b="0">
                <a:solidFill>
                  <a:srgbClr val="102A43"/>
                </a:solidFill>
                <a:latin typeface="DejaVu Sans Mono"/>
                <a:ea typeface="DejaVu Sans Mono"/>
                <a:cs typeface="DejaVu Sans Mono"/>
              </a:rPr>
              <a:t>consent.csv.preview.json</a:t>
            </a:r>
          </a:p>
          <a:p xmlns:a="http://schemas.openxmlformats.org/drawingml/2006/main">
            <a:pPr algn="l">
              <a:lnSpc>
                <a:spcPct val="115000"/>
              </a:lnSpc>
              <a:buNone/>
              <a:defRPr sz="1725" b="0">
                <a:solidFill>
                  <a:srgbClr val="102A43"/>
                </a:solidFill>
                <a:latin typeface="DejaVu Sans Mono"/>
                <a:ea typeface="DejaVu Sans Mono"/>
                <a:cs typeface="DejaVu Sans Mono"/>
              </a:defRPr>
            </a:pPr>
            <a:r>
              <a:rPr sz="1725" b="0">
                <a:solidFill>
                  <a:srgbClr val="102A43"/>
                </a:solidFill>
                <a:latin typeface="DejaVu Sans Mono"/>
                <a:ea typeface="DejaVu Sans Mono"/>
                <a:cs typeface="DejaVu Sans Mono"/>
              </a:rPr>
              <a:t>requests.jsonl</a:t>
            </a:r>
          </a:p>
        </p:txBody>
      </p:sp>
      <p:sp>
        <p:nvSpPr>
          <p:cNvPr id="7" name="text-71">
            <a:extLst xmlns:a="http://schemas.openxmlformats.org/drawingml/2006/main">
              <a:ext uri="{FF2B5EF4-FFF2-40B4-BE49-F238E27FC236}">
                <a16:creationId xmlns:a16="http://schemas.microsoft.com/office/drawing/2014/main" id="{AED16148-D17C-4CDA-B45D-62530BFF20D2}"/>
              </a:ext>
            </a:extLst>
          </p:cNvPr>
          <p:cNvSpPr>
            <a:spLocks xmlns:a="http://schemas.openxmlformats.org/drawingml/2006/main" noGrp="1"/>
          </p:cNvSpPr>
          <p:nvPr/>
        </p:nvSpPr>
        <p:spPr>
          <a:xfrm xmlns:a="http://schemas.openxmlformats.org/drawingml/2006/main">
            <a:off x="6381750" y="2533650"/>
            <a:ext cx="5200650" cy="3352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725" b="0">
                <a:solidFill>
                  <a:srgbClr val="102A43"/>
                </a:solidFill>
                <a:latin typeface="DejaVu Sans Mono"/>
                <a:ea typeface="DejaVu Sans Mono"/>
                <a:cs typeface="DejaVu Sans Mono"/>
              </a:defRPr>
            </a:defPPr>
            <a:lvl1pPr algn="l">
              <a:buNone/>
              <a:defRPr sz="1725" b="0">
                <a:solidFill>
                  <a:srgbClr val="102A43"/>
                </a:solidFill>
                <a:latin typeface="DejaVu Sans Mono"/>
                <a:ea typeface="DejaVu Sans Mono"/>
                <a:cs typeface="DejaVu Sans Mono"/>
              </a:defRPr>
            </a:lvl1pPr>
            <a:lvl2pPr algn="l">
              <a:buNone/>
              <a:defRPr sz="1725" b="0">
                <a:solidFill>
                  <a:srgbClr val="102A43"/>
                </a:solidFill>
                <a:latin typeface="DejaVu Sans Mono"/>
                <a:ea typeface="DejaVu Sans Mono"/>
                <a:cs typeface="DejaVu Sans Mono"/>
              </a:defRPr>
            </a:lvl2pPr>
            <a:lvl3pPr algn="l">
              <a:buNone/>
              <a:defRPr sz="1725" b="0">
                <a:solidFill>
                  <a:srgbClr val="102A43"/>
                </a:solidFill>
                <a:latin typeface="DejaVu Sans Mono"/>
                <a:ea typeface="DejaVu Sans Mono"/>
                <a:cs typeface="DejaVu Sans Mono"/>
              </a:defRPr>
            </a:lvl3pPr>
            <a:lvl4pPr algn="l">
              <a:buNone/>
              <a:defRPr sz="1725" b="0">
                <a:solidFill>
                  <a:srgbClr val="102A43"/>
                </a:solidFill>
                <a:latin typeface="DejaVu Sans Mono"/>
                <a:ea typeface="DejaVu Sans Mono"/>
                <a:cs typeface="DejaVu Sans Mono"/>
              </a:defRPr>
            </a:lvl4pPr>
            <a:lvl5pPr algn="l">
              <a:buNone/>
              <a:defRPr sz="1725" b="0">
                <a:solidFill>
                  <a:srgbClr val="102A43"/>
                </a:solidFill>
                <a:latin typeface="DejaVu Sans Mono"/>
                <a:ea typeface="DejaVu Sans Mono"/>
                <a:cs typeface="DejaVu Sans Mono"/>
              </a:defRPr>
            </a:lvl5pPr>
            <a:lvl6pPr algn="l">
              <a:buNone/>
              <a:defRPr sz="1725" b="0">
                <a:solidFill>
                  <a:srgbClr val="102A43"/>
                </a:solidFill>
                <a:latin typeface="DejaVu Sans Mono"/>
                <a:ea typeface="DejaVu Sans Mono"/>
                <a:cs typeface="DejaVu Sans Mono"/>
              </a:defRPr>
            </a:lvl6pPr>
            <a:lvl7pPr algn="l">
              <a:buNone/>
              <a:defRPr sz="1725" b="0">
                <a:solidFill>
                  <a:srgbClr val="102A43"/>
                </a:solidFill>
                <a:latin typeface="DejaVu Sans Mono"/>
                <a:ea typeface="DejaVu Sans Mono"/>
                <a:cs typeface="DejaVu Sans Mono"/>
              </a:defRPr>
            </a:lvl7pPr>
            <a:lvl8pPr algn="l">
              <a:buNone/>
              <a:defRPr sz="1725" b="0">
                <a:solidFill>
                  <a:srgbClr val="102A43"/>
                </a:solidFill>
                <a:latin typeface="DejaVu Sans Mono"/>
                <a:ea typeface="DejaVu Sans Mono"/>
                <a:cs typeface="DejaVu Sans Mono"/>
              </a:defRPr>
            </a:lvl8pPr>
            <a:lvl9pPr algn="l">
              <a:buNone/>
              <a:defRPr sz="1725" b="0">
                <a:solidFill>
                  <a:srgbClr val="102A43"/>
                </a:solidFill>
                <a:latin typeface="DejaVu Sans Mono"/>
                <a:ea typeface="DejaVu Sans Mono"/>
                <a:cs typeface="DejaVu Sans Mono"/>
              </a:defRPr>
            </a:lvl9pPr>
          </a:lstStyle>
          <a:p xmlns:a="http://schemas.openxmlformats.org/drawingml/2006/main">
            <a:pPr algn="l">
              <a:lnSpc>
                <a:spcPct val="115000"/>
              </a:lnSpc>
              <a:buNone/>
              <a:defRPr sz="1725" b="0">
                <a:solidFill>
                  <a:srgbClr val="102A43"/>
                </a:solidFill>
                <a:latin typeface="DejaVu Sans Mono"/>
                <a:ea typeface="DejaVu Sans Mono"/>
                <a:cs typeface="DejaVu Sans Mono"/>
              </a:defRPr>
            </a:pPr>
            <a:r>
              <a:rPr sz="1725" b="0">
                <a:solidFill>
                  <a:srgbClr val="102A43"/>
                </a:solidFill>
                <a:latin typeface="DejaVu Sans Mono"/>
                <a:ea typeface="DejaVu Sans Mono"/>
                <a:cs typeface="DejaVu Sans Mono"/>
              </a:rPr>
              <a:t>[</a:t>
            </a:r>
          </a:p>
          <a:p xmlns:a="http://schemas.openxmlformats.org/drawingml/2006/main">
            <a:pPr algn="l">
              <a:lnSpc>
                <a:spcPct val="115000"/>
              </a:lnSpc>
              <a:buNone/>
              <a:defRPr sz="1725" b="0">
                <a:solidFill>
                  <a:srgbClr val="102A43"/>
                </a:solidFill>
                <a:latin typeface="DejaVu Sans Mono"/>
                <a:ea typeface="DejaVu Sans Mono"/>
                <a:cs typeface="DejaVu Sans Mono"/>
              </a:defRPr>
            </a:pPr>
            <a:r>
              <a:rPr sz="1725" b="0">
                <a:solidFill>
                  <a:srgbClr val="102A43"/>
                </a:solidFill>
                <a:latin typeface="DejaVu Sans Mono"/>
                <a:ea typeface="DejaVu Sans Mono"/>
                <a:cs typeface="DejaVu Sans Mono"/>
              </a:rPr>
              <a:t>  { "requestNumber": 1,</a:t>
            </a:r>
          </a:p>
          <a:p xmlns:a="http://schemas.openxmlformats.org/drawingml/2006/main">
            <a:pPr algn="l">
              <a:lnSpc>
                <a:spcPct val="115000"/>
              </a:lnSpc>
              <a:buNone/>
              <a:defRPr sz="1725" b="0">
                <a:solidFill>
                  <a:srgbClr val="102A43"/>
                </a:solidFill>
                <a:latin typeface="DejaVu Sans Mono"/>
                <a:ea typeface="DejaVu Sans Mono"/>
                <a:cs typeface="DejaVu Sans Mono"/>
              </a:defRPr>
            </a:pPr>
            <a:r>
              <a:rPr sz="1725" b="0">
                <a:solidFill>
                  <a:srgbClr val="102A43"/>
                </a:solidFill>
                <a:latin typeface="DejaVu Sans Mono"/>
                <a:ea typeface="DejaVu Sans Mono"/>
                <a:cs typeface="DejaVu Sans Mono"/>
              </a:rPr>
              <a:t>    "sourceRecordNumber": 1,</a:t>
            </a:r>
          </a:p>
          <a:p xmlns:a="http://schemas.openxmlformats.org/drawingml/2006/main">
            <a:pPr algn="l">
              <a:lnSpc>
                <a:spcPct val="115000"/>
              </a:lnSpc>
              <a:buNone/>
              <a:defRPr sz="1725" b="0">
                <a:solidFill>
                  <a:srgbClr val="102A43"/>
                </a:solidFill>
                <a:latin typeface="DejaVu Sans Mono"/>
                <a:ea typeface="DejaVu Sans Mono"/>
                <a:cs typeface="DejaVu Sans Mono"/>
              </a:defRPr>
            </a:pPr>
            <a:r>
              <a:rPr sz="1725" b="0">
                <a:solidFill>
                  <a:srgbClr val="102A43"/>
                </a:solidFill>
                <a:latin typeface="DejaVu Sans Mono"/>
                <a:ea typeface="DejaVu Sans Mono"/>
                <a:cs typeface="DejaVu Sans Mono"/>
              </a:rPr>
              <a:t>    "consentTargets":</a:t>
            </a:r>
          </a:p>
          <a:p xmlns:a="http://schemas.openxmlformats.org/drawingml/2006/main">
            <a:pPr algn="l">
              <a:lnSpc>
                <a:spcPct val="115000"/>
              </a:lnSpc>
              <a:buNone/>
              <a:defRPr sz="1725" b="0">
                <a:solidFill>
                  <a:srgbClr val="102A43"/>
                </a:solidFill>
                <a:latin typeface="DejaVu Sans Mono"/>
                <a:ea typeface="DejaVu Sans Mono"/>
                <a:cs typeface="DejaVu Sans Mono"/>
              </a:defRPr>
            </a:pPr>
            <a:r>
              <a:rPr sz="1725" b="0">
                <a:solidFill>
                  <a:srgbClr val="102A43"/>
                </a:solidFill>
                <a:latin typeface="DejaVu Sans Mono"/>
                <a:ea typeface="DejaVu Sans Mono"/>
                <a:cs typeface="DejaVu Sans Mono"/>
              </a:rPr>
              <a:t>      ["PCDS", "P2PDS"],</a:t>
            </a:r>
          </a:p>
          <a:p xmlns:a="http://schemas.openxmlformats.org/drawingml/2006/main">
            <a:pPr algn="l">
              <a:lnSpc>
                <a:spcPct val="115000"/>
              </a:lnSpc>
              <a:buNone/>
              <a:defRPr sz="1725" b="0">
                <a:solidFill>
                  <a:srgbClr val="102A43"/>
                </a:solidFill>
                <a:latin typeface="DejaVu Sans Mono"/>
                <a:ea typeface="DejaVu Sans Mono"/>
                <a:cs typeface="DejaVu Sans Mono"/>
              </a:defRPr>
            </a:pPr>
            <a:r>
              <a:rPr sz="1725" b="0">
                <a:solidFill>
                  <a:srgbClr val="102A43"/>
                </a:solidFill>
                <a:latin typeface="DejaVu Sans Mono"/>
                <a:ea typeface="DejaVu Sans Mono"/>
                <a:cs typeface="DejaVu Sans Mono"/>
              </a:rPr>
              <a:t>    "consentEntryCount": 2 }</a:t>
            </a:r>
          </a:p>
          <a:p xmlns:a="http://schemas.openxmlformats.org/drawingml/2006/main">
            <a:pPr algn="l">
              <a:lnSpc>
                <a:spcPct val="115000"/>
              </a:lnSpc>
              <a:buNone/>
              <a:defRPr sz="1725" b="0">
                <a:solidFill>
                  <a:srgbClr val="102A43"/>
                </a:solidFill>
                <a:latin typeface="DejaVu Sans Mono"/>
                <a:ea typeface="DejaVu Sans Mono"/>
                <a:cs typeface="DejaVu Sans Mono"/>
              </a:defRPr>
            </a:pPr>
            <a:r>
              <a:rPr sz="1725" b="0">
                <a:solidFill>
                  <a:srgbClr val="102A43"/>
                </a:solidFill>
                <a:latin typeface="DejaVu Sans Mono"/>
                <a:ea typeface="DejaVu Sans Mono"/>
                <a:cs typeface="DejaVu Sans Mono"/>
              </a:rPr>
              <a:t>]</a:t>
            </a:r>
          </a:p>
        </p:txBody>
      </p:sp>
    </p:spTree>
    <p:extLst>
      <p:ext uri="{BB962C8B-B14F-4D97-AF65-F5344CB8AC3E}">
        <p14:creationId xmlns:p14="http://schemas.microsoft.com/office/powerpoint/2010/main" val="2041873850"/>
      </p:ext>
    </p:extLst>
  </p:cSld>
</p:sld>
</file>

<file path=ppt/slides/slide20.xml><?xml version="1.0" encoding="utf-8"?>
<p:sld xmlns:p="http://schemas.openxmlformats.org/presentationml/2006/main">
  <p:cSld>
    <p:bg>
      <p:bgPr>
        <a:solidFill xmlns:a="http://schemas.openxmlformats.org/drawingml/2006/main">
          <a:srgbClr val="F6F8FA"/>
        </a:solidFill>
      </p:bgPr>
    </p:bg>
    <p:spTree>
      <p:nvGrpSpPr>
        <p:cNvPr id="1" name=""/>
        <p:cNvGrpSpPr/>
        <p:nvPr/>
      </p:nvGrpSpPr>
      <p:grpSpPr>
        <a:xfrm xmlns:a="http://schemas.openxmlformats.org/drawingml/2006/main"/>
      </p:grpSpPr>
      <p:sp>
        <p:nvSpPr>
          <p:cNvPr id="5" name="slide-title">
            <a:extLst xmlns:a="http://schemas.openxmlformats.org/drawingml/2006/main">
              <a:ext uri="{FF2B5EF4-FFF2-40B4-BE49-F238E27FC236}">
                <a16:creationId xmlns:a16="http://schemas.microsoft.com/office/drawing/2014/main" id="{A0B6EA8D-62F1-4671-93E8-C4F10889FA58}"/>
              </a:ext>
            </a:extLst>
          </p:cNvPr>
          <p:cNvSpPr>
            <a:spLocks xmlns:a="http://schemas.openxmlformats.org/drawingml/2006/main" noGrp="1"/>
          </p:cNvSpPr>
          <p:nvPr/>
        </p:nvSpPr>
        <p:spPr>
          <a:xfrm xmlns:a="http://schemas.openxmlformats.org/drawingml/2006/main">
            <a:off x="609600" y="438150"/>
            <a:ext cx="109728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300" b="1">
                <a:solidFill>
                  <a:srgbClr val="102A43"/>
                </a:solidFill>
                <a:latin typeface="DejaVu Sans"/>
                <a:ea typeface="DejaVu Sans"/>
                <a:cs typeface="DejaVu Sans"/>
              </a:defRPr>
            </a:defPPr>
            <a:lvl1pPr algn="l">
              <a:buNone/>
              <a:defRPr sz="3300" b="1">
                <a:solidFill>
                  <a:srgbClr val="102A43"/>
                </a:solidFill>
                <a:latin typeface="DejaVu Sans"/>
                <a:ea typeface="DejaVu Sans"/>
                <a:cs typeface="DejaVu Sans"/>
              </a:defRPr>
            </a:lvl1pPr>
            <a:lvl2pPr algn="l">
              <a:buNone/>
              <a:defRPr sz="3300" b="1">
                <a:solidFill>
                  <a:srgbClr val="102A43"/>
                </a:solidFill>
                <a:latin typeface="DejaVu Sans"/>
                <a:ea typeface="DejaVu Sans"/>
                <a:cs typeface="DejaVu Sans"/>
              </a:defRPr>
            </a:lvl2pPr>
            <a:lvl3pPr algn="l">
              <a:buNone/>
              <a:defRPr sz="3300" b="1">
                <a:solidFill>
                  <a:srgbClr val="102A43"/>
                </a:solidFill>
                <a:latin typeface="DejaVu Sans"/>
                <a:ea typeface="DejaVu Sans"/>
                <a:cs typeface="DejaVu Sans"/>
              </a:defRPr>
            </a:lvl3pPr>
            <a:lvl4pPr algn="l">
              <a:buNone/>
              <a:defRPr sz="3300" b="1">
                <a:solidFill>
                  <a:srgbClr val="102A43"/>
                </a:solidFill>
                <a:latin typeface="DejaVu Sans"/>
                <a:ea typeface="DejaVu Sans"/>
                <a:cs typeface="DejaVu Sans"/>
              </a:defRPr>
            </a:lvl4pPr>
            <a:lvl5pPr algn="l">
              <a:buNone/>
              <a:defRPr sz="3300" b="1">
                <a:solidFill>
                  <a:srgbClr val="102A43"/>
                </a:solidFill>
                <a:latin typeface="DejaVu Sans"/>
                <a:ea typeface="DejaVu Sans"/>
                <a:cs typeface="DejaVu Sans"/>
              </a:defRPr>
            </a:lvl5pPr>
            <a:lvl6pPr algn="l">
              <a:buNone/>
              <a:defRPr sz="3300" b="1">
                <a:solidFill>
                  <a:srgbClr val="102A43"/>
                </a:solidFill>
                <a:latin typeface="DejaVu Sans"/>
                <a:ea typeface="DejaVu Sans"/>
                <a:cs typeface="DejaVu Sans"/>
              </a:defRPr>
            </a:lvl6pPr>
            <a:lvl7pPr algn="l">
              <a:buNone/>
              <a:defRPr sz="3300" b="1">
                <a:solidFill>
                  <a:srgbClr val="102A43"/>
                </a:solidFill>
                <a:latin typeface="DejaVu Sans"/>
                <a:ea typeface="DejaVu Sans"/>
                <a:cs typeface="DejaVu Sans"/>
              </a:defRPr>
            </a:lvl7pPr>
            <a:lvl8pPr algn="l">
              <a:buNone/>
              <a:defRPr sz="3300" b="1">
                <a:solidFill>
                  <a:srgbClr val="102A43"/>
                </a:solidFill>
                <a:latin typeface="DejaVu Sans"/>
                <a:ea typeface="DejaVu Sans"/>
                <a:cs typeface="DejaVu Sans"/>
              </a:defRPr>
            </a:lvl8pPr>
            <a:lvl9pPr algn="l">
              <a:buNone/>
              <a:defRPr sz="3300" b="1">
                <a:solidFill>
                  <a:srgbClr val="102A43"/>
                </a:solidFill>
                <a:latin typeface="DejaVu Sans"/>
                <a:ea typeface="DejaVu Sans"/>
                <a:cs typeface="DejaVu Sans"/>
              </a:defRPr>
            </a:lvl9pPr>
          </a:lstStyle>
          <a:p xmlns:a="http://schemas.openxmlformats.org/drawingml/2006/main">
            <a:pPr algn="l">
              <a:lnSpc>
                <a:spcPct val="115000"/>
              </a:lnSpc>
              <a:buNone/>
              <a:defRPr sz="3300" b="1">
                <a:solidFill>
                  <a:srgbClr val="102A43"/>
                </a:solidFill>
                <a:latin typeface="DejaVu Sans"/>
                <a:ea typeface="DejaVu Sans"/>
                <a:cs typeface="DejaVu Sans"/>
              </a:defRPr>
            </a:pPr>
            <a:r>
              <a:rPr sz="3300" b="1">
                <a:solidFill>
                  <a:srgbClr val="102A43"/>
                </a:solidFill>
                <a:latin typeface="DejaVu Sans"/>
                <a:ea typeface="DejaVu Sans"/>
                <a:cs typeface="DejaVu Sans"/>
              </a:rPr>
              <a:t>HTTP delivery outcomes</a:t>
            </a:r>
          </a:p>
        </p:txBody>
      </p:sp>
      <p:sp>
        <p:nvSpPr>
          <p:cNvPr id="2" name="text-72">
            <a:extLst xmlns:a="http://schemas.openxmlformats.org/drawingml/2006/main">
              <a:ext uri="{FF2B5EF4-FFF2-40B4-BE49-F238E27FC236}">
                <a16:creationId xmlns:a16="http://schemas.microsoft.com/office/drawing/2014/main" id="{C68A8B24-5AC8-4CB6-9F98-37DE0F573A09}"/>
              </a:ext>
            </a:extLst>
          </p:cNvPr>
          <p:cNvSpPr>
            <a:spLocks xmlns:a="http://schemas.openxmlformats.org/drawingml/2006/main" noGrp="1"/>
          </p:cNvSpPr>
          <p:nvPr/>
        </p:nvSpPr>
        <p:spPr>
          <a:xfrm xmlns:a="http://schemas.openxmlformats.org/drawingml/2006/main">
            <a:off x="609600" y="1371600"/>
            <a:ext cx="109728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526778"/>
                </a:solidFill>
                <a:latin typeface="DejaVu Sans"/>
                <a:ea typeface="DejaVu Sans"/>
                <a:cs typeface="DejaVu Sans"/>
              </a:defRPr>
            </a:defPPr>
            <a:lvl1pPr algn="l">
              <a:buNone/>
              <a:defRPr sz="1875" b="0">
                <a:solidFill>
                  <a:srgbClr val="526778"/>
                </a:solidFill>
                <a:latin typeface="DejaVu Sans"/>
                <a:ea typeface="DejaVu Sans"/>
                <a:cs typeface="DejaVu Sans"/>
              </a:defRPr>
            </a:lvl1pPr>
            <a:lvl2pPr algn="l">
              <a:buNone/>
              <a:defRPr sz="1875" b="0">
                <a:solidFill>
                  <a:srgbClr val="526778"/>
                </a:solidFill>
                <a:latin typeface="DejaVu Sans"/>
                <a:ea typeface="DejaVu Sans"/>
                <a:cs typeface="DejaVu Sans"/>
              </a:defRPr>
            </a:lvl2pPr>
            <a:lvl3pPr algn="l">
              <a:buNone/>
              <a:defRPr sz="1875" b="0">
                <a:solidFill>
                  <a:srgbClr val="526778"/>
                </a:solidFill>
                <a:latin typeface="DejaVu Sans"/>
                <a:ea typeface="DejaVu Sans"/>
                <a:cs typeface="DejaVu Sans"/>
              </a:defRPr>
            </a:lvl3pPr>
            <a:lvl4pPr algn="l">
              <a:buNone/>
              <a:defRPr sz="1875" b="0">
                <a:solidFill>
                  <a:srgbClr val="526778"/>
                </a:solidFill>
                <a:latin typeface="DejaVu Sans"/>
                <a:ea typeface="DejaVu Sans"/>
                <a:cs typeface="DejaVu Sans"/>
              </a:defRPr>
            </a:lvl4pPr>
            <a:lvl5pPr algn="l">
              <a:buNone/>
              <a:defRPr sz="1875" b="0">
                <a:solidFill>
                  <a:srgbClr val="526778"/>
                </a:solidFill>
                <a:latin typeface="DejaVu Sans"/>
                <a:ea typeface="DejaVu Sans"/>
                <a:cs typeface="DejaVu Sans"/>
              </a:defRPr>
            </a:lvl5pPr>
            <a:lvl6pPr algn="l">
              <a:buNone/>
              <a:defRPr sz="1875" b="0">
                <a:solidFill>
                  <a:srgbClr val="526778"/>
                </a:solidFill>
                <a:latin typeface="DejaVu Sans"/>
                <a:ea typeface="DejaVu Sans"/>
                <a:cs typeface="DejaVu Sans"/>
              </a:defRPr>
            </a:lvl6pPr>
            <a:lvl7pPr algn="l">
              <a:buNone/>
              <a:defRPr sz="1875" b="0">
                <a:solidFill>
                  <a:srgbClr val="526778"/>
                </a:solidFill>
                <a:latin typeface="DejaVu Sans"/>
                <a:ea typeface="DejaVu Sans"/>
                <a:cs typeface="DejaVu Sans"/>
              </a:defRPr>
            </a:lvl7pPr>
            <a:lvl8pPr algn="l">
              <a:buNone/>
              <a:defRPr sz="1875" b="0">
                <a:solidFill>
                  <a:srgbClr val="526778"/>
                </a:solidFill>
                <a:latin typeface="DejaVu Sans"/>
                <a:ea typeface="DejaVu Sans"/>
                <a:cs typeface="DejaVu Sans"/>
              </a:defRPr>
            </a:lvl8pPr>
            <a:lvl9pPr algn="l">
              <a:buNone/>
              <a:defRPr sz="1875" b="0">
                <a:solidFill>
                  <a:srgbClr val="526778"/>
                </a:solidFill>
                <a:latin typeface="DejaVu Sans"/>
                <a:ea typeface="DejaVu Sans"/>
                <a:cs typeface="DejaVu Sans"/>
              </a:defRPr>
            </a:lvl9pPr>
          </a:lstStyle>
          <a:p xmlns:a="http://schemas.openxmlformats.org/drawingml/2006/main">
            <a:pPr algn="l">
              <a:lnSpc>
                <a:spcPct val="115000"/>
              </a:lnSpc>
              <a:buNone/>
              <a:defRPr sz="1875" b="0">
                <a:solidFill>
                  <a:srgbClr val="526778"/>
                </a:solidFill>
                <a:latin typeface="DejaVu Sans"/>
                <a:ea typeface="DejaVu Sans"/>
                <a:cs typeface="DejaVu Sans"/>
              </a:defRPr>
            </a:pPr>
            <a:r>
              <a:rPr sz="1875" b="0">
                <a:solidFill>
                  <a:srgbClr val="526778"/>
                </a:solidFill>
                <a:latin typeface="DejaVu Sans"/>
                <a:ea typeface="DejaVu Sans"/>
                <a:cs typeface="DejaVu Sans"/>
              </a:rPr>
              <a:t>The upsert service owns persistence and its acknowledgement contract.</a:t>
            </a:r>
          </a:p>
        </p:txBody>
      </p:sp>
      <p:sp>
        <p:nvSpPr>
          <p:cNvPr id="3" name="slide-number">
            <a:extLst xmlns:a="http://schemas.openxmlformats.org/drawingml/2006/main">
              <a:ext uri="{FF2B5EF4-FFF2-40B4-BE49-F238E27FC236}">
                <a16:creationId xmlns:a16="http://schemas.microsoft.com/office/drawing/2014/main" id="{77C97198-0FF0-47AC-827C-C2EC75F1D1E3}"/>
              </a:ext>
            </a:extLst>
          </p:cNvPr>
          <p:cNvSpPr>
            <a:spLocks xmlns:a="http://schemas.openxmlformats.org/drawingml/2006/main" noGrp="1"/>
          </p:cNvSpPr>
          <p:nvPr/>
        </p:nvSpPr>
        <p:spPr>
          <a:xfrm xmlns:a="http://schemas.openxmlformats.org/drawingml/2006/main">
            <a:off x="11182350" y="6391275"/>
            <a:ext cx="4000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275" b="0">
                <a:solidFill>
                  <a:srgbClr val="526778"/>
                </a:solidFill>
                <a:latin typeface="DejaVu Sans"/>
                <a:ea typeface="DejaVu Sans"/>
                <a:cs typeface="DejaVu Sans"/>
              </a:defRPr>
            </a:defPPr>
            <a:lvl1pPr algn="r">
              <a:buNone/>
              <a:defRPr sz="1275" b="0">
                <a:solidFill>
                  <a:srgbClr val="526778"/>
                </a:solidFill>
                <a:latin typeface="DejaVu Sans"/>
                <a:ea typeface="DejaVu Sans"/>
                <a:cs typeface="DejaVu Sans"/>
              </a:defRPr>
            </a:lvl1pPr>
            <a:lvl2pPr algn="r">
              <a:buNone/>
              <a:defRPr sz="1275" b="0">
                <a:solidFill>
                  <a:srgbClr val="526778"/>
                </a:solidFill>
                <a:latin typeface="DejaVu Sans"/>
                <a:ea typeface="DejaVu Sans"/>
                <a:cs typeface="DejaVu Sans"/>
              </a:defRPr>
            </a:lvl2pPr>
            <a:lvl3pPr algn="r">
              <a:buNone/>
              <a:defRPr sz="1275" b="0">
                <a:solidFill>
                  <a:srgbClr val="526778"/>
                </a:solidFill>
                <a:latin typeface="DejaVu Sans"/>
                <a:ea typeface="DejaVu Sans"/>
                <a:cs typeface="DejaVu Sans"/>
              </a:defRPr>
            </a:lvl3pPr>
            <a:lvl4pPr algn="r">
              <a:buNone/>
              <a:defRPr sz="1275" b="0">
                <a:solidFill>
                  <a:srgbClr val="526778"/>
                </a:solidFill>
                <a:latin typeface="DejaVu Sans"/>
                <a:ea typeface="DejaVu Sans"/>
                <a:cs typeface="DejaVu Sans"/>
              </a:defRPr>
            </a:lvl4pPr>
            <a:lvl5pPr algn="r">
              <a:buNone/>
              <a:defRPr sz="1275" b="0">
                <a:solidFill>
                  <a:srgbClr val="526778"/>
                </a:solidFill>
                <a:latin typeface="DejaVu Sans"/>
                <a:ea typeface="DejaVu Sans"/>
                <a:cs typeface="DejaVu Sans"/>
              </a:defRPr>
            </a:lvl5pPr>
            <a:lvl6pPr algn="r">
              <a:buNone/>
              <a:defRPr sz="1275" b="0">
                <a:solidFill>
                  <a:srgbClr val="526778"/>
                </a:solidFill>
                <a:latin typeface="DejaVu Sans"/>
                <a:ea typeface="DejaVu Sans"/>
                <a:cs typeface="DejaVu Sans"/>
              </a:defRPr>
            </a:lvl6pPr>
            <a:lvl7pPr algn="r">
              <a:buNone/>
              <a:defRPr sz="1275" b="0">
                <a:solidFill>
                  <a:srgbClr val="526778"/>
                </a:solidFill>
                <a:latin typeface="DejaVu Sans"/>
                <a:ea typeface="DejaVu Sans"/>
                <a:cs typeface="DejaVu Sans"/>
              </a:defRPr>
            </a:lvl7pPr>
            <a:lvl8pPr algn="r">
              <a:buNone/>
              <a:defRPr sz="1275" b="0">
                <a:solidFill>
                  <a:srgbClr val="526778"/>
                </a:solidFill>
                <a:latin typeface="DejaVu Sans"/>
                <a:ea typeface="DejaVu Sans"/>
                <a:cs typeface="DejaVu Sans"/>
              </a:defRPr>
            </a:lvl8pPr>
            <a:lvl9pPr algn="r">
              <a:buNone/>
              <a:defRPr sz="1275" b="0">
                <a:solidFill>
                  <a:srgbClr val="526778"/>
                </a:solidFill>
                <a:latin typeface="DejaVu Sans"/>
                <a:ea typeface="DejaVu Sans"/>
                <a:cs typeface="DejaVu Sans"/>
              </a:defRPr>
            </a:lvl9pPr>
          </a:lstStyle>
          <a:p xmlns:a="http://schemas.openxmlformats.org/drawingml/2006/main">
            <a:pPr algn="r">
              <a:lnSpc>
                <a:spcPct val="115000"/>
              </a:lnSpc>
              <a:buNone/>
              <a:defRPr sz="1275" b="0">
                <a:solidFill>
                  <a:srgbClr val="526778"/>
                </a:solidFill>
                <a:latin typeface="DejaVu Sans"/>
                <a:ea typeface="DejaVu Sans"/>
                <a:cs typeface="DejaVu Sans"/>
              </a:defRPr>
            </a:pPr>
            <a:r>
              <a:rPr sz="1275" b="0">
                <a:solidFill>
                  <a:srgbClr val="526778"/>
                </a:solidFill>
                <a:latin typeface="DejaVu Sans"/>
                <a:ea typeface="DejaVu Sans"/>
                <a:cs typeface="DejaVu Sans"/>
              </a:rPr>
              <a:t>20</a:t>
            </a:r>
          </a:p>
        </p:txBody>
      </p:sp>
      <p:graphicFrame>
        <p:nvGraphicFramePr>
          <p:cNvPr id="4" name="">
            <a:extLst xmlns:a="http://schemas.openxmlformats.org/drawingml/2006/main">
              <a:ext uri="{FF2B5EF4-FFF2-40B4-BE49-F238E27FC236}">
                <a16:creationId xmlns:a16="http://schemas.microsoft.com/office/drawing/2014/main" id="{4D12AD45-C3C5-4027-8192-941ED99943D7}"/>
              </a:ext>
            </a:extLst>
          </p:cNvPr>
          <p:cNvGraphicFramePr/>
          <p:nvPr/>
        </p:nvGraphicFramePr>
        <p:xfrm>
          <a:off xmlns:a="http://schemas.openxmlformats.org/drawingml/2006/main" x="609600" y="2000250"/>
          <a:ext xmlns:a="http://schemas.openxmlformats.org/drawingml/2006/main" cx="10972800" cy="4171950"/>
        </p:xfrm>
        <a:graphic xmlns:a="http://schemas.openxmlformats.org/drawingml/2006/main">
          <a:graphicData uri="http://schemas.openxmlformats.org/drawingml/2006/table">
            <a:tbl>
              <a:tblPr/>
              <a:tblGrid>
                <a:gridCol w="3571875"/>
                <a:gridCol w="3143250"/>
                <a:gridCol w="4257675"/>
              </a:tblGrid>
              <a:tr h="695325">
                <a:tc>
                  <a:txBody>
                    <a:bodyPr wrap="square" lIns="76200" tIns="76200" rIns="76200" bIns="76200">
                      <a:noAutofit/>
                    </a:bodyPr>
                    <a:lstStyle/>
                    <a:p>
                      <a:r>
                        <a:rPr sz="1800" b="1">
                          <a:solidFill>
                            <a:srgbClr val="FFFFFF"/>
                          </a:solidFill>
                          <a:latin typeface="DejaVu Sans"/>
                          <a:ea typeface="DejaVu Sans"/>
                          <a:cs typeface="DejaVu Sans"/>
                        </a:rPr>
                        <a:t>Response</a:t>
                      </a:r>
                    </a:p>
                  </a:txBody>
                  <a:tcPr marL="91440" marR="91440" marT="45720" marB="45720" anchor="ctr">
                    <a:lnL w="7620">
                      <a:solidFill>
                        <a:srgbClr val="DAE3E9"/>
                      </a:solidFill>
                      <a:prstDash val="solid"/>
                    </a:lnL>
                    <a:lnR w="7620">
                      <a:solidFill>
                        <a:srgbClr val="DAE3E9"/>
                      </a:solidFill>
                      <a:prstDash val="solid"/>
                    </a:lnR>
                    <a:lnT w="7620">
                      <a:solidFill>
                        <a:srgbClr val="DAE3E9"/>
                      </a:solidFill>
                      <a:prstDash val="solid"/>
                    </a:lnT>
                    <a:lnB w="7620">
                      <a:solidFill>
                        <a:srgbClr val="DAE3E9"/>
                      </a:solidFill>
                      <a:prstDash val="solid"/>
                    </a:lnB>
                    <a:solidFill>
                      <a:srgbClr val="102A43"/>
                    </a:solidFill>
                  </a:tcPr>
                </a:tc>
                <a:tc>
                  <a:txBody>
                    <a:bodyPr wrap="square" lIns="76200" tIns="76200" rIns="76200" bIns="76200">
                      <a:noAutofit/>
                    </a:bodyPr>
                    <a:lstStyle/>
                    <a:p>
                      <a:r>
                        <a:rPr sz="1800" b="1">
                          <a:solidFill>
                            <a:srgbClr val="FFFFFF"/>
                          </a:solidFill>
                          <a:latin typeface="DejaVu Sans"/>
                          <a:ea typeface="DejaVu Sans"/>
                          <a:cs typeface="DejaVu Sans"/>
                        </a:rPr>
                        <a:t>Outcome</a:t>
                      </a:r>
                    </a:p>
                  </a:txBody>
                  <a:tcPr marL="91440" marR="91440" marT="45720" marB="45720" anchor="ctr">
                    <a:lnR w="7620">
                      <a:solidFill>
                        <a:srgbClr val="DAE3E9"/>
                      </a:solidFill>
                      <a:prstDash val="solid"/>
                    </a:lnR>
                    <a:lnT w="7620">
                      <a:solidFill>
                        <a:srgbClr val="DAE3E9"/>
                      </a:solidFill>
                      <a:prstDash val="solid"/>
                    </a:lnT>
                    <a:lnB w="7620">
                      <a:solidFill>
                        <a:srgbClr val="DAE3E9"/>
                      </a:solidFill>
                      <a:prstDash val="solid"/>
                    </a:lnB>
                    <a:solidFill>
                      <a:srgbClr val="102A43"/>
                    </a:solidFill>
                  </a:tcPr>
                </a:tc>
                <a:tc>
                  <a:txBody>
                    <a:bodyPr wrap="square" lIns="76200" tIns="76200" rIns="76200" bIns="76200">
                      <a:noAutofit/>
                    </a:bodyPr>
                    <a:lstStyle/>
                    <a:p>
                      <a:r>
                        <a:rPr sz="1800" b="1">
                          <a:solidFill>
                            <a:srgbClr val="FFFFFF"/>
                          </a:solidFill>
                          <a:latin typeface="DejaVu Sans"/>
                          <a:ea typeface="DejaVu Sans"/>
                          <a:cs typeface="DejaVu Sans"/>
                        </a:rPr>
                        <a:t>Default handling</a:t>
                      </a:r>
                    </a:p>
                  </a:txBody>
                  <a:tcPr marL="91440" marR="91440" marT="45720" marB="45720" anchor="ctr">
                    <a:lnR w="7620">
                      <a:solidFill>
                        <a:srgbClr val="DAE3E9"/>
                      </a:solidFill>
                      <a:prstDash val="solid"/>
                    </a:lnR>
                    <a:lnT w="7620">
                      <a:solidFill>
                        <a:srgbClr val="DAE3E9"/>
                      </a:solidFill>
                      <a:prstDash val="solid"/>
                    </a:lnT>
                    <a:lnB w="7620">
                      <a:solidFill>
                        <a:srgbClr val="DAE3E9"/>
                      </a:solidFill>
                      <a:prstDash val="solid"/>
                    </a:lnB>
                    <a:solidFill>
                      <a:srgbClr val="102A43"/>
                    </a:solidFill>
                  </a:tcPr>
                </a:tc>
              </a:tr>
              <a:tr h="695325">
                <a:tc>
                  <a:txBody>
                    <a:bodyPr wrap="square" lIns="76200" tIns="76200" rIns="76200" bIns="76200">
                      <a:noAutofit/>
                    </a:bodyPr>
                    <a:lstStyle/>
                    <a:p>
                      <a:r>
                        <a:rPr sz="1800" b="0">
                          <a:solidFill>
                            <a:srgbClr val="102A43"/>
                          </a:solidFill>
                          <a:latin typeface="DejaVu Sans"/>
                          <a:ea typeface="DejaVu Sans"/>
                          <a:cs typeface="DejaVu Sans"/>
                        </a:rPr>
                        <a:t>200 / 201 / 204</a:t>
                      </a:r>
                    </a:p>
                  </a:txBody>
                  <a:tcPr marL="91440" marR="91440" marT="45720" marB="45720" anchor="ctr">
                    <a:lnL w="7620">
                      <a:solidFill>
                        <a:srgbClr val="DAE3E9"/>
                      </a:solidFill>
                      <a:prstDash val="solid"/>
                    </a:lnL>
                    <a:lnR w="7620">
                      <a:solidFill>
                        <a:srgbClr val="DAE3E9"/>
                      </a:solidFill>
                      <a:prstDash val="solid"/>
                    </a:lnR>
                    <a:lnB w="7620">
                      <a:solidFill>
                        <a:srgbClr val="DAE3E9"/>
                      </a:solidFill>
                      <a:prstDash val="solid"/>
                    </a:lnB>
                    <a:solidFill>
                      <a:srgbClr val="FFFFFF"/>
                    </a:solidFill>
                  </a:tcPr>
                </a:tc>
                <a:tc>
                  <a:txBody>
                    <a:bodyPr wrap="square" lIns="76200" tIns="76200" rIns="76200" bIns="76200">
                      <a:noAutofit/>
                    </a:bodyPr>
                    <a:lstStyle/>
                    <a:p>
                      <a:r>
                        <a:rPr sz="1800" b="0">
                          <a:solidFill>
                            <a:srgbClr val="102A43"/>
                          </a:solidFill>
                          <a:latin typeface="DejaVu Sans"/>
                          <a:ea typeface="DejaVu Sans"/>
                          <a:cs typeface="DejaVu Sans"/>
                        </a:rPr>
                        <a:t>ACKNOWLEDGED</a:t>
                      </a:r>
                    </a:p>
                  </a:txBody>
                  <a:tcPr marL="91440" marR="91440" marT="45720" marB="45720" anchor="ctr">
                    <a:lnR w="7620">
                      <a:solidFill>
                        <a:srgbClr val="DAE3E9"/>
                      </a:solidFill>
                      <a:prstDash val="solid"/>
                    </a:lnR>
                    <a:lnB w="7620">
                      <a:solidFill>
                        <a:srgbClr val="DAE3E9"/>
                      </a:solidFill>
                      <a:prstDash val="solid"/>
                    </a:lnB>
                    <a:solidFill>
                      <a:srgbClr val="FFFFFF"/>
                    </a:solidFill>
                  </a:tcPr>
                </a:tc>
                <a:tc>
                  <a:txBody>
                    <a:bodyPr wrap="square" lIns="76200" tIns="76200" rIns="76200" bIns="76200">
                      <a:noAutofit/>
                    </a:bodyPr>
                    <a:lstStyle/>
                    <a:p>
                      <a:r>
                        <a:rPr sz="1800" b="0">
                          <a:solidFill>
                            <a:srgbClr val="102A43"/>
                          </a:solidFill>
                          <a:latin typeface="DejaVu Sans"/>
                          <a:ea typeface="DejaVu Sans"/>
                          <a:cs typeface="DejaVu Sans"/>
                        </a:rPr>
                        <a:t>Record success and continue</a:t>
                      </a:r>
                    </a:p>
                  </a:txBody>
                  <a:tcPr marL="91440" marR="91440" marT="45720" marB="45720" anchor="ctr">
                    <a:lnR w="7620">
                      <a:solidFill>
                        <a:srgbClr val="DAE3E9"/>
                      </a:solidFill>
                      <a:prstDash val="solid"/>
                    </a:lnR>
                    <a:lnB w="7620">
                      <a:solidFill>
                        <a:srgbClr val="DAE3E9"/>
                      </a:solidFill>
                      <a:prstDash val="solid"/>
                    </a:lnB>
                    <a:solidFill>
                      <a:srgbClr val="FFFFFF"/>
                    </a:solidFill>
                  </a:tcPr>
                </a:tc>
              </a:tr>
              <a:tr h="695325">
                <a:tc>
                  <a:txBody>
                    <a:bodyPr wrap="square" lIns="76200" tIns="76200" rIns="76200" bIns="76200">
                      <a:noAutofit/>
                    </a:bodyPr>
                    <a:lstStyle/>
                    <a:p>
                      <a:r>
                        <a:rPr sz="1800" b="0">
                          <a:solidFill>
                            <a:srgbClr val="102A43"/>
                          </a:solidFill>
                          <a:latin typeface="DejaVu Sans"/>
                          <a:ea typeface="DejaVu Sans"/>
                          <a:cs typeface="DejaVu Sans"/>
                        </a:rPr>
                        <a:t>Other 2xx, including 202</a:t>
                      </a:r>
                    </a:p>
                  </a:txBody>
                  <a:tcPr marL="91440" marR="91440" marT="45720" marB="45720" anchor="ctr">
                    <a:lnL w="7620">
                      <a:solidFill>
                        <a:srgbClr val="DAE3E9"/>
                      </a:solidFill>
                      <a:prstDash val="solid"/>
                    </a:lnL>
                    <a:lnR w="7620">
                      <a:solidFill>
                        <a:srgbClr val="DAE3E9"/>
                      </a:solidFill>
                      <a:prstDash val="solid"/>
                    </a:lnR>
                    <a:lnB w="7620">
                      <a:solidFill>
                        <a:srgbClr val="DAE3E9"/>
                      </a:solidFill>
                      <a:prstDash val="solid"/>
                    </a:lnB>
                    <a:solidFill>
                      <a:srgbClr val="EDF2F5"/>
                    </a:solidFill>
                  </a:tcPr>
                </a:tc>
                <a:tc>
                  <a:txBody>
                    <a:bodyPr wrap="square" lIns="76200" tIns="76200" rIns="76200" bIns="76200">
                      <a:noAutofit/>
                    </a:bodyPr>
                    <a:lstStyle/>
                    <a:p>
                      <a:r>
                        <a:rPr sz="1800" b="0">
                          <a:solidFill>
                            <a:srgbClr val="102A43"/>
                          </a:solidFill>
                          <a:latin typeface="DejaVu Sans"/>
                          <a:ea typeface="DejaVu Sans"/>
                          <a:cs typeface="DejaVu Sans"/>
                        </a:rPr>
                        <a:t>UNCERTAIN</a:t>
                      </a:r>
                    </a:p>
                  </a:txBody>
                  <a:tcPr marL="91440" marR="91440" marT="45720" marB="45720" anchor="ctr">
                    <a:lnR w="7620">
                      <a:solidFill>
                        <a:srgbClr val="DAE3E9"/>
                      </a:solidFill>
                      <a:prstDash val="solid"/>
                    </a:lnR>
                    <a:lnB w="7620">
                      <a:solidFill>
                        <a:srgbClr val="DAE3E9"/>
                      </a:solidFill>
                      <a:prstDash val="solid"/>
                    </a:lnB>
                    <a:solidFill>
                      <a:srgbClr val="EDF2F5"/>
                    </a:solidFill>
                  </a:tcPr>
                </a:tc>
                <a:tc>
                  <a:txBody>
                    <a:bodyPr wrap="square" lIns="76200" tIns="76200" rIns="76200" bIns="76200">
                      <a:noAutofit/>
                    </a:bodyPr>
                    <a:lstStyle/>
                    <a:p>
                      <a:r>
                        <a:rPr sz="1800" b="0">
                          <a:solidFill>
                            <a:srgbClr val="102A43"/>
                          </a:solidFill>
                          <a:latin typeface="DejaVu Sans"/>
                          <a:ea typeface="DejaVu Sans"/>
                          <a:cs typeface="DejaVu Sans"/>
                        </a:rPr>
                        <a:t>Apply replay-safety policy</a:t>
                      </a:r>
                    </a:p>
                  </a:txBody>
                  <a:tcPr marL="91440" marR="91440" marT="45720" marB="45720" anchor="ctr">
                    <a:lnR w="7620">
                      <a:solidFill>
                        <a:srgbClr val="DAE3E9"/>
                      </a:solidFill>
                      <a:prstDash val="solid"/>
                    </a:lnR>
                    <a:lnB w="7620">
                      <a:solidFill>
                        <a:srgbClr val="DAE3E9"/>
                      </a:solidFill>
                      <a:prstDash val="solid"/>
                    </a:lnB>
                    <a:solidFill>
                      <a:srgbClr val="EDF2F5"/>
                    </a:solidFill>
                  </a:tcPr>
                </a:tc>
              </a:tr>
              <a:tr h="695325">
                <a:tc>
                  <a:txBody>
                    <a:bodyPr wrap="square" lIns="76200" tIns="76200" rIns="76200" bIns="76200">
                      <a:noAutofit/>
                    </a:bodyPr>
                    <a:lstStyle/>
                    <a:p>
                      <a:r>
                        <a:rPr sz="1800" b="0">
                          <a:solidFill>
                            <a:srgbClr val="102A43"/>
                          </a:solidFill>
                          <a:latin typeface="DejaVu Sans"/>
                          <a:ea typeface="DejaVu Sans"/>
                          <a:cs typeface="DejaVu Sans"/>
                        </a:rPr>
                        <a:t>408 / 429 / 5xx</a:t>
                      </a:r>
                    </a:p>
                  </a:txBody>
                  <a:tcPr marL="91440" marR="91440" marT="45720" marB="45720" anchor="ctr">
                    <a:lnL w="7620">
                      <a:solidFill>
                        <a:srgbClr val="DAE3E9"/>
                      </a:solidFill>
                      <a:prstDash val="solid"/>
                    </a:lnL>
                    <a:lnR w="7620">
                      <a:solidFill>
                        <a:srgbClr val="DAE3E9"/>
                      </a:solidFill>
                      <a:prstDash val="solid"/>
                    </a:lnR>
                    <a:lnB w="7620">
                      <a:solidFill>
                        <a:srgbClr val="DAE3E9"/>
                      </a:solidFill>
                      <a:prstDash val="solid"/>
                    </a:lnB>
                    <a:solidFill>
                      <a:srgbClr val="FFFFFF"/>
                    </a:solidFill>
                  </a:tcPr>
                </a:tc>
                <a:tc>
                  <a:txBody>
                    <a:bodyPr wrap="square" lIns="76200" tIns="76200" rIns="76200" bIns="76200">
                      <a:noAutofit/>
                    </a:bodyPr>
                    <a:lstStyle/>
                    <a:p>
                      <a:r>
                        <a:rPr sz="1800" b="0">
                          <a:solidFill>
                            <a:srgbClr val="102A43"/>
                          </a:solidFill>
                          <a:latin typeface="DejaVu Sans"/>
                          <a:ea typeface="DejaVu Sans"/>
                          <a:cs typeface="DejaVu Sans"/>
                        </a:rPr>
                        <a:t>RETRYABLE</a:t>
                      </a:r>
                    </a:p>
                  </a:txBody>
                  <a:tcPr marL="91440" marR="91440" marT="45720" marB="45720" anchor="ctr">
                    <a:lnR w="7620">
                      <a:solidFill>
                        <a:srgbClr val="DAE3E9"/>
                      </a:solidFill>
                      <a:prstDash val="solid"/>
                    </a:lnR>
                    <a:lnB w="7620">
                      <a:solidFill>
                        <a:srgbClr val="DAE3E9"/>
                      </a:solidFill>
                      <a:prstDash val="solid"/>
                    </a:lnB>
                    <a:solidFill>
                      <a:srgbClr val="FFFFFF"/>
                    </a:solidFill>
                  </a:tcPr>
                </a:tc>
                <a:tc>
                  <a:txBody>
                    <a:bodyPr wrap="square" lIns="76200" tIns="76200" rIns="76200" bIns="76200">
                      <a:noAutofit/>
                    </a:bodyPr>
                    <a:lstStyle/>
                    <a:p>
                      <a:r>
                        <a:rPr sz="1800" b="0">
                          <a:solidFill>
                            <a:srgbClr val="102A43"/>
                          </a:solidFill>
                          <a:latin typeface="DejaVu Sans"/>
                          <a:ea typeface="DejaVu Sans"/>
                          <a:cs typeface="DejaVu Sans"/>
                        </a:rPr>
                        <a:t>Apply replay-safety policy</a:t>
                      </a:r>
                    </a:p>
                  </a:txBody>
                  <a:tcPr marL="91440" marR="91440" marT="45720" marB="45720" anchor="ctr">
                    <a:lnR w="7620">
                      <a:solidFill>
                        <a:srgbClr val="DAE3E9"/>
                      </a:solidFill>
                      <a:prstDash val="solid"/>
                    </a:lnR>
                    <a:lnB w="7620">
                      <a:solidFill>
                        <a:srgbClr val="DAE3E9"/>
                      </a:solidFill>
                      <a:prstDash val="solid"/>
                    </a:lnB>
                    <a:solidFill>
                      <a:srgbClr val="FFFFFF"/>
                    </a:solidFill>
                  </a:tcPr>
                </a:tc>
              </a:tr>
              <a:tr h="695325">
                <a:tc>
                  <a:txBody>
                    <a:bodyPr wrap="square" lIns="76200" tIns="76200" rIns="76200" bIns="76200">
                      <a:noAutofit/>
                    </a:bodyPr>
                    <a:lstStyle/>
                    <a:p>
                      <a:r>
                        <a:rPr sz="1800" b="0">
                          <a:solidFill>
                            <a:srgbClr val="102A43"/>
                          </a:solidFill>
                          <a:latin typeface="DejaVu Sans"/>
                          <a:ea typeface="DejaVu Sans"/>
                          <a:cs typeface="DejaVu Sans"/>
                        </a:rPr>
                        <a:t>Other HTTP status</a:t>
                      </a:r>
                    </a:p>
                  </a:txBody>
                  <a:tcPr marL="91440" marR="91440" marT="45720" marB="45720" anchor="ctr">
                    <a:lnL w="7620">
                      <a:solidFill>
                        <a:srgbClr val="DAE3E9"/>
                      </a:solidFill>
                      <a:prstDash val="solid"/>
                    </a:lnL>
                    <a:lnR w="7620">
                      <a:solidFill>
                        <a:srgbClr val="DAE3E9"/>
                      </a:solidFill>
                      <a:prstDash val="solid"/>
                    </a:lnR>
                    <a:lnB w="7620">
                      <a:solidFill>
                        <a:srgbClr val="DAE3E9"/>
                      </a:solidFill>
                      <a:prstDash val="solid"/>
                    </a:lnB>
                    <a:solidFill>
                      <a:srgbClr val="EDF2F5"/>
                    </a:solidFill>
                  </a:tcPr>
                </a:tc>
                <a:tc>
                  <a:txBody>
                    <a:bodyPr wrap="square" lIns="76200" tIns="76200" rIns="76200" bIns="76200">
                      <a:noAutofit/>
                    </a:bodyPr>
                    <a:lstStyle/>
                    <a:p>
                      <a:r>
                        <a:rPr sz="1800" b="0">
                          <a:solidFill>
                            <a:srgbClr val="102A43"/>
                          </a:solidFill>
                          <a:latin typeface="DejaVu Sans"/>
                          <a:ea typeface="DejaVu Sans"/>
                          <a:cs typeface="DejaVu Sans"/>
                        </a:rPr>
                        <a:t>REJECTED</a:t>
                      </a:r>
                    </a:p>
                  </a:txBody>
                  <a:tcPr marL="91440" marR="91440" marT="45720" marB="45720" anchor="ctr">
                    <a:lnR w="7620">
                      <a:solidFill>
                        <a:srgbClr val="DAE3E9"/>
                      </a:solidFill>
                      <a:prstDash val="solid"/>
                    </a:lnR>
                    <a:lnB w="7620">
                      <a:solidFill>
                        <a:srgbClr val="DAE3E9"/>
                      </a:solidFill>
                      <a:prstDash val="solid"/>
                    </a:lnB>
                    <a:solidFill>
                      <a:srgbClr val="EDF2F5"/>
                    </a:solidFill>
                  </a:tcPr>
                </a:tc>
                <a:tc>
                  <a:txBody>
                    <a:bodyPr wrap="square" lIns="76200" tIns="76200" rIns="76200" bIns="76200">
                      <a:noAutofit/>
                    </a:bodyPr>
                    <a:lstStyle/>
                    <a:p>
                      <a:r>
                        <a:rPr sz="1800" b="0">
                          <a:solidFill>
                            <a:srgbClr val="102A43"/>
                          </a:solidFill>
                          <a:latin typeface="DejaVu Sans"/>
                          <a:ea typeface="DejaVu Sans"/>
                          <a:cs typeface="DejaVu Sans"/>
                        </a:rPr>
                        <a:t>Fail and quarantine</a:t>
                      </a:r>
                    </a:p>
                  </a:txBody>
                  <a:tcPr marL="91440" marR="91440" marT="45720" marB="45720" anchor="ctr">
                    <a:lnR w="7620">
                      <a:solidFill>
                        <a:srgbClr val="DAE3E9"/>
                      </a:solidFill>
                      <a:prstDash val="solid"/>
                    </a:lnR>
                    <a:lnB w="7620">
                      <a:solidFill>
                        <a:srgbClr val="DAE3E9"/>
                      </a:solidFill>
                      <a:prstDash val="solid"/>
                    </a:lnB>
                    <a:solidFill>
                      <a:srgbClr val="EDF2F5"/>
                    </a:solidFill>
                  </a:tcPr>
                </a:tc>
              </a:tr>
              <a:tr h="695325">
                <a:tc>
                  <a:txBody>
                    <a:bodyPr wrap="square" lIns="76200" tIns="76200" rIns="76200" bIns="76200">
                      <a:noAutofit/>
                    </a:bodyPr>
                    <a:lstStyle/>
                    <a:p>
                      <a:r>
                        <a:rPr sz="1800" b="0">
                          <a:solidFill>
                            <a:srgbClr val="102A43"/>
                          </a:solidFill>
                          <a:latin typeface="DejaVu Sans"/>
                          <a:ea typeface="DejaVu Sans"/>
                          <a:cs typeface="DejaVu Sans"/>
                        </a:rPr>
                        <a:t>Transport failure / timeout</a:t>
                      </a:r>
                    </a:p>
                  </a:txBody>
                  <a:tcPr marL="91440" marR="91440" marT="45720" marB="45720" anchor="ctr">
                    <a:lnL w="7620">
                      <a:solidFill>
                        <a:srgbClr val="DAE3E9"/>
                      </a:solidFill>
                      <a:prstDash val="solid"/>
                    </a:lnL>
                    <a:lnR w="7620">
                      <a:solidFill>
                        <a:srgbClr val="DAE3E9"/>
                      </a:solidFill>
                      <a:prstDash val="solid"/>
                    </a:lnR>
                    <a:lnB w="7620">
                      <a:solidFill>
                        <a:srgbClr val="DAE3E9"/>
                      </a:solidFill>
                      <a:prstDash val="solid"/>
                    </a:lnB>
                    <a:solidFill>
                      <a:srgbClr val="FFFFFF"/>
                    </a:solidFill>
                  </a:tcPr>
                </a:tc>
                <a:tc>
                  <a:txBody>
                    <a:bodyPr wrap="square" lIns="76200" tIns="76200" rIns="76200" bIns="76200">
                      <a:noAutofit/>
                    </a:bodyPr>
                    <a:lstStyle/>
                    <a:p>
                      <a:r>
                        <a:rPr sz="1800" b="0">
                          <a:solidFill>
                            <a:srgbClr val="102A43"/>
                          </a:solidFill>
                          <a:latin typeface="DejaVu Sans"/>
                          <a:ea typeface="DejaVu Sans"/>
                          <a:cs typeface="DejaVu Sans"/>
                        </a:rPr>
                        <a:t>UNCERTAIN</a:t>
                      </a:r>
                    </a:p>
                  </a:txBody>
                  <a:tcPr marL="91440" marR="91440" marT="45720" marB="45720" anchor="ctr">
                    <a:lnR w="7620">
                      <a:solidFill>
                        <a:srgbClr val="DAE3E9"/>
                      </a:solidFill>
                      <a:prstDash val="solid"/>
                    </a:lnR>
                    <a:lnB w="7620">
                      <a:solidFill>
                        <a:srgbClr val="DAE3E9"/>
                      </a:solidFill>
                      <a:prstDash val="solid"/>
                    </a:lnB>
                    <a:solidFill>
                      <a:srgbClr val="FFFFFF"/>
                    </a:solidFill>
                  </a:tcPr>
                </a:tc>
                <a:tc>
                  <a:txBody>
                    <a:bodyPr wrap="square" lIns="76200" tIns="76200" rIns="76200" bIns="76200">
                      <a:noAutofit/>
                    </a:bodyPr>
                    <a:lstStyle/>
                    <a:p>
                      <a:r>
                        <a:rPr sz="1800" b="0">
                          <a:solidFill>
                            <a:srgbClr val="102A43"/>
                          </a:solidFill>
                          <a:latin typeface="DejaVu Sans"/>
                          <a:ea typeface="DejaVu Sans"/>
                          <a:cs typeface="DejaVu Sans"/>
                        </a:rPr>
                        <a:t>Apply replay-safety policy</a:t>
                      </a:r>
                    </a:p>
                  </a:txBody>
                  <a:tcPr marL="91440" marR="91440" marT="45720" marB="45720" anchor="ctr">
                    <a:lnR w="7620">
                      <a:solidFill>
                        <a:srgbClr val="DAE3E9"/>
                      </a:solidFill>
                      <a:prstDash val="solid"/>
                    </a:lnR>
                    <a:lnB w="7620">
                      <a:solidFill>
                        <a:srgbClr val="DAE3E9"/>
                      </a:solidFill>
                      <a:prstDash val="solid"/>
                    </a:lnB>
                    <a:solidFill>
                      <a:srgbClr val="FFFFFF"/>
                    </a:solidFill>
                  </a:tcPr>
                </a:tc>
              </a:tr>
            </a:tbl>
          </a:graphicData>
        </a:graphic>
      </p:graphicFrame>
    </p:spTree>
    <p:extLst>
      <p:ext uri="{BB962C8B-B14F-4D97-AF65-F5344CB8AC3E}">
        <p14:creationId xmlns:p14="http://schemas.microsoft.com/office/powerpoint/2010/main" val="1628937357"/>
      </p:ext>
    </p:extLst>
  </p:cSld>
</p:sld>
</file>

<file path=ppt/slides/slide21.xml><?xml version="1.0" encoding="utf-8"?>
<p:sld xmlns:p="http://schemas.openxmlformats.org/presentationml/2006/main">
  <p:cSld>
    <p:bg>
      <p:bgPr>
        <a:solidFill xmlns:a="http://schemas.openxmlformats.org/drawingml/2006/main">
          <a:srgbClr val="F6F8FA"/>
        </a:solidFill>
      </p:bgPr>
    </p:bg>
    <p:spTree>
      <p:nvGrpSpPr>
        <p:cNvPr id="1" name=""/>
        <p:cNvGrpSpPr/>
        <p:nvPr/>
      </p:nvGrpSpPr>
      <p:grpSpPr>
        <a:xfrm xmlns:a="http://schemas.openxmlformats.org/drawingml/2006/main"/>
      </p:grpSpPr>
      <p:sp>
        <p:nvSpPr>
          <p:cNvPr id="6" name="slide-title">
            <a:extLst xmlns:a="http://schemas.openxmlformats.org/drawingml/2006/main">
              <a:ext uri="{FF2B5EF4-FFF2-40B4-BE49-F238E27FC236}">
                <a16:creationId xmlns:a16="http://schemas.microsoft.com/office/drawing/2014/main" id="{50642D14-5F49-48E6-A354-62AA965E20E8}"/>
              </a:ext>
            </a:extLst>
          </p:cNvPr>
          <p:cNvSpPr>
            <a:spLocks xmlns:a="http://schemas.openxmlformats.org/drawingml/2006/main" noGrp="1"/>
          </p:cNvSpPr>
          <p:nvPr/>
        </p:nvSpPr>
        <p:spPr>
          <a:xfrm xmlns:a="http://schemas.openxmlformats.org/drawingml/2006/main">
            <a:off x="609600" y="438150"/>
            <a:ext cx="109728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300" b="1">
                <a:solidFill>
                  <a:srgbClr val="102A43"/>
                </a:solidFill>
                <a:latin typeface="DejaVu Sans"/>
                <a:ea typeface="DejaVu Sans"/>
                <a:cs typeface="DejaVu Sans"/>
              </a:defRPr>
            </a:defPPr>
            <a:lvl1pPr algn="l">
              <a:buNone/>
              <a:defRPr sz="3300" b="1">
                <a:solidFill>
                  <a:srgbClr val="102A43"/>
                </a:solidFill>
                <a:latin typeface="DejaVu Sans"/>
                <a:ea typeface="DejaVu Sans"/>
                <a:cs typeface="DejaVu Sans"/>
              </a:defRPr>
            </a:lvl1pPr>
            <a:lvl2pPr algn="l">
              <a:buNone/>
              <a:defRPr sz="3300" b="1">
                <a:solidFill>
                  <a:srgbClr val="102A43"/>
                </a:solidFill>
                <a:latin typeface="DejaVu Sans"/>
                <a:ea typeface="DejaVu Sans"/>
                <a:cs typeface="DejaVu Sans"/>
              </a:defRPr>
            </a:lvl2pPr>
            <a:lvl3pPr algn="l">
              <a:buNone/>
              <a:defRPr sz="3300" b="1">
                <a:solidFill>
                  <a:srgbClr val="102A43"/>
                </a:solidFill>
                <a:latin typeface="DejaVu Sans"/>
                <a:ea typeface="DejaVu Sans"/>
                <a:cs typeface="DejaVu Sans"/>
              </a:defRPr>
            </a:lvl3pPr>
            <a:lvl4pPr algn="l">
              <a:buNone/>
              <a:defRPr sz="3300" b="1">
                <a:solidFill>
                  <a:srgbClr val="102A43"/>
                </a:solidFill>
                <a:latin typeface="DejaVu Sans"/>
                <a:ea typeface="DejaVu Sans"/>
                <a:cs typeface="DejaVu Sans"/>
              </a:defRPr>
            </a:lvl4pPr>
            <a:lvl5pPr algn="l">
              <a:buNone/>
              <a:defRPr sz="3300" b="1">
                <a:solidFill>
                  <a:srgbClr val="102A43"/>
                </a:solidFill>
                <a:latin typeface="DejaVu Sans"/>
                <a:ea typeface="DejaVu Sans"/>
                <a:cs typeface="DejaVu Sans"/>
              </a:defRPr>
            </a:lvl5pPr>
            <a:lvl6pPr algn="l">
              <a:buNone/>
              <a:defRPr sz="3300" b="1">
                <a:solidFill>
                  <a:srgbClr val="102A43"/>
                </a:solidFill>
                <a:latin typeface="DejaVu Sans"/>
                <a:ea typeface="DejaVu Sans"/>
                <a:cs typeface="DejaVu Sans"/>
              </a:defRPr>
            </a:lvl6pPr>
            <a:lvl7pPr algn="l">
              <a:buNone/>
              <a:defRPr sz="3300" b="1">
                <a:solidFill>
                  <a:srgbClr val="102A43"/>
                </a:solidFill>
                <a:latin typeface="DejaVu Sans"/>
                <a:ea typeface="DejaVu Sans"/>
                <a:cs typeface="DejaVu Sans"/>
              </a:defRPr>
            </a:lvl7pPr>
            <a:lvl8pPr algn="l">
              <a:buNone/>
              <a:defRPr sz="3300" b="1">
                <a:solidFill>
                  <a:srgbClr val="102A43"/>
                </a:solidFill>
                <a:latin typeface="DejaVu Sans"/>
                <a:ea typeface="DejaVu Sans"/>
                <a:cs typeface="DejaVu Sans"/>
              </a:defRPr>
            </a:lvl8pPr>
            <a:lvl9pPr algn="l">
              <a:buNone/>
              <a:defRPr sz="3300" b="1">
                <a:solidFill>
                  <a:srgbClr val="102A43"/>
                </a:solidFill>
                <a:latin typeface="DejaVu Sans"/>
                <a:ea typeface="DejaVu Sans"/>
                <a:cs typeface="DejaVu Sans"/>
              </a:defRPr>
            </a:lvl9pPr>
          </a:lstStyle>
          <a:p xmlns:a="http://schemas.openxmlformats.org/drawingml/2006/main">
            <a:pPr algn="l">
              <a:lnSpc>
                <a:spcPct val="115000"/>
              </a:lnSpc>
              <a:buNone/>
              <a:defRPr sz="3300" b="1">
                <a:solidFill>
                  <a:srgbClr val="102A43"/>
                </a:solidFill>
                <a:latin typeface="DejaVu Sans"/>
                <a:ea typeface="DejaVu Sans"/>
                <a:cs typeface="DejaVu Sans"/>
              </a:defRPr>
            </a:pPr>
            <a:r>
              <a:rPr sz="3300" b="1">
                <a:solidFill>
                  <a:srgbClr val="102A43"/>
                </a:solidFill>
                <a:latin typeface="DejaVu Sans"/>
                <a:ea typeface="DejaVu Sans"/>
                <a:cs typeface="DejaVu Sans"/>
              </a:rPr>
              <a:t>Partial success across member requests</a:t>
            </a:r>
          </a:p>
        </p:txBody>
      </p:sp>
      <p:sp>
        <p:nvSpPr>
          <p:cNvPr id="2" name="text-73">
            <a:extLst xmlns:a="http://schemas.openxmlformats.org/drawingml/2006/main">
              <a:ext uri="{FF2B5EF4-FFF2-40B4-BE49-F238E27FC236}">
                <a16:creationId xmlns:a16="http://schemas.microsoft.com/office/drawing/2014/main" id="{247E88BD-69C7-4A55-BC4B-613D4B2581B5}"/>
              </a:ext>
            </a:extLst>
          </p:cNvPr>
          <p:cNvSpPr>
            <a:spLocks xmlns:a="http://schemas.openxmlformats.org/drawingml/2006/main" noGrp="1"/>
          </p:cNvSpPr>
          <p:nvPr/>
        </p:nvSpPr>
        <p:spPr>
          <a:xfrm xmlns:a="http://schemas.openxmlformats.org/drawingml/2006/main">
            <a:off x="609600" y="1371600"/>
            <a:ext cx="109728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526778"/>
                </a:solidFill>
                <a:latin typeface="DejaVu Sans"/>
                <a:ea typeface="DejaVu Sans"/>
                <a:cs typeface="DejaVu Sans"/>
              </a:defRPr>
            </a:defPPr>
            <a:lvl1pPr algn="l">
              <a:buNone/>
              <a:defRPr sz="1875" b="0">
                <a:solidFill>
                  <a:srgbClr val="526778"/>
                </a:solidFill>
                <a:latin typeface="DejaVu Sans"/>
                <a:ea typeface="DejaVu Sans"/>
                <a:cs typeface="DejaVu Sans"/>
              </a:defRPr>
            </a:lvl1pPr>
            <a:lvl2pPr algn="l">
              <a:buNone/>
              <a:defRPr sz="1875" b="0">
                <a:solidFill>
                  <a:srgbClr val="526778"/>
                </a:solidFill>
                <a:latin typeface="DejaVu Sans"/>
                <a:ea typeface="DejaVu Sans"/>
                <a:cs typeface="DejaVu Sans"/>
              </a:defRPr>
            </a:lvl2pPr>
            <a:lvl3pPr algn="l">
              <a:buNone/>
              <a:defRPr sz="1875" b="0">
                <a:solidFill>
                  <a:srgbClr val="526778"/>
                </a:solidFill>
                <a:latin typeface="DejaVu Sans"/>
                <a:ea typeface="DejaVu Sans"/>
                <a:cs typeface="DejaVu Sans"/>
              </a:defRPr>
            </a:lvl3pPr>
            <a:lvl4pPr algn="l">
              <a:buNone/>
              <a:defRPr sz="1875" b="0">
                <a:solidFill>
                  <a:srgbClr val="526778"/>
                </a:solidFill>
                <a:latin typeface="DejaVu Sans"/>
                <a:ea typeface="DejaVu Sans"/>
                <a:cs typeface="DejaVu Sans"/>
              </a:defRPr>
            </a:lvl4pPr>
            <a:lvl5pPr algn="l">
              <a:buNone/>
              <a:defRPr sz="1875" b="0">
                <a:solidFill>
                  <a:srgbClr val="526778"/>
                </a:solidFill>
                <a:latin typeface="DejaVu Sans"/>
                <a:ea typeface="DejaVu Sans"/>
                <a:cs typeface="DejaVu Sans"/>
              </a:defRPr>
            </a:lvl5pPr>
            <a:lvl6pPr algn="l">
              <a:buNone/>
              <a:defRPr sz="1875" b="0">
                <a:solidFill>
                  <a:srgbClr val="526778"/>
                </a:solidFill>
                <a:latin typeface="DejaVu Sans"/>
                <a:ea typeface="DejaVu Sans"/>
                <a:cs typeface="DejaVu Sans"/>
              </a:defRPr>
            </a:lvl6pPr>
            <a:lvl7pPr algn="l">
              <a:buNone/>
              <a:defRPr sz="1875" b="0">
                <a:solidFill>
                  <a:srgbClr val="526778"/>
                </a:solidFill>
                <a:latin typeface="DejaVu Sans"/>
                <a:ea typeface="DejaVu Sans"/>
                <a:cs typeface="DejaVu Sans"/>
              </a:defRPr>
            </a:lvl7pPr>
            <a:lvl8pPr algn="l">
              <a:buNone/>
              <a:defRPr sz="1875" b="0">
                <a:solidFill>
                  <a:srgbClr val="526778"/>
                </a:solidFill>
                <a:latin typeface="DejaVu Sans"/>
                <a:ea typeface="DejaVu Sans"/>
                <a:cs typeface="DejaVu Sans"/>
              </a:defRPr>
            </a:lvl8pPr>
            <a:lvl9pPr algn="l">
              <a:buNone/>
              <a:defRPr sz="1875" b="0">
                <a:solidFill>
                  <a:srgbClr val="526778"/>
                </a:solidFill>
                <a:latin typeface="DejaVu Sans"/>
                <a:ea typeface="DejaVu Sans"/>
                <a:cs typeface="DejaVu Sans"/>
              </a:defRPr>
            </a:lvl9pPr>
          </a:lstStyle>
          <a:p xmlns:a="http://schemas.openxmlformats.org/drawingml/2006/main">
            <a:pPr algn="l">
              <a:lnSpc>
                <a:spcPct val="115000"/>
              </a:lnSpc>
              <a:buNone/>
              <a:defRPr sz="1875" b="0">
                <a:solidFill>
                  <a:srgbClr val="526778"/>
                </a:solidFill>
                <a:latin typeface="DejaVu Sans"/>
                <a:ea typeface="DejaVu Sans"/>
                <a:cs typeface="DejaVu Sans"/>
              </a:defRPr>
            </a:pPr>
            <a:r>
              <a:rPr sz="1875" b="0">
                <a:solidFill>
                  <a:srgbClr val="526778"/>
                </a:solidFill>
                <a:latin typeface="DejaVu Sans"/>
                <a:ea typeface="DejaVu Sans"/>
                <a:cs typeface="DejaVu Sans"/>
              </a:rPr>
              <a:t>The client acknowledges and retries whole member arrays.</a:t>
            </a:r>
          </a:p>
        </p:txBody>
      </p:sp>
      <p:sp>
        <p:nvSpPr>
          <p:cNvPr id="3" name="slide-number">
            <a:extLst xmlns:a="http://schemas.openxmlformats.org/drawingml/2006/main">
              <a:ext uri="{FF2B5EF4-FFF2-40B4-BE49-F238E27FC236}">
                <a16:creationId xmlns:a16="http://schemas.microsoft.com/office/drawing/2014/main" id="{609B5283-16F3-484A-93EC-67923AF4A574}"/>
              </a:ext>
            </a:extLst>
          </p:cNvPr>
          <p:cNvSpPr>
            <a:spLocks xmlns:a="http://schemas.openxmlformats.org/drawingml/2006/main" noGrp="1"/>
          </p:cNvSpPr>
          <p:nvPr/>
        </p:nvSpPr>
        <p:spPr>
          <a:xfrm xmlns:a="http://schemas.openxmlformats.org/drawingml/2006/main">
            <a:off x="11182350" y="6391275"/>
            <a:ext cx="4000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275" b="0">
                <a:solidFill>
                  <a:srgbClr val="526778"/>
                </a:solidFill>
                <a:latin typeface="DejaVu Sans"/>
                <a:ea typeface="DejaVu Sans"/>
                <a:cs typeface="DejaVu Sans"/>
              </a:defRPr>
            </a:defPPr>
            <a:lvl1pPr algn="r">
              <a:buNone/>
              <a:defRPr sz="1275" b="0">
                <a:solidFill>
                  <a:srgbClr val="526778"/>
                </a:solidFill>
                <a:latin typeface="DejaVu Sans"/>
                <a:ea typeface="DejaVu Sans"/>
                <a:cs typeface="DejaVu Sans"/>
              </a:defRPr>
            </a:lvl1pPr>
            <a:lvl2pPr algn="r">
              <a:buNone/>
              <a:defRPr sz="1275" b="0">
                <a:solidFill>
                  <a:srgbClr val="526778"/>
                </a:solidFill>
                <a:latin typeface="DejaVu Sans"/>
                <a:ea typeface="DejaVu Sans"/>
                <a:cs typeface="DejaVu Sans"/>
              </a:defRPr>
            </a:lvl2pPr>
            <a:lvl3pPr algn="r">
              <a:buNone/>
              <a:defRPr sz="1275" b="0">
                <a:solidFill>
                  <a:srgbClr val="526778"/>
                </a:solidFill>
                <a:latin typeface="DejaVu Sans"/>
                <a:ea typeface="DejaVu Sans"/>
                <a:cs typeface="DejaVu Sans"/>
              </a:defRPr>
            </a:lvl3pPr>
            <a:lvl4pPr algn="r">
              <a:buNone/>
              <a:defRPr sz="1275" b="0">
                <a:solidFill>
                  <a:srgbClr val="526778"/>
                </a:solidFill>
                <a:latin typeface="DejaVu Sans"/>
                <a:ea typeface="DejaVu Sans"/>
                <a:cs typeface="DejaVu Sans"/>
              </a:defRPr>
            </a:lvl4pPr>
            <a:lvl5pPr algn="r">
              <a:buNone/>
              <a:defRPr sz="1275" b="0">
                <a:solidFill>
                  <a:srgbClr val="526778"/>
                </a:solidFill>
                <a:latin typeface="DejaVu Sans"/>
                <a:ea typeface="DejaVu Sans"/>
                <a:cs typeface="DejaVu Sans"/>
              </a:defRPr>
            </a:lvl5pPr>
            <a:lvl6pPr algn="r">
              <a:buNone/>
              <a:defRPr sz="1275" b="0">
                <a:solidFill>
                  <a:srgbClr val="526778"/>
                </a:solidFill>
                <a:latin typeface="DejaVu Sans"/>
                <a:ea typeface="DejaVu Sans"/>
                <a:cs typeface="DejaVu Sans"/>
              </a:defRPr>
            </a:lvl6pPr>
            <a:lvl7pPr algn="r">
              <a:buNone/>
              <a:defRPr sz="1275" b="0">
                <a:solidFill>
                  <a:srgbClr val="526778"/>
                </a:solidFill>
                <a:latin typeface="DejaVu Sans"/>
                <a:ea typeface="DejaVu Sans"/>
                <a:cs typeface="DejaVu Sans"/>
              </a:defRPr>
            </a:lvl7pPr>
            <a:lvl8pPr algn="r">
              <a:buNone/>
              <a:defRPr sz="1275" b="0">
                <a:solidFill>
                  <a:srgbClr val="526778"/>
                </a:solidFill>
                <a:latin typeface="DejaVu Sans"/>
                <a:ea typeface="DejaVu Sans"/>
                <a:cs typeface="DejaVu Sans"/>
              </a:defRPr>
            </a:lvl8pPr>
            <a:lvl9pPr algn="r">
              <a:buNone/>
              <a:defRPr sz="1275" b="0">
                <a:solidFill>
                  <a:srgbClr val="526778"/>
                </a:solidFill>
                <a:latin typeface="DejaVu Sans"/>
                <a:ea typeface="DejaVu Sans"/>
                <a:cs typeface="DejaVu Sans"/>
              </a:defRPr>
            </a:lvl9pPr>
          </a:lstStyle>
          <a:p xmlns:a="http://schemas.openxmlformats.org/drawingml/2006/main">
            <a:pPr algn="r">
              <a:lnSpc>
                <a:spcPct val="115000"/>
              </a:lnSpc>
              <a:buNone/>
              <a:defRPr sz="1275" b="0">
                <a:solidFill>
                  <a:srgbClr val="526778"/>
                </a:solidFill>
                <a:latin typeface="DejaVu Sans"/>
                <a:ea typeface="DejaVu Sans"/>
                <a:cs typeface="DejaVu Sans"/>
              </a:defRPr>
            </a:pPr>
            <a:r>
              <a:rPr sz="1275" b="0">
                <a:solidFill>
                  <a:srgbClr val="526778"/>
                </a:solidFill>
                <a:latin typeface="DejaVu Sans"/>
                <a:ea typeface="DejaVu Sans"/>
                <a:cs typeface="DejaVu Sans"/>
              </a:rPr>
              <a:t>21</a:t>
            </a:r>
          </a:p>
        </p:txBody>
      </p:sp>
      <p:graphicFrame>
        <p:nvGraphicFramePr>
          <p:cNvPr id="4" name="">
            <a:extLst xmlns:a="http://schemas.openxmlformats.org/drawingml/2006/main">
              <a:ext uri="{FF2B5EF4-FFF2-40B4-BE49-F238E27FC236}">
                <a16:creationId xmlns:a16="http://schemas.microsoft.com/office/drawing/2014/main" id="{755B371D-AE00-498C-9321-D32781D45C54}"/>
              </a:ext>
            </a:extLst>
          </p:cNvPr>
          <p:cNvGraphicFramePr/>
          <p:nvPr/>
        </p:nvGraphicFramePr>
        <p:xfrm>
          <a:off xmlns:a="http://schemas.openxmlformats.org/drawingml/2006/main" x="609600" y="2000250"/>
          <a:ext xmlns:a="http://schemas.openxmlformats.org/drawingml/2006/main" cx="10972800" cy="3619500"/>
        </p:xfrm>
        <a:graphic xmlns:a="http://schemas.openxmlformats.org/drawingml/2006/main">
          <a:graphicData uri="http://schemas.openxmlformats.org/drawingml/2006/table">
            <a:tbl>
              <a:tblPr/>
              <a:tblGrid>
                <a:gridCol w="2857500"/>
                <a:gridCol w="4000500"/>
                <a:gridCol w="4114800"/>
              </a:tblGrid>
              <a:tr h="904875">
                <a:tc>
                  <a:txBody>
                    <a:bodyPr wrap="square" lIns="76200" tIns="76200" rIns="76200" bIns="76200">
                      <a:noAutofit/>
                    </a:bodyPr>
                    <a:lstStyle/>
                    <a:p>
                      <a:r>
                        <a:rPr sz="1800" b="1">
                          <a:solidFill>
                            <a:srgbClr val="FFFFFF"/>
                          </a:solidFill>
                          <a:latin typeface="DejaVu Sans"/>
                          <a:ea typeface="DejaVu Sans"/>
                          <a:cs typeface="DejaVu Sans"/>
                        </a:rPr>
                        <a:t>Request</a:t>
                      </a:r>
                    </a:p>
                  </a:txBody>
                  <a:tcPr marL="91440" marR="91440" marT="45720" marB="45720" anchor="ctr">
                    <a:lnL w="7620">
                      <a:solidFill>
                        <a:srgbClr val="DAE3E9"/>
                      </a:solidFill>
                      <a:prstDash val="solid"/>
                    </a:lnL>
                    <a:lnR w="7620">
                      <a:solidFill>
                        <a:srgbClr val="DAE3E9"/>
                      </a:solidFill>
                      <a:prstDash val="solid"/>
                    </a:lnR>
                    <a:lnT w="7620">
                      <a:solidFill>
                        <a:srgbClr val="DAE3E9"/>
                      </a:solidFill>
                      <a:prstDash val="solid"/>
                    </a:lnT>
                    <a:lnB w="7620">
                      <a:solidFill>
                        <a:srgbClr val="DAE3E9"/>
                      </a:solidFill>
                      <a:prstDash val="solid"/>
                    </a:lnB>
                    <a:solidFill>
                      <a:srgbClr val="102A43"/>
                    </a:solidFill>
                  </a:tcPr>
                </a:tc>
                <a:tc>
                  <a:txBody>
                    <a:bodyPr wrap="square" lIns="76200" tIns="76200" rIns="76200" bIns="76200">
                      <a:noAutofit/>
                    </a:bodyPr>
                    <a:lstStyle/>
                    <a:p>
                      <a:r>
                        <a:rPr sz="1800" b="1">
                          <a:solidFill>
                            <a:srgbClr val="FFFFFF"/>
                          </a:solidFill>
                          <a:latin typeface="DejaVu Sans"/>
                          <a:ea typeface="DejaVu Sans"/>
                          <a:cs typeface="DejaVu Sans"/>
                        </a:rPr>
                        <a:t>Persisted state</a:t>
                      </a:r>
                    </a:p>
                  </a:txBody>
                  <a:tcPr marL="91440" marR="91440" marT="45720" marB="45720" anchor="ctr">
                    <a:lnR w="7620">
                      <a:solidFill>
                        <a:srgbClr val="DAE3E9"/>
                      </a:solidFill>
                      <a:prstDash val="solid"/>
                    </a:lnR>
                    <a:lnT w="7620">
                      <a:solidFill>
                        <a:srgbClr val="DAE3E9"/>
                      </a:solidFill>
                      <a:prstDash val="solid"/>
                    </a:lnT>
                    <a:lnB w="7620">
                      <a:solidFill>
                        <a:srgbClr val="DAE3E9"/>
                      </a:solidFill>
                      <a:prstDash val="solid"/>
                    </a:lnB>
                    <a:solidFill>
                      <a:srgbClr val="102A43"/>
                    </a:solidFill>
                  </a:tcPr>
                </a:tc>
                <a:tc>
                  <a:txBody>
                    <a:bodyPr wrap="square" lIns="76200" tIns="76200" rIns="76200" bIns="76200">
                      <a:noAutofit/>
                    </a:bodyPr>
                    <a:lstStyle/>
                    <a:p>
                      <a:r>
                        <a:rPr sz="1800" b="1">
                          <a:solidFill>
                            <a:srgbClr val="FFFFFF"/>
                          </a:solidFill>
                          <a:latin typeface="DejaVu Sans"/>
                          <a:ea typeface="DejaVu Sans"/>
                          <a:cs typeface="DejaVu Sans"/>
                        </a:rPr>
                        <a:t>Recovery action</a:t>
                      </a:r>
                    </a:p>
                  </a:txBody>
                  <a:tcPr marL="91440" marR="91440" marT="45720" marB="45720" anchor="ctr">
                    <a:lnR w="7620">
                      <a:solidFill>
                        <a:srgbClr val="DAE3E9"/>
                      </a:solidFill>
                      <a:prstDash val="solid"/>
                    </a:lnR>
                    <a:lnT w="7620">
                      <a:solidFill>
                        <a:srgbClr val="DAE3E9"/>
                      </a:solidFill>
                      <a:prstDash val="solid"/>
                    </a:lnT>
                    <a:lnB w="7620">
                      <a:solidFill>
                        <a:srgbClr val="DAE3E9"/>
                      </a:solidFill>
                      <a:prstDash val="solid"/>
                    </a:lnB>
                    <a:solidFill>
                      <a:srgbClr val="102A43"/>
                    </a:solidFill>
                  </a:tcPr>
                </a:tc>
              </a:tr>
              <a:tr h="904875">
                <a:tc>
                  <a:txBody>
                    <a:bodyPr wrap="square" lIns="76200" tIns="76200" rIns="76200" bIns="76200">
                      <a:noAutofit/>
                    </a:bodyPr>
                    <a:lstStyle/>
                    <a:p>
                      <a:r>
                        <a:rPr sz="1800" b="0">
                          <a:solidFill>
                            <a:srgbClr val="102A43"/>
                          </a:solidFill>
                          <a:latin typeface="DejaVu Sans"/>
                          <a:ea typeface="DejaVu Sans"/>
                          <a:cs typeface="DejaVu Sans"/>
                        </a:rPr>
                        <a:t>1: row 1, both</a:t>
                      </a:r>
                    </a:p>
                  </a:txBody>
                  <a:tcPr marL="91440" marR="91440" marT="45720" marB="45720" anchor="ctr">
                    <a:lnL w="7620">
                      <a:solidFill>
                        <a:srgbClr val="DAE3E9"/>
                      </a:solidFill>
                      <a:prstDash val="solid"/>
                    </a:lnL>
                    <a:lnR w="7620">
                      <a:solidFill>
                        <a:srgbClr val="DAE3E9"/>
                      </a:solidFill>
                      <a:prstDash val="solid"/>
                    </a:lnR>
                    <a:lnB w="7620">
                      <a:solidFill>
                        <a:srgbClr val="DAE3E9"/>
                      </a:solidFill>
                      <a:prstDash val="solid"/>
                    </a:lnB>
                    <a:solidFill>
                      <a:srgbClr val="FFFFFF"/>
                    </a:solidFill>
                  </a:tcPr>
                </a:tc>
                <a:tc>
                  <a:txBody>
                    <a:bodyPr wrap="square" lIns="76200" tIns="76200" rIns="76200" bIns="76200">
                      <a:noAutofit/>
                    </a:bodyPr>
                    <a:lstStyle/>
                    <a:p>
                      <a:r>
                        <a:rPr sz="1800" b="0">
                          <a:solidFill>
                            <a:srgbClr val="102A43"/>
                          </a:solidFill>
                          <a:latin typeface="DejaVu Sans"/>
                          <a:ea typeface="DejaVu Sans"/>
                          <a:cs typeface="DejaVu Sans"/>
                        </a:rPr>
                        <a:t>ACKNOWLEDGED</a:t>
                      </a:r>
                    </a:p>
                  </a:txBody>
                  <a:tcPr marL="91440" marR="91440" marT="45720" marB="45720" anchor="ctr">
                    <a:lnR w="7620">
                      <a:solidFill>
                        <a:srgbClr val="DAE3E9"/>
                      </a:solidFill>
                      <a:prstDash val="solid"/>
                    </a:lnR>
                    <a:lnB w="7620">
                      <a:solidFill>
                        <a:srgbClr val="DAE3E9"/>
                      </a:solidFill>
                      <a:prstDash val="solid"/>
                    </a:lnB>
                    <a:solidFill>
                      <a:srgbClr val="FFFFFF"/>
                    </a:solidFill>
                  </a:tcPr>
                </a:tc>
                <a:tc>
                  <a:txBody>
                    <a:bodyPr wrap="square" lIns="76200" tIns="76200" rIns="76200" bIns="76200">
                      <a:noAutofit/>
                    </a:bodyPr>
                    <a:lstStyle/>
                    <a:p>
                      <a:r>
                        <a:rPr sz="1800" b="0">
                          <a:solidFill>
                            <a:srgbClr val="102A43"/>
                          </a:solidFill>
                          <a:latin typeface="DejaVu Sans"/>
                          <a:ea typeface="DejaVu Sans"/>
                          <a:cs typeface="DejaVu Sans"/>
                        </a:rPr>
                        <a:t>Skip the whole array</a:t>
                      </a:r>
                    </a:p>
                  </a:txBody>
                  <a:tcPr marL="91440" marR="91440" marT="45720" marB="45720" anchor="ctr">
                    <a:lnR w="7620">
                      <a:solidFill>
                        <a:srgbClr val="DAE3E9"/>
                      </a:solidFill>
                      <a:prstDash val="solid"/>
                    </a:lnR>
                    <a:lnB w="7620">
                      <a:solidFill>
                        <a:srgbClr val="DAE3E9"/>
                      </a:solidFill>
                      <a:prstDash val="solid"/>
                    </a:lnB>
                    <a:solidFill>
                      <a:srgbClr val="FFFFFF"/>
                    </a:solidFill>
                  </a:tcPr>
                </a:tc>
              </a:tr>
              <a:tr h="904875">
                <a:tc>
                  <a:txBody>
                    <a:bodyPr wrap="square" lIns="76200" tIns="76200" rIns="76200" bIns="76200">
                      <a:noAutofit/>
                    </a:bodyPr>
                    <a:lstStyle/>
                    <a:p>
                      <a:r>
                        <a:rPr sz="1800" b="0">
                          <a:solidFill>
                            <a:srgbClr val="102A43"/>
                          </a:solidFill>
                          <a:latin typeface="DejaVu Sans"/>
                          <a:ea typeface="DejaVu Sans"/>
                          <a:cs typeface="DejaVu Sans"/>
                        </a:rPr>
                        <a:t>2: row 2, PCDS</a:t>
                      </a:r>
                    </a:p>
                  </a:txBody>
                  <a:tcPr marL="91440" marR="91440" marT="45720" marB="45720" anchor="ctr">
                    <a:lnL w="7620">
                      <a:solidFill>
                        <a:srgbClr val="DAE3E9"/>
                      </a:solidFill>
                      <a:prstDash val="solid"/>
                    </a:lnL>
                    <a:lnR w="7620">
                      <a:solidFill>
                        <a:srgbClr val="DAE3E9"/>
                      </a:solidFill>
                      <a:prstDash val="solid"/>
                    </a:lnR>
                    <a:lnB w="7620">
                      <a:solidFill>
                        <a:srgbClr val="DAE3E9"/>
                      </a:solidFill>
                      <a:prstDash val="solid"/>
                    </a:lnB>
                    <a:solidFill>
                      <a:srgbClr val="EDF2F5"/>
                    </a:solidFill>
                  </a:tcPr>
                </a:tc>
                <a:tc>
                  <a:txBody>
                    <a:bodyPr wrap="square" lIns="76200" tIns="76200" rIns="76200" bIns="76200">
                      <a:noAutofit/>
                    </a:bodyPr>
                    <a:lstStyle/>
                    <a:p>
                      <a:r>
                        <a:rPr sz="1800" b="0">
                          <a:solidFill>
                            <a:srgbClr val="102A43"/>
                          </a:solidFill>
                          <a:latin typeface="DejaVu Sans"/>
                          <a:ea typeface="DejaVu Sans"/>
                          <a:cs typeface="DejaVu Sans"/>
                        </a:rPr>
                        <a:t>UNCERTAIN or RETRYABLE</a:t>
                      </a:r>
                    </a:p>
                  </a:txBody>
                  <a:tcPr marL="91440" marR="91440" marT="45720" marB="45720" anchor="ctr">
                    <a:lnR w="7620">
                      <a:solidFill>
                        <a:srgbClr val="DAE3E9"/>
                      </a:solidFill>
                      <a:prstDash val="solid"/>
                    </a:lnR>
                    <a:lnB w="7620">
                      <a:solidFill>
                        <a:srgbClr val="DAE3E9"/>
                      </a:solidFill>
                      <a:prstDash val="solid"/>
                    </a:lnB>
                    <a:solidFill>
                      <a:srgbClr val="EDF2F5"/>
                    </a:solidFill>
                  </a:tcPr>
                </a:tc>
                <a:tc>
                  <a:txBody>
                    <a:bodyPr wrap="square" lIns="76200" tIns="76200" rIns="76200" bIns="76200">
                      <a:noAutofit/>
                    </a:bodyPr>
                    <a:lstStyle/>
                    <a:p>
                      <a:r>
                        <a:rPr sz="1800" b="0">
                          <a:solidFill>
                            <a:srgbClr val="102A43"/>
                          </a:solidFill>
                          <a:latin typeface="DejaVu Sans"/>
                          <a:ea typeface="DejaVu Sans"/>
                          <a:cs typeface="DejaVu Sans"/>
                        </a:rPr>
                        <a:t>Retry the same array if safe</a:t>
                      </a:r>
                    </a:p>
                  </a:txBody>
                  <a:tcPr marL="91440" marR="91440" marT="45720" marB="45720" anchor="ctr">
                    <a:lnR w="7620">
                      <a:solidFill>
                        <a:srgbClr val="DAE3E9"/>
                      </a:solidFill>
                      <a:prstDash val="solid"/>
                    </a:lnR>
                    <a:lnB w="7620">
                      <a:solidFill>
                        <a:srgbClr val="DAE3E9"/>
                      </a:solidFill>
                      <a:prstDash val="solid"/>
                    </a:lnB>
                    <a:solidFill>
                      <a:srgbClr val="EDF2F5"/>
                    </a:solidFill>
                  </a:tcPr>
                </a:tc>
              </a:tr>
              <a:tr h="904875">
                <a:tc>
                  <a:txBody>
                    <a:bodyPr wrap="square" lIns="76200" tIns="76200" rIns="76200" bIns="76200">
                      <a:noAutofit/>
                    </a:bodyPr>
                    <a:lstStyle/>
                    <a:p>
                      <a:r>
                        <a:rPr sz="1800" b="0">
                          <a:solidFill>
                            <a:srgbClr val="102A43"/>
                          </a:solidFill>
                          <a:latin typeface="DejaVu Sans"/>
                          <a:ea typeface="DejaVu Sans"/>
                          <a:cs typeface="DejaVu Sans"/>
                        </a:rPr>
                        <a:t>3: row 3, P2PDS</a:t>
                      </a:r>
                    </a:p>
                  </a:txBody>
                  <a:tcPr marL="91440" marR="91440" marT="45720" marB="45720" anchor="ctr">
                    <a:lnL w="7620">
                      <a:solidFill>
                        <a:srgbClr val="DAE3E9"/>
                      </a:solidFill>
                      <a:prstDash val="solid"/>
                    </a:lnL>
                    <a:lnR w="7620">
                      <a:solidFill>
                        <a:srgbClr val="DAE3E9"/>
                      </a:solidFill>
                      <a:prstDash val="solid"/>
                    </a:lnR>
                    <a:lnB w="7620">
                      <a:solidFill>
                        <a:srgbClr val="DAE3E9"/>
                      </a:solidFill>
                      <a:prstDash val="solid"/>
                    </a:lnB>
                    <a:solidFill>
                      <a:srgbClr val="FFFFFF"/>
                    </a:solidFill>
                  </a:tcPr>
                </a:tc>
                <a:tc>
                  <a:txBody>
                    <a:bodyPr wrap="square" lIns="76200" tIns="76200" rIns="76200" bIns="76200">
                      <a:noAutofit/>
                    </a:bodyPr>
                    <a:lstStyle/>
                    <a:p>
                      <a:r>
                        <a:rPr sz="1800" b="0">
                          <a:solidFill>
                            <a:srgbClr val="102A43"/>
                          </a:solidFill>
                          <a:latin typeface="DejaVu Sans"/>
                          <a:ea typeface="DejaVu Sans"/>
                          <a:cs typeface="DejaVu Sans"/>
                        </a:rPr>
                        <a:t>PENDING</a:t>
                      </a:r>
                    </a:p>
                  </a:txBody>
                  <a:tcPr marL="91440" marR="91440" marT="45720" marB="45720" anchor="ctr">
                    <a:lnR w="7620">
                      <a:solidFill>
                        <a:srgbClr val="DAE3E9"/>
                      </a:solidFill>
                      <a:prstDash val="solid"/>
                    </a:lnR>
                    <a:lnB w="7620">
                      <a:solidFill>
                        <a:srgbClr val="DAE3E9"/>
                      </a:solidFill>
                      <a:prstDash val="solid"/>
                    </a:lnB>
                    <a:solidFill>
                      <a:srgbClr val="FFFFFF"/>
                    </a:solidFill>
                  </a:tcPr>
                </a:tc>
                <a:tc>
                  <a:txBody>
                    <a:bodyPr wrap="square" lIns="76200" tIns="76200" rIns="76200" bIns="76200">
                      <a:noAutofit/>
                    </a:bodyPr>
                    <a:lstStyle/>
                    <a:p>
                      <a:r>
                        <a:rPr sz="1800" b="0">
                          <a:solidFill>
                            <a:srgbClr val="102A43"/>
                          </a:solidFill>
                          <a:latin typeface="DejaVu Sans"/>
                          <a:ea typeface="DejaVu Sans"/>
                          <a:cs typeface="DejaVu Sans"/>
                        </a:rPr>
                        <a:t>Wait for request 2</a:t>
                      </a:r>
                    </a:p>
                  </a:txBody>
                  <a:tcPr marL="91440" marR="91440" marT="45720" marB="45720" anchor="ctr">
                    <a:lnR w="7620">
                      <a:solidFill>
                        <a:srgbClr val="DAE3E9"/>
                      </a:solidFill>
                      <a:prstDash val="solid"/>
                    </a:lnR>
                    <a:lnB w="7620">
                      <a:solidFill>
                        <a:srgbClr val="DAE3E9"/>
                      </a:solidFill>
                      <a:prstDash val="solid"/>
                    </a:lnB>
                    <a:solidFill>
                      <a:srgbClr val="FFFFFF"/>
                    </a:solidFill>
                  </a:tcPr>
                </a:tc>
              </a:tr>
            </a:tbl>
          </a:graphicData>
        </a:graphic>
      </p:graphicFrame>
      <p:sp>
        <p:nvSpPr>
          <p:cNvPr id="5" name="text-74">
            <a:extLst xmlns:a="http://schemas.openxmlformats.org/drawingml/2006/main">
              <a:ext uri="{FF2B5EF4-FFF2-40B4-BE49-F238E27FC236}">
                <a16:creationId xmlns:a16="http://schemas.microsoft.com/office/drawing/2014/main" id="{A6D66538-3B0E-4CA3-A72F-035B85FC86AD}"/>
              </a:ext>
            </a:extLst>
          </p:cNvPr>
          <p:cNvSpPr>
            <a:spLocks xmlns:a="http://schemas.openxmlformats.org/drawingml/2006/main" noGrp="1"/>
          </p:cNvSpPr>
          <p:nvPr/>
        </p:nvSpPr>
        <p:spPr>
          <a:xfrm xmlns:a="http://schemas.openxmlformats.org/drawingml/2006/main">
            <a:off x="609600" y="5981700"/>
            <a:ext cx="10572750" cy="3524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50" b="0">
                <a:solidFill>
                  <a:srgbClr val="526778"/>
                </a:solidFill>
                <a:latin typeface="DejaVu Sans"/>
                <a:ea typeface="DejaVu Sans"/>
                <a:cs typeface="DejaVu Sans"/>
              </a:defRPr>
            </a:defPPr>
            <a:lvl1pPr algn="l">
              <a:buNone/>
              <a:defRPr sz="1650" b="0">
                <a:solidFill>
                  <a:srgbClr val="526778"/>
                </a:solidFill>
                <a:latin typeface="DejaVu Sans"/>
                <a:ea typeface="DejaVu Sans"/>
                <a:cs typeface="DejaVu Sans"/>
              </a:defRPr>
            </a:lvl1pPr>
            <a:lvl2pPr algn="l">
              <a:buNone/>
              <a:defRPr sz="1650" b="0">
                <a:solidFill>
                  <a:srgbClr val="526778"/>
                </a:solidFill>
                <a:latin typeface="DejaVu Sans"/>
                <a:ea typeface="DejaVu Sans"/>
                <a:cs typeface="DejaVu Sans"/>
              </a:defRPr>
            </a:lvl2pPr>
            <a:lvl3pPr algn="l">
              <a:buNone/>
              <a:defRPr sz="1650" b="0">
                <a:solidFill>
                  <a:srgbClr val="526778"/>
                </a:solidFill>
                <a:latin typeface="DejaVu Sans"/>
                <a:ea typeface="DejaVu Sans"/>
                <a:cs typeface="DejaVu Sans"/>
              </a:defRPr>
            </a:lvl3pPr>
            <a:lvl4pPr algn="l">
              <a:buNone/>
              <a:defRPr sz="1650" b="0">
                <a:solidFill>
                  <a:srgbClr val="526778"/>
                </a:solidFill>
                <a:latin typeface="DejaVu Sans"/>
                <a:ea typeface="DejaVu Sans"/>
                <a:cs typeface="DejaVu Sans"/>
              </a:defRPr>
            </a:lvl4pPr>
            <a:lvl5pPr algn="l">
              <a:buNone/>
              <a:defRPr sz="1650" b="0">
                <a:solidFill>
                  <a:srgbClr val="526778"/>
                </a:solidFill>
                <a:latin typeface="DejaVu Sans"/>
                <a:ea typeface="DejaVu Sans"/>
                <a:cs typeface="DejaVu Sans"/>
              </a:defRPr>
            </a:lvl5pPr>
            <a:lvl6pPr algn="l">
              <a:buNone/>
              <a:defRPr sz="1650" b="0">
                <a:solidFill>
                  <a:srgbClr val="526778"/>
                </a:solidFill>
                <a:latin typeface="DejaVu Sans"/>
                <a:ea typeface="DejaVu Sans"/>
                <a:cs typeface="DejaVu Sans"/>
              </a:defRPr>
            </a:lvl6pPr>
            <a:lvl7pPr algn="l">
              <a:buNone/>
              <a:defRPr sz="1650" b="0">
                <a:solidFill>
                  <a:srgbClr val="526778"/>
                </a:solidFill>
                <a:latin typeface="DejaVu Sans"/>
                <a:ea typeface="DejaVu Sans"/>
                <a:cs typeface="DejaVu Sans"/>
              </a:defRPr>
            </a:lvl7pPr>
            <a:lvl8pPr algn="l">
              <a:buNone/>
              <a:defRPr sz="1650" b="0">
                <a:solidFill>
                  <a:srgbClr val="526778"/>
                </a:solidFill>
                <a:latin typeface="DejaVu Sans"/>
                <a:ea typeface="DejaVu Sans"/>
                <a:cs typeface="DejaVu Sans"/>
              </a:defRPr>
            </a:lvl8pPr>
            <a:lvl9pPr algn="l">
              <a:buNone/>
              <a:defRPr sz="1650" b="0">
                <a:solidFill>
                  <a:srgbClr val="526778"/>
                </a:solidFill>
                <a:latin typeface="DejaVu Sans"/>
                <a:ea typeface="DejaVu Sans"/>
                <a:cs typeface="DejaVu Sans"/>
              </a:defRPr>
            </a:lvl9pPr>
          </a:lstStyle>
          <a:p xmlns:a="http://schemas.openxmlformats.org/drawingml/2006/main">
            <a:pPr algn="l">
              <a:lnSpc>
                <a:spcPct val="115000"/>
              </a:lnSpc>
              <a:buNone/>
              <a:defRPr sz="1650" b="0">
                <a:solidFill>
                  <a:srgbClr val="526778"/>
                </a:solidFill>
                <a:latin typeface="DejaVu Sans"/>
                <a:ea typeface="DejaVu Sans"/>
                <a:cs typeface="DejaVu Sans"/>
              </a:defRPr>
            </a:pPr>
            <a:r>
              <a:rPr sz="1650" b="0">
                <a:solidFill>
                  <a:srgbClr val="526778"/>
                </a:solidFill>
                <a:latin typeface="DejaVu Sans"/>
                <a:ea typeface="DejaVu Sans"/>
                <a:cs typeface="DejaVu Sans"/>
              </a:rPr>
              <a:t>A service-side idempotency guarantee is required for safe replay.</a:t>
            </a:r>
          </a:p>
        </p:txBody>
      </p:sp>
    </p:spTree>
    <p:extLst>
      <p:ext uri="{BB962C8B-B14F-4D97-AF65-F5344CB8AC3E}">
        <p14:creationId xmlns:p14="http://schemas.microsoft.com/office/powerpoint/2010/main" val="404178689"/>
      </p:ext>
    </p:extLst>
  </p:cSld>
</p:sld>
</file>

<file path=ppt/slides/slide22.xml><?xml version="1.0" encoding="utf-8"?>
<p:sld xmlns:p="http://schemas.openxmlformats.org/presentationml/2006/main">
  <p:cSld>
    <p:bg>
      <p:bgPr>
        <a:solidFill xmlns:a="http://schemas.openxmlformats.org/drawingml/2006/main">
          <a:srgbClr val="F6F8FA"/>
        </a:solidFill>
      </p:bgPr>
    </p:bg>
    <p:spTree>
      <p:nvGrpSpPr>
        <p:cNvPr id="1" name=""/>
        <p:cNvGrpSpPr/>
        <p:nvPr/>
      </p:nvGrpSpPr>
      <p:grpSpPr>
        <a:xfrm xmlns:a="http://schemas.openxmlformats.org/drawingml/2006/main"/>
      </p:grpSpPr>
      <p:cxnSp>
        <p:nvCxnSpPr>
          <p:cNvPr id="18" name="">
            <a:extLst xmlns:a="http://schemas.openxmlformats.org/drawingml/2006/main">
              <a:ext uri="{FF2B5EF4-FFF2-40B4-BE49-F238E27FC236}">
                <a16:creationId xmlns:a16="http://schemas.microsoft.com/office/drawing/2014/main" id="{0AE5B8F1-1799-46BE-BA7A-ECCE1A93BF0E}"/>
              </a:ext>
            </a:extLst>
          </p:cNvPr>
          <p:cNvCxnSpPr>
            <a:stCxn xmlns:a="http://schemas.openxmlformats.org/drawingml/2006/main" id="7" idx="2"/>
            <a:endCxn xmlns:a="http://schemas.openxmlformats.org/drawingml/2006/main" id="15" idx="1"/>
          </p:cNvCxnSpPr>
          <p:nvPr/>
        </p:nvCxnSpPr>
        <p:spPr>
          <a:xfrm xmlns:a="http://schemas.openxmlformats.org/drawingml/2006/main">
            <a:off x="8343900" y="3048000"/>
            <a:ext cx="1257300" cy="1595438"/>
          </a:xfrm>
          <a:prstGeom xmlns:a="http://schemas.openxmlformats.org/drawingml/2006/main" prst="bentConnector5">
            <a:avLst>
              <a:gd name="adj1" fmla="val 0"/>
              <a:gd name="adj2" fmla="val 14328"/>
              <a:gd name="adj3" fmla="val 81818"/>
            </a:avLst>
          </a:prstGeom>
          <a:ln xmlns:a="http://schemas.openxmlformats.org/drawingml/2006/main" w="19050">
            <a:solidFill>
              <a:srgbClr val="007F86"/>
            </a:solidFill>
            <a:prstDash val="solid"/>
            <a:tailEnd type="triangle" w="sm" len="sm"/>
          </a:ln>
        </p:spPr>
      </p:cxnSp>
      <p:cxnSp>
        <p:nvCxnSpPr>
          <p:cNvPr id="17" name="">
            <a:extLst xmlns:a="http://schemas.openxmlformats.org/drawingml/2006/main">
              <a:ext uri="{FF2B5EF4-FFF2-40B4-BE49-F238E27FC236}">
                <a16:creationId xmlns:a16="http://schemas.microsoft.com/office/drawing/2014/main" id="{D2F371CF-FB37-4AB4-9231-169F4D9CD088}"/>
              </a:ext>
            </a:extLst>
          </p:cNvPr>
          <p:cNvCxnSpPr>
            <a:stCxn xmlns:a="http://schemas.openxmlformats.org/drawingml/2006/main" id="6" idx="2"/>
            <a:endCxn xmlns:a="http://schemas.openxmlformats.org/drawingml/2006/main" id="14" idx="0"/>
          </p:cNvCxnSpPr>
          <p:nvPr/>
        </p:nvCxnSpPr>
        <p:spPr>
          <a:xfrm xmlns:a="http://schemas.openxmlformats.org/drawingml/2006/main">
            <a:off x="6096000" y="3048000"/>
            <a:ext cx="0" cy="1238250"/>
          </a:xfrm>
          <a:prstGeom xmlns:a="http://schemas.openxmlformats.org/drawingml/2006/main" prst="straightConnector1">
            <a:avLst/>
          </a:prstGeom>
          <a:ln xmlns:a="http://schemas.openxmlformats.org/drawingml/2006/main" w="19050">
            <a:solidFill>
              <a:srgbClr val="AA4E2D"/>
            </a:solidFill>
            <a:prstDash val="solid"/>
            <a:tailEnd type="triangle" w="sm" len="sm"/>
          </a:ln>
        </p:spPr>
      </p:cxnSp>
      <p:cxnSp>
        <p:nvCxnSpPr>
          <p:cNvPr id="16" name="">
            <a:extLst xmlns:a="http://schemas.openxmlformats.org/drawingml/2006/main">
              <a:ext uri="{FF2B5EF4-FFF2-40B4-BE49-F238E27FC236}">
                <a16:creationId xmlns:a16="http://schemas.microsoft.com/office/drawing/2014/main" id="{0937D71F-C774-4AA0-A949-CD0F5872D027}"/>
              </a:ext>
            </a:extLst>
          </p:cNvPr>
          <p:cNvCxnSpPr>
            <a:stCxn xmlns:a="http://schemas.openxmlformats.org/drawingml/2006/main" id="4" idx="2"/>
            <a:endCxn xmlns:a="http://schemas.openxmlformats.org/drawingml/2006/main" id="13" idx="0"/>
          </p:cNvCxnSpPr>
          <p:nvPr/>
        </p:nvCxnSpPr>
        <p:spPr>
          <a:xfrm xmlns:a="http://schemas.openxmlformats.org/drawingml/2006/main">
            <a:off x="1600200" y="3048000"/>
            <a:ext cx="0" cy="1238250"/>
          </a:xfrm>
          <a:prstGeom xmlns:a="http://schemas.openxmlformats.org/drawingml/2006/main" prst="straightConnector1">
            <a:avLst/>
          </a:prstGeom>
          <a:ln xmlns:a="http://schemas.openxmlformats.org/drawingml/2006/main" w="19050">
            <a:solidFill>
              <a:srgbClr val="AA4E2D"/>
            </a:solidFill>
            <a:prstDash val="solid"/>
            <a:tailEnd type="triangle" w="sm" len="sm"/>
          </a:ln>
        </p:spPr>
      </p:cxnSp>
      <p:cxnSp>
        <p:nvCxnSpPr>
          <p:cNvPr id="12" name="">
            <a:extLst xmlns:a="http://schemas.openxmlformats.org/drawingml/2006/main">
              <a:ext uri="{FF2B5EF4-FFF2-40B4-BE49-F238E27FC236}">
                <a16:creationId xmlns:a16="http://schemas.microsoft.com/office/drawing/2014/main" id="{CC8CD33B-5996-4589-BFA2-8DB4A942F1AF}"/>
              </a:ext>
            </a:extLst>
          </p:cNvPr>
          <p:cNvCxnSpPr>
            <a:stCxn xmlns:a="http://schemas.openxmlformats.org/drawingml/2006/main" id="7" idx="3"/>
            <a:endCxn xmlns:a="http://schemas.openxmlformats.org/drawingml/2006/main" id="8" idx="1"/>
          </p:cNvCxnSpPr>
          <p:nvPr/>
        </p:nvCxnSpPr>
        <p:spPr>
          <a:xfrm xmlns:a="http://schemas.openxmlformats.org/drawingml/2006/main">
            <a:off x="9334500" y="2690813"/>
            <a:ext cx="266700" cy="0"/>
          </a:xfrm>
          <a:prstGeom xmlns:a="http://schemas.openxmlformats.org/drawingml/2006/main" prst="straightConnector1">
            <a:avLst/>
          </a:prstGeom>
          <a:ln xmlns:a="http://schemas.openxmlformats.org/drawingml/2006/main" w="19050">
            <a:solidFill>
              <a:srgbClr val="007F86"/>
            </a:solidFill>
            <a:prstDash val="solid"/>
            <a:tailEnd type="triangle" w="sm" len="sm"/>
          </a:ln>
        </p:spPr>
      </p:cxnSp>
      <p:cxnSp>
        <p:nvCxnSpPr>
          <p:cNvPr id="11" name="">
            <a:extLst xmlns:a="http://schemas.openxmlformats.org/drawingml/2006/main">
              <a:ext uri="{FF2B5EF4-FFF2-40B4-BE49-F238E27FC236}">
                <a16:creationId xmlns:a16="http://schemas.microsoft.com/office/drawing/2014/main" id="{D0B57018-2D29-40C5-8110-225B5E695191}"/>
              </a:ext>
            </a:extLst>
          </p:cNvPr>
          <p:cNvCxnSpPr>
            <a:stCxn xmlns:a="http://schemas.openxmlformats.org/drawingml/2006/main" id="6" idx="3"/>
            <a:endCxn xmlns:a="http://schemas.openxmlformats.org/drawingml/2006/main" id="7" idx="1"/>
          </p:cNvCxnSpPr>
          <p:nvPr/>
        </p:nvCxnSpPr>
        <p:spPr>
          <a:xfrm xmlns:a="http://schemas.openxmlformats.org/drawingml/2006/main">
            <a:off x="7086600" y="2690813"/>
            <a:ext cx="266700" cy="0"/>
          </a:xfrm>
          <a:prstGeom xmlns:a="http://schemas.openxmlformats.org/drawingml/2006/main" prst="straightConnector1">
            <a:avLst/>
          </a:prstGeom>
          <a:ln xmlns:a="http://schemas.openxmlformats.org/drawingml/2006/main" w="19050">
            <a:solidFill>
              <a:srgbClr val="007F86"/>
            </a:solidFill>
            <a:prstDash val="solid"/>
            <a:tailEnd type="triangle" w="sm" len="sm"/>
          </a:ln>
        </p:spPr>
      </p:cxnSp>
      <p:cxnSp>
        <p:nvCxnSpPr>
          <p:cNvPr id="10" name="">
            <a:extLst xmlns:a="http://schemas.openxmlformats.org/drawingml/2006/main">
              <a:ext uri="{FF2B5EF4-FFF2-40B4-BE49-F238E27FC236}">
                <a16:creationId xmlns:a16="http://schemas.microsoft.com/office/drawing/2014/main" id="{E0B6363E-9006-447C-969B-5568BB739800}"/>
              </a:ext>
            </a:extLst>
          </p:cNvPr>
          <p:cNvCxnSpPr>
            <a:stCxn xmlns:a="http://schemas.openxmlformats.org/drawingml/2006/main" id="5" idx="3"/>
            <a:endCxn xmlns:a="http://schemas.openxmlformats.org/drawingml/2006/main" id="6" idx="1"/>
          </p:cNvCxnSpPr>
          <p:nvPr/>
        </p:nvCxnSpPr>
        <p:spPr>
          <a:xfrm xmlns:a="http://schemas.openxmlformats.org/drawingml/2006/main">
            <a:off x="4838700" y="2690813"/>
            <a:ext cx="266700" cy="0"/>
          </a:xfrm>
          <a:prstGeom xmlns:a="http://schemas.openxmlformats.org/drawingml/2006/main" prst="straightConnector1">
            <a:avLst/>
          </a:prstGeom>
          <a:ln xmlns:a="http://schemas.openxmlformats.org/drawingml/2006/main" w="19050">
            <a:solidFill>
              <a:srgbClr val="007F86"/>
            </a:solidFill>
            <a:prstDash val="solid"/>
            <a:tailEnd type="triangle" w="sm" len="sm"/>
          </a:ln>
        </p:spPr>
      </p:cxnSp>
      <p:cxnSp>
        <p:nvCxnSpPr>
          <p:cNvPr id="9" name="">
            <a:extLst xmlns:a="http://schemas.openxmlformats.org/drawingml/2006/main">
              <a:ext uri="{FF2B5EF4-FFF2-40B4-BE49-F238E27FC236}">
                <a16:creationId xmlns:a16="http://schemas.microsoft.com/office/drawing/2014/main" id="{8B0EB8AD-A5D1-435E-9648-8FBB5494C037}"/>
              </a:ext>
            </a:extLst>
          </p:cNvPr>
          <p:cNvCxnSpPr>
            <a:stCxn xmlns:a="http://schemas.openxmlformats.org/drawingml/2006/main" id="4" idx="3"/>
            <a:endCxn xmlns:a="http://schemas.openxmlformats.org/drawingml/2006/main" id="5" idx="1"/>
          </p:cNvCxnSpPr>
          <p:nvPr/>
        </p:nvCxnSpPr>
        <p:spPr>
          <a:xfrm xmlns:a="http://schemas.openxmlformats.org/drawingml/2006/main">
            <a:off x="2590800" y="2690813"/>
            <a:ext cx="266700" cy="0"/>
          </a:xfrm>
          <a:prstGeom xmlns:a="http://schemas.openxmlformats.org/drawingml/2006/main" prst="straightConnector1">
            <a:avLst/>
          </a:prstGeom>
          <a:ln xmlns:a="http://schemas.openxmlformats.org/drawingml/2006/main" w="19050">
            <a:solidFill>
              <a:srgbClr val="007F86"/>
            </a:solidFill>
            <a:prstDash val="solid"/>
            <a:tailEnd type="triangle" w="sm" len="sm"/>
          </a:ln>
        </p:spPr>
      </p:cxnSp>
      <p:sp>
        <p:nvSpPr>
          <p:cNvPr id="24" name="slide-title">
            <a:extLst xmlns:a="http://schemas.openxmlformats.org/drawingml/2006/main">
              <a:ext uri="{FF2B5EF4-FFF2-40B4-BE49-F238E27FC236}">
                <a16:creationId xmlns:a16="http://schemas.microsoft.com/office/drawing/2014/main" id="{BF83286D-85BA-4BCF-B55E-F7691F7AE0DA}"/>
              </a:ext>
            </a:extLst>
          </p:cNvPr>
          <p:cNvSpPr>
            <a:spLocks xmlns:a="http://schemas.openxmlformats.org/drawingml/2006/main" noGrp="1"/>
          </p:cNvSpPr>
          <p:nvPr/>
        </p:nvSpPr>
        <p:spPr>
          <a:xfrm xmlns:a="http://schemas.openxmlformats.org/drawingml/2006/main">
            <a:off x="609600" y="438150"/>
            <a:ext cx="109728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300" b="1">
                <a:solidFill>
                  <a:srgbClr val="102A43"/>
                </a:solidFill>
                <a:latin typeface="DejaVu Sans"/>
                <a:ea typeface="DejaVu Sans"/>
                <a:cs typeface="DejaVu Sans"/>
              </a:defRPr>
            </a:defPPr>
            <a:lvl1pPr algn="l">
              <a:buNone/>
              <a:defRPr sz="3300" b="1">
                <a:solidFill>
                  <a:srgbClr val="102A43"/>
                </a:solidFill>
                <a:latin typeface="DejaVu Sans"/>
                <a:ea typeface="DejaVu Sans"/>
                <a:cs typeface="DejaVu Sans"/>
              </a:defRPr>
            </a:lvl1pPr>
            <a:lvl2pPr algn="l">
              <a:buNone/>
              <a:defRPr sz="3300" b="1">
                <a:solidFill>
                  <a:srgbClr val="102A43"/>
                </a:solidFill>
                <a:latin typeface="DejaVu Sans"/>
                <a:ea typeface="DejaVu Sans"/>
                <a:cs typeface="DejaVu Sans"/>
              </a:defRPr>
            </a:lvl2pPr>
            <a:lvl3pPr algn="l">
              <a:buNone/>
              <a:defRPr sz="3300" b="1">
                <a:solidFill>
                  <a:srgbClr val="102A43"/>
                </a:solidFill>
                <a:latin typeface="DejaVu Sans"/>
                <a:ea typeface="DejaVu Sans"/>
                <a:cs typeface="DejaVu Sans"/>
              </a:defRPr>
            </a:lvl3pPr>
            <a:lvl4pPr algn="l">
              <a:buNone/>
              <a:defRPr sz="3300" b="1">
                <a:solidFill>
                  <a:srgbClr val="102A43"/>
                </a:solidFill>
                <a:latin typeface="DejaVu Sans"/>
                <a:ea typeface="DejaVu Sans"/>
                <a:cs typeface="DejaVu Sans"/>
              </a:defRPr>
            </a:lvl4pPr>
            <a:lvl5pPr algn="l">
              <a:buNone/>
              <a:defRPr sz="3300" b="1">
                <a:solidFill>
                  <a:srgbClr val="102A43"/>
                </a:solidFill>
                <a:latin typeface="DejaVu Sans"/>
                <a:ea typeface="DejaVu Sans"/>
                <a:cs typeface="DejaVu Sans"/>
              </a:defRPr>
            </a:lvl5pPr>
            <a:lvl6pPr algn="l">
              <a:buNone/>
              <a:defRPr sz="3300" b="1">
                <a:solidFill>
                  <a:srgbClr val="102A43"/>
                </a:solidFill>
                <a:latin typeface="DejaVu Sans"/>
                <a:ea typeface="DejaVu Sans"/>
                <a:cs typeface="DejaVu Sans"/>
              </a:defRPr>
            </a:lvl6pPr>
            <a:lvl7pPr algn="l">
              <a:buNone/>
              <a:defRPr sz="3300" b="1">
                <a:solidFill>
                  <a:srgbClr val="102A43"/>
                </a:solidFill>
                <a:latin typeface="DejaVu Sans"/>
                <a:ea typeface="DejaVu Sans"/>
                <a:cs typeface="DejaVu Sans"/>
              </a:defRPr>
            </a:lvl7pPr>
            <a:lvl8pPr algn="l">
              <a:buNone/>
              <a:defRPr sz="3300" b="1">
                <a:solidFill>
                  <a:srgbClr val="102A43"/>
                </a:solidFill>
                <a:latin typeface="DejaVu Sans"/>
                <a:ea typeface="DejaVu Sans"/>
                <a:cs typeface="DejaVu Sans"/>
              </a:defRPr>
            </a:lvl8pPr>
            <a:lvl9pPr algn="l">
              <a:buNone/>
              <a:defRPr sz="3300" b="1">
                <a:solidFill>
                  <a:srgbClr val="102A43"/>
                </a:solidFill>
                <a:latin typeface="DejaVu Sans"/>
                <a:ea typeface="DejaVu Sans"/>
                <a:cs typeface="DejaVu Sans"/>
              </a:defRPr>
            </a:lvl9pPr>
          </a:lstStyle>
          <a:p xmlns:a="http://schemas.openxmlformats.org/drawingml/2006/main">
            <a:pPr algn="l">
              <a:lnSpc>
                <a:spcPct val="115000"/>
              </a:lnSpc>
              <a:buNone/>
              <a:defRPr sz="3300" b="1">
                <a:solidFill>
                  <a:srgbClr val="102A43"/>
                </a:solidFill>
                <a:latin typeface="DejaVu Sans"/>
                <a:ea typeface="DejaVu Sans"/>
                <a:cs typeface="DejaVu Sans"/>
              </a:defRPr>
            </a:pPr>
            <a:r>
              <a:rPr sz="3300" b="1">
                <a:solidFill>
                  <a:srgbClr val="102A43"/>
                </a:solidFill>
                <a:latin typeface="DejaVu Sans"/>
                <a:ea typeface="DejaVu Sans"/>
                <a:cs typeface="DejaVu Sans"/>
              </a:rPr>
              <a:t>Processing states and recovery</a:t>
            </a:r>
          </a:p>
        </p:txBody>
      </p:sp>
      <p:sp>
        <p:nvSpPr>
          <p:cNvPr id="2" name="text-88">
            <a:extLst xmlns:a="http://schemas.openxmlformats.org/drawingml/2006/main">
              <a:ext uri="{FF2B5EF4-FFF2-40B4-BE49-F238E27FC236}">
                <a16:creationId xmlns:a16="http://schemas.microsoft.com/office/drawing/2014/main" id="{62F834FD-9C3C-4D8F-906A-4FA20BF5B070}"/>
              </a:ext>
            </a:extLst>
          </p:cNvPr>
          <p:cNvSpPr>
            <a:spLocks xmlns:a="http://schemas.openxmlformats.org/drawingml/2006/main" noGrp="1"/>
          </p:cNvSpPr>
          <p:nvPr/>
        </p:nvSpPr>
        <p:spPr>
          <a:xfrm xmlns:a="http://schemas.openxmlformats.org/drawingml/2006/main">
            <a:off x="609600" y="1371600"/>
            <a:ext cx="109728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526778"/>
                </a:solidFill>
                <a:latin typeface="DejaVu Sans"/>
                <a:ea typeface="DejaVu Sans"/>
                <a:cs typeface="DejaVu Sans"/>
              </a:defRPr>
            </a:defPPr>
            <a:lvl1pPr algn="l">
              <a:buNone/>
              <a:defRPr sz="1875" b="0">
                <a:solidFill>
                  <a:srgbClr val="526778"/>
                </a:solidFill>
                <a:latin typeface="DejaVu Sans"/>
                <a:ea typeface="DejaVu Sans"/>
                <a:cs typeface="DejaVu Sans"/>
              </a:defRPr>
            </a:lvl1pPr>
            <a:lvl2pPr algn="l">
              <a:buNone/>
              <a:defRPr sz="1875" b="0">
                <a:solidFill>
                  <a:srgbClr val="526778"/>
                </a:solidFill>
                <a:latin typeface="DejaVu Sans"/>
                <a:ea typeface="DejaVu Sans"/>
                <a:cs typeface="DejaVu Sans"/>
              </a:defRPr>
            </a:lvl2pPr>
            <a:lvl3pPr algn="l">
              <a:buNone/>
              <a:defRPr sz="1875" b="0">
                <a:solidFill>
                  <a:srgbClr val="526778"/>
                </a:solidFill>
                <a:latin typeface="DejaVu Sans"/>
                <a:ea typeface="DejaVu Sans"/>
                <a:cs typeface="DejaVu Sans"/>
              </a:defRPr>
            </a:lvl3pPr>
            <a:lvl4pPr algn="l">
              <a:buNone/>
              <a:defRPr sz="1875" b="0">
                <a:solidFill>
                  <a:srgbClr val="526778"/>
                </a:solidFill>
                <a:latin typeface="DejaVu Sans"/>
                <a:ea typeface="DejaVu Sans"/>
                <a:cs typeface="DejaVu Sans"/>
              </a:defRPr>
            </a:lvl4pPr>
            <a:lvl5pPr algn="l">
              <a:buNone/>
              <a:defRPr sz="1875" b="0">
                <a:solidFill>
                  <a:srgbClr val="526778"/>
                </a:solidFill>
                <a:latin typeface="DejaVu Sans"/>
                <a:ea typeface="DejaVu Sans"/>
                <a:cs typeface="DejaVu Sans"/>
              </a:defRPr>
            </a:lvl5pPr>
            <a:lvl6pPr algn="l">
              <a:buNone/>
              <a:defRPr sz="1875" b="0">
                <a:solidFill>
                  <a:srgbClr val="526778"/>
                </a:solidFill>
                <a:latin typeface="DejaVu Sans"/>
                <a:ea typeface="DejaVu Sans"/>
                <a:cs typeface="DejaVu Sans"/>
              </a:defRPr>
            </a:lvl6pPr>
            <a:lvl7pPr algn="l">
              <a:buNone/>
              <a:defRPr sz="1875" b="0">
                <a:solidFill>
                  <a:srgbClr val="526778"/>
                </a:solidFill>
                <a:latin typeface="DejaVu Sans"/>
                <a:ea typeface="DejaVu Sans"/>
                <a:cs typeface="DejaVu Sans"/>
              </a:defRPr>
            </a:lvl7pPr>
            <a:lvl8pPr algn="l">
              <a:buNone/>
              <a:defRPr sz="1875" b="0">
                <a:solidFill>
                  <a:srgbClr val="526778"/>
                </a:solidFill>
                <a:latin typeface="DejaVu Sans"/>
                <a:ea typeface="DejaVu Sans"/>
                <a:cs typeface="DejaVu Sans"/>
              </a:defRPr>
            </a:lvl8pPr>
            <a:lvl9pPr algn="l">
              <a:buNone/>
              <a:defRPr sz="1875" b="0">
                <a:solidFill>
                  <a:srgbClr val="526778"/>
                </a:solidFill>
                <a:latin typeface="DejaVu Sans"/>
                <a:ea typeface="DejaVu Sans"/>
                <a:cs typeface="DejaVu Sans"/>
              </a:defRPr>
            </a:lvl9pPr>
          </a:lstStyle>
          <a:p xmlns:a="http://schemas.openxmlformats.org/drawingml/2006/main">
            <a:pPr algn="l">
              <a:lnSpc>
                <a:spcPct val="115000"/>
              </a:lnSpc>
              <a:buNone/>
              <a:defRPr sz="1875" b="0">
                <a:solidFill>
                  <a:srgbClr val="526778"/>
                </a:solidFill>
                <a:latin typeface="DejaVu Sans"/>
                <a:ea typeface="DejaVu Sans"/>
                <a:cs typeface="DejaVu Sans"/>
              </a:defRPr>
            </a:pPr>
            <a:r>
              <a:rPr sz="1875" b="0">
                <a:solidFill>
                  <a:srgbClr val="526778"/>
                </a:solidFill>
                <a:latin typeface="DejaVu Sans"/>
                <a:ea typeface="DejaVu Sans"/>
                <a:cs typeface="DejaVu Sans"/>
              </a:rPr>
              <a:t>File state and per-request state serve different purposes.</a:t>
            </a:r>
          </a:p>
        </p:txBody>
      </p:sp>
      <p:sp>
        <p:nvSpPr>
          <p:cNvPr id="3" name="slide-number">
            <a:extLst xmlns:a="http://schemas.openxmlformats.org/drawingml/2006/main">
              <a:ext uri="{FF2B5EF4-FFF2-40B4-BE49-F238E27FC236}">
                <a16:creationId xmlns:a16="http://schemas.microsoft.com/office/drawing/2014/main" id="{C445F650-28B2-4459-86E0-BA97998763A8}"/>
              </a:ext>
            </a:extLst>
          </p:cNvPr>
          <p:cNvSpPr>
            <a:spLocks xmlns:a="http://schemas.openxmlformats.org/drawingml/2006/main" noGrp="1"/>
          </p:cNvSpPr>
          <p:nvPr/>
        </p:nvSpPr>
        <p:spPr>
          <a:xfrm xmlns:a="http://schemas.openxmlformats.org/drawingml/2006/main">
            <a:off x="11182350" y="6391275"/>
            <a:ext cx="4000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275" b="0">
                <a:solidFill>
                  <a:srgbClr val="526778"/>
                </a:solidFill>
                <a:latin typeface="DejaVu Sans"/>
                <a:ea typeface="DejaVu Sans"/>
                <a:cs typeface="DejaVu Sans"/>
              </a:defRPr>
            </a:defPPr>
            <a:lvl1pPr algn="r">
              <a:buNone/>
              <a:defRPr sz="1275" b="0">
                <a:solidFill>
                  <a:srgbClr val="526778"/>
                </a:solidFill>
                <a:latin typeface="DejaVu Sans"/>
                <a:ea typeface="DejaVu Sans"/>
                <a:cs typeface="DejaVu Sans"/>
              </a:defRPr>
            </a:lvl1pPr>
            <a:lvl2pPr algn="r">
              <a:buNone/>
              <a:defRPr sz="1275" b="0">
                <a:solidFill>
                  <a:srgbClr val="526778"/>
                </a:solidFill>
                <a:latin typeface="DejaVu Sans"/>
                <a:ea typeface="DejaVu Sans"/>
                <a:cs typeface="DejaVu Sans"/>
              </a:defRPr>
            </a:lvl2pPr>
            <a:lvl3pPr algn="r">
              <a:buNone/>
              <a:defRPr sz="1275" b="0">
                <a:solidFill>
                  <a:srgbClr val="526778"/>
                </a:solidFill>
                <a:latin typeface="DejaVu Sans"/>
                <a:ea typeface="DejaVu Sans"/>
                <a:cs typeface="DejaVu Sans"/>
              </a:defRPr>
            </a:lvl3pPr>
            <a:lvl4pPr algn="r">
              <a:buNone/>
              <a:defRPr sz="1275" b="0">
                <a:solidFill>
                  <a:srgbClr val="526778"/>
                </a:solidFill>
                <a:latin typeface="DejaVu Sans"/>
                <a:ea typeface="DejaVu Sans"/>
                <a:cs typeface="DejaVu Sans"/>
              </a:defRPr>
            </a:lvl4pPr>
            <a:lvl5pPr algn="r">
              <a:buNone/>
              <a:defRPr sz="1275" b="0">
                <a:solidFill>
                  <a:srgbClr val="526778"/>
                </a:solidFill>
                <a:latin typeface="DejaVu Sans"/>
                <a:ea typeface="DejaVu Sans"/>
                <a:cs typeface="DejaVu Sans"/>
              </a:defRPr>
            </a:lvl5pPr>
            <a:lvl6pPr algn="r">
              <a:buNone/>
              <a:defRPr sz="1275" b="0">
                <a:solidFill>
                  <a:srgbClr val="526778"/>
                </a:solidFill>
                <a:latin typeface="DejaVu Sans"/>
                <a:ea typeface="DejaVu Sans"/>
                <a:cs typeface="DejaVu Sans"/>
              </a:defRPr>
            </a:lvl6pPr>
            <a:lvl7pPr algn="r">
              <a:buNone/>
              <a:defRPr sz="1275" b="0">
                <a:solidFill>
                  <a:srgbClr val="526778"/>
                </a:solidFill>
                <a:latin typeface="DejaVu Sans"/>
                <a:ea typeface="DejaVu Sans"/>
                <a:cs typeface="DejaVu Sans"/>
              </a:defRPr>
            </a:lvl7pPr>
            <a:lvl8pPr algn="r">
              <a:buNone/>
              <a:defRPr sz="1275" b="0">
                <a:solidFill>
                  <a:srgbClr val="526778"/>
                </a:solidFill>
                <a:latin typeface="DejaVu Sans"/>
                <a:ea typeface="DejaVu Sans"/>
                <a:cs typeface="DejaVu Sans"/>
              </a:defRPr>
            </a:lvl8pPr>
            <a:lvl9pPr algn="r">
              <a:buNone/>
              <a:defRPr sz="1275" b="0">
                <a:solidFill>
                  <a:srgbClr val="526778"/>
                </a:solidFill>
                <a:latin typeface="DejaVu Sans"/>
                <a:ea typeface="DejaVu Sans"/>
                <a:cs typeface="DejaVu Sans"/>
              </a:defRPr>
            </a:lvl9pPr>
          </a:lstStyle>
          <a:p xmlns:a="http://schemas.openxmlformats.org/drawingml/2006/main">
            <a:pPr algn="r">
              <a:lnSpc>
                <a:spcPct val="115000"/>
              </a:lnSpc>
              <a:buNone/>
              <a:defRPr sz="1275" b="0">
                <a:solidFill>
                  <a:srgbClr val="526778"/>
                </a:solidFill>
                <a:latin typeface="DejaVu Sans"/>
                <a:ea typeface="DejaVu Sans"/>
                <a:cs typeface="DejaVu Sans"/>
              </a:defRPr>
            </a:pPr>
            <a:r>
              <a:rPr sz="1275" b="0">
                <a:solidFill>
                  <a:srgbClr val="526778"/>
                </a:solidFill>
                <a:latin typeface="DejaVu Sans"/>
                <a:ea typeface="DejaVu Sans"/>
                <a:cs typeface="DejaVu Sans"/>
              </a:rPr>
              <a:t>22</a:t>
            </a:r>
          </a:p>
        </p:txBody>
      </p:sp>
      <p:sp>
        <p:nvSpPr>
          <p:cNvPr id="4" name="node-89">
            <a:extLst xmlns:a="http://schemas.openxmlformats.org/drawingml/2006/main">
              <a:ext uri="{FF2B5EF4-FFF2-40B4-BE49-F238E27FC236}">
                <a16:creationId xmlns:a16="http://schemas.microsoft.com/office/drawing/2014/main" id="{ADDACCC3-AA53-419D-9C8E-88EC2F8AF5A1}"/>
              </a:ext>
            </a:extLst>
          </p:cNvPr>
          <p:cNvSpPr>
            <a:spLocks xmlns:a="http://schemas.openxmlformats.org/drawingml/2006/main" noGrp="1"/>
          </p:cNvSpPr>
          <p:nvPr/>
        </p:nvSpPr>
        <p:spPr>
          <a:xfrm xmlns:a="http://schemas.openxmlformats.org/drawingml/2006/main">
            <a:off x="609600" y="2333625"/>
            <a:ext cx="1981200" cy="714375"/>
          </a:xfrm>
          <a:prstGeom xmlns:a="http://schemas.openxmlformats.org/drawingml/2006/main" prst="rect">
            <a:avLst/>
          </a:prstGeom>
          <a:solidFill xmlns:a="http://schemas.openxmlformats.org/drawingml/2006/main">
            <a:srgbClr val="FFFFFF"/>
          </a:solidFill>
          <a:ln xmlns:a="http://schemas.openxmlformats.org/drawingml/2006/main" w="15240">
            <a:solidFill>
              <a:srgbClr val="849AA7"/>
            </a:solidFill>
            <a:prstDash val="solid"/>
          </a:ln>
        </p:spPr>
        <p:txBody>
          <a:bodyPr xmlns:a="http://schemas.openxmlformats.org/drawingml/2006/main" wrap="square" lIns="114300" tIns="114300" rIns="114300" bIns="114300" anchor="ctr">
            <a:noAutofit/>
          </a:bodyPr>
          <a:lstStyle xmlns:a="http://schemas.openxmlformats.org/drawingml/2006/main">
            <a:defPPr algn="ctr">
              <a:defRPr sz="1800" b="0">
                <a:solidFill>
                  <a:srgbClr val="102A43"/>
                </a:solidFill>
                <a:latin typeface="DejaVu Sans"/>
                <a:ea typeface="DejaVu Sans"/>
                <a:cs typeface="DejaVu Sans"/>
              </a:defRPr>
            </a:defPPr>
            <a:lvl1pPr algn="ctr">
              <a:buNone/>
              <a:defRPr sz="1800" b="0">
                <a:solidFill>
                  <a:srgbClr val="102A43"/>
                </a:solidFill>
                <a:latin typeface="DejaVu Sans"/>
                <a:ea typeface="DejaVu Sans"/>
                <a:cs typeface="DejaVu Sans"/>
              </a:defRPr>
            </a:lvl1pPr>
            <a:lvl2pPr algn="ctr">
              <a:buNone/>
              <a:defRPr sz="1800" b="0">
                <a:solidFill>
                  <a:srgbClr val="102A43"/>
                </a:solidFill>
                <a:latin typeface="DejaVu Sans"/>
                <a:ea typeface="DejaVu Sans"/>
                <a:cs typeface="DejaVu Sans"/>
              </a:defRPr>
            </a:lvl2pPr>
            <a:lvl3pPr algn="ctr">
              <a:buNone/>
              <a:defRPr sz="1800" b="0">
                <a:solidFill>
                  <a:srgbClr val="102A43"/>
                </a:solidFill>
                <a:latin typeface="DejaVu Sans"/>
                <a:ea typeface="DejaVu Sans"/>
                <a:cs typeface="DejaVu Sans"/>
              </a:defRPr>
            </a:lvl3pPr>
            <a:lvl4pPr algn="ctr">
              <a:buNone/>
              <a:defRPr sz="1800" b="0">
                <a:solidFill>
                  <a:srgbClr val="102A43"/>
                </a:solidFill>
                <a:latin typeface="DejaVu Sans"/>
                <a:ea typeface="DejaVu Sans"/>
                <a:cs typeface="DejaVu Sans"/>
              </a:defRPr>
            </a:lvl4pPr>
            <a:lvl5pPr algn="ctr">
              <a:buNone/>
              <a:defRPr sz="1800" b="0">
                <a:solidFill>
                  <a:srgbClr val="102A43"/>
                </a:solidFill>
                <a:latin typeface="DejaVu Sans"/>
                <a:ea typeface="DejaVu Sans"/>
                <a:cs typeface="DejaVu Sans"/>
              </a:defRPr>
            </a:lvl5pPr>
            <a:lvl6pPr algn="ctr">
              <a:buNone/>
              <a:defRPr sz="1800" b="0">
                <a:solidFill>
                  <a:srgbClr val="102A43"/>
                </a:solidFill>
                <a:latin typeface="DejaVu Sans"/>
                <a:ea typeface="DejaVu Sans"/>
                <a:cs typeface="DejaVu Sans"/>
              </a:defRPr>
            </a:lvl6pPr>
            <a:lvl7pPr algn="ctr">
              <a:buNone/>
              <a:defRPr sz="1800" b="0">
                <a:solidFill>
                  <a:srgbClr val="102A43"/>
                </a:solidFill>
                <a:latin typeface="DejaVu Sans"/>
                <a:ea typeface="DejaVu Sans"/>
                <a:cs typeface="DejaVu Sans"/>
              </a:defRPr>
            </a:lvl7pPr>
            <a:lvl8pPr algn="ctr">
              <a:buNone/>
              <a:defRPr sz="1800" b="0">
                <a:solidFill>
                  <a:srgbClr val="102A43"/>
                </a:solidFill>
                <a:latin typeface="DejaVu Sans"/>
                <a:ea typeface="DejaVu Sans"/>
                <a:cs typeface="DejaVu Sans"/>
              </a:defRPr>
            </a:lvl8pPr>
            <a:lvl9pPr algn="ctr">
              <a:buNone/>
              <a:defRPr sz="1800" b="0">
                <a:solidFill>
                  <a:srgbClr val="102A43"/>
                </a:solidFill>
                <a:latin typeface="DejaVu Sans"/>
                <a:ea typeface="DejaVu Sans"/>
                <a:cs typeface="DejaVu Sans"/>
              </a:defRPr>
            </a:lvl9pPr>
          </a:lstStyle>
          <a:p xmlns:a="http://schemas.openxmlformats.org/drawingml/2006/main">
            <a:pPr algn="ctr">
              <a:buNone/>
              <a:defRPr sz="1800" b="0">
                <a:solidFill>
                  <a:srgbClr val="102A43"/>
                </a:solidFill>
                <a:latin typeface="DejaVu Sans"/>
                <a:ea typeface="DejaVu Sans"/>
                <a:cs typeface="DejaVu Sans"/>
              </a:defRPr>
            </a:pPr>
            <a:r>
              <a:rPr sz="1800" b="0">
                <a:solidFill>
                  <a:srgbClr val="102A43"/>
                </a:solidFill>
                <a:latin typeface="DejaVu Sans"/>
                <a:ea typeface="DejaVu Sans"/>
                <a:cs typeface="DejaVu Sans"/>
              </a:rPr>
              <a:t>STAGING</a:t>
            </a:r>
          </a:p>
        </p:txBody>
      </p:sp>
      <p:sp>
        <p:nvSpPr>
          <p:cNvPr id="5" name="node-90">
            <a:extLst xmlns:a="http://schemas.openxmlformats.org/drawingml/2006/main">
              <a:ext uri="{FF2B5EF4-FFF2-40B4-BE49-F238E27FC236}">
                <a16:creationId xmlns:a16="http://schemas.microsoft.com/office/drawing/2014/main" id="{031F2FAF-AF59-4C0A-A650-07B4F371CF64}"/>
              </a:ext>
            </a:extLst>
          </p:cNvPr>
          <p:cNvSpPr>
            <a:spLocks xmlns:a="http://schemas.openxmlformats.org/drawingml/2006/main" noGrp="1"/>
          </p:cNvSpPr>
          <p:nvPr/>
        </p:nvSpPr>
        <p:spPr>
          <a:xfrm xmlns:a="http://schemas.openxmlformats.org/drawingml/2006/main">
            <a:off x="2857500" y="2333625"/>
            <a:ext cx="1981200" cy="714375"/>
          </a:xfrm>
          <a:prstGeom xmlns:a="http://schemas.openxmlformats.org/drawingml/2006/main" prst="rect">
            <a:avLst/>
          </a:prstGeom>
          <a:solidFill xmlns:a="http://schemas.openxmlformats.org/drawingml/2006/main">
            <a:srgbClr val="E4F2F1"/>
          </a:solidFill>
          <a:ln xmlns:a="http://schemas.openxmlformats.org/drawingml/2006/main" w="15240">
            <a:solidFill>
              <a:srgbClr val="007F86"/>
            </a:solidFill>
            <a:prstDash val="solid"/>
          </a:ln>
        </p:spPr>
        <p:txBody>
          <a:bodyPr xmlns:a="http://schemas.openxmlformats.org/drawingml/2006/main" wrap="square" lIns="114300" tIns="114300" rIns="114300" bIns="114300" anchor="ctr">
            <a:noAutofit/>
          </a:bodyPr>
          <a:lstStyle xmlns:a="http://schemas.openxmlformats.org/drawingml/2006/main">
            <a:defPPr algn="ctr">
              <a:defRPr sz="1800" b="1">
                <a:solidFill>
                  <a:srgbClr val="102A43"/>
                </a:solidFill>
                <a:latin typeface="DejaVu Sans"/>
                <a:ea typeface="DejaVu Sans"/>
                <a:cs typeface="DejaVu Sans"/>
              </a:defRPr>
            </a:defPPr>
            <a:lvl1pPr algn="ctr">
              <a:buNone/>
              <a:defRPr sz="1800" b="1">
                <a:solidFill>
                  <a:srgbClr val="102A43"/>
                </a:solidFill>
                <a:latin typeface="DejaVu Sans"/>
                <a:ea typeface="DejaVu Sans"/>
                <a:cs typeface="DejaVu Sans"/>
              </a:defRPr>
            </a:lvl1pPr>
            <a:lvl2pPr algn="ctr">
              <a:buNone/>
              <a:defRPr sz="1800" b="1">
                <a:solidFill>
                  <a:srgbClr val="102A43"/>
                </a:solidFill>
                <a:latin typeface="DejaVu Sans"/>
                <a:ea typeface="DejaVu Sans"/>
                <a:cs typeface="DejaVu Sans"/>
              </a:defRPr>
            </a:lvl2pPr>
            <a:lvl3pPr algn="ctr">
              <a:buNone/>
              <a:defRPr sz="1800" b="1">
                <a:solidFill>
                  <a:srgbClr val="102A43"/>
                </a:solidFill>
                <a:latin typeface="DejaVu Sans"/>
                <a:ea typeface="DejaVu Sans"/>
                <a:cs typeface="DejaVu Sans"/>
              </a:defRPr>
            </a:lvl3pPr>
            <a:lvl4pPr algn="ctr">
              <a:buNone/>
              <a:defRPr sz="1800" b="1">
                <a:solidFill>
                  <a:srgbClr val="102A43"/>
                </a:solidFill>
                <a:latin typeface="DejaVu Sans"/>
                <a:ea typeface="DejaVu Sans"/>
                <a:cs typeface="DejaVu Sans"/>
              </a:defRPr>
            </a:lvl4pPr>
            <a:lvl5pPr algn="ctr">
              <a:buNone/>
              <a:defRPr sz="1800" b="1">
                <a:solidFill>
                  <a:srgbClr val="102A43"/>
                </a:solidFill>
                <a:latin typeface="DejaVu Sans"/>
                <a:ea typeface="DejaVu Sans"/>
                <a:cs typeface="DejaVu Sans"/>
              </a:defRPr>
            </a:lvl5pPr>
            <a:lvl6pPr algn="ctr">
              <a:buNone/>
              <a:defRPr sz="1800" b="1">
                <a:solidFill>
                  <a:srgbClr val="102A43"/>
                </a:solidFill>
                <a:latin typeface="DejaVu Sans"/>
                <a:ea typeface="DejaVu Sans"/>
                <a:cs typeface="DejaVu Sans"/>
              </a:defRPr>
            </a:lvl6pPr>
            <a:lvl7pPr algn="ctr">
              <a:buNone/>
              <a:defRPr sz="1800" b="1">
                <a:solidFill>
                  <a:srgbClr val="102A43"/>
                </a:solidFill>
                <a:latin typeface="DejaVu Sans"/>
                <a:ea typeface="DejaVu Sans"/>
                <a:cs typeface="DejaVu Sans"/>
              </a:defRPr>
            </a:lvl7pPr>
            <a:lvl8pPr algn="ctr">
              <a:buNone/>
              <a:defRPr sz="1800" b="1">
                <a:solidFill>
                  <a:srgbClr val="102A43"/>
                </a:solidFill>
                <a:latin typeface="DejaVu Sans"/>
                <a:ea typeface="DejaVu Sans"/>
                <a:cs typeface="DejaVu Sans"/>
              </a:defRPr>
            </a:lvl8pPr>
            <a:lvl9pPr algn="ctr">
              <a:buNone/>
              <a:defRPr sz="1800" b="1">
                <a:solidFill>
                  <a:srgbClr val="102A43"/>
                </a:solidFill>
                <a:latin typeface="DejaVu Sans"/>
                <a:ea typeface="DejaVu Sans"/>
                <a:cs typeface="DejaVu Sans"/>
              </a:defRPr>
            </a:lvl9pPr>
          </a:lstStyle>
          <a:p xmlns:a="http://schemas.openxmlformats.org/drawingml/2006/main">
            <a:pPr algn="ctr">
              <a:buNone/>
              <a:defRPr sz="1800" b="1">
                <a:solidFill>
                  <a:srgbClr val="102A43"/>
                </a:solidFill>
                <a:latin typeface="DejaVu Sans"/>
                <a:ea typeface="DejaVu Sans"/>
                <a:cs typeface="DejaVu Sans"/>
              </a:defRPr>
            </a:pPr>
            <a:r>
              <a:rPr sz="1800" b="1">
                <a:solidFill>
                  <a:srgbClr val="102A43"/>
                </a:solidFill>
                <a:latin typeface="DejaVu Sans"/>
                <a:ea typeface="DejaVu Sans"/>
                <a:cs typeface="DejaVu Sans"/>
              </a:rPr>
              <a:t>READY</a:t>
            </a:r>
          </a:p>
        </p:txBody>
      </p:sp>
      <p:sp>
        <p:nvSpPr>
          <p:cNvPr id="6" name="node-91">
            <a:extLst xmlns:a="http://schemas.openxmlformats.org/drawingml/2006/main">
              <a:ext uri="{FF2B5EF4-FFF2-40B4-BE49-F238E27FC236}">
                <a16:creationId xmlns:a16="http://schemas.microsoft.com/office/drawing/2014/main" id="{090EC816-926B-49F6-B616-98C3AC3321C4}"/>
              </a:ext>
            </a:extLst>
          </p:cNvPr>
          <p:cNvSpPr>
            <a:spLocks xmlns:a="http://schemas.openxmlformats.org/drawingml/2006/main" noGrp="1"/>
          </p:cNvSpPr>
          <p:nvPr/>
        </p:nvSpPr>
        <p:spPr>
          <a:xfrm xmlns:a="http://schemas.openxmlformats.org/drawingml/2006/main">
            <a:off x="5105400" y="2333625"/>
            <a:ext cx="1981200" cy="714375"/>
          </a:xfrm>
          <a:prstGeom xmlns:a="http://schemas.openxmlformats.org/drawingml/2006/main" prst="rect">
            <a:avLst/>
          </a:prstGeom>
          <a:solidFill xmlns:a="http://schemas.openxmlformats.org/drawingml/2006/main">
            <a:srgbClr val="FFFFFF"/>
          </a:solidFill>
          <a:ln xmlns:a="http://schemas.openxmlformats.org/drawingml/2006/main" w="15240">
            <a:solidFill>
              <a:srgbClr val="849AA7"/>
            </a:solidFill>
            <a:prstDash val="solid"/>
          </a:ln>
        </p:spPr>
        <p:txBody>
          <a:bodyPr xmlns:a="http://schemas.openxmlformats.org/drawingml/2006/main" wrap="square" lIns="114300" tIns="114300" rIns="114300" bIns="114300" anchor="ctr">
            <a:noAutofit/>
          </a:bodyPr>
          <a:lstStyle xmlns:a="http://schemas.openxmlformats.org/drawingml/2006/main">
            <a:defPPr algn="ctr">
              <a:defRPr sz="1800" b="0">
                <a:solidFill>
                  <a:srgbClr val="102A43"/>
                </a:solidFill>
                <a:latin typeface="DejaVu Sans"/>
                <a:ea typeface="DejaVu Sans"/>
                <a:cs typeface="DejaVu Sans"/>
              </a:defRPr>
            </a:defPPr>
            <a:lvl1pPr algn="ctr">
              <a:buNone/>
              <a:defRPr sz="1800" b="0">
                <a:solidFill>
                  <a:srgbClr val="102A43"/>
                </a:solidFill>
                <a:latin typeface="DejaVu Sans"/>
                <a:ea typeface="DejaVu Sans"/>
                <a:cs typeface="DejaVu Sans"/>
              </a:defRPr>
            </a:lvl1pPr>
            <a:lvl2pPr algn="ctr">
              <a:buNone/>
              <a:defRPr sz="1800" b="0">
                <a:solidFill>
                  <a:srgbClr val="102A43"/>
                </a:solidFill>
                <a:latin typeface="DejaVu Sans"/>
                <a:ea typeface="DejaVu Sans"/>
                <a:cs typeface="DejaVu Sans"/>
              </a:defRPr>
            </a:lvl2pPr>
            <a:lvl3pPr algn="ctr">
              <a:buNone/>
              <a:defRPr sz="1800" b="0">
                <a:solidFill>
                  <a:srgbClr val="102A43"/>
                </a:solidFill>
                <a:latin typeface="DejaVu Sans"/>
                <a:ea typeface="DejaVu Sans"/>
                <a:cs typeface="DejaVu Sans"/>
              </a:defRPr>
            </a:lvl3pPr>
            <a:lvl4pPr algn="ctr">
              <a:buNone/>
              <a:defRPr sz="1800" b="0">
                <a:solidFill>
                  <a:srgbClr val="102A43"/>
                </a:solidFill>
                <a:latin typeface="DejaVu Sans"/>
                <a:ea typeface="DejaVu Sans"/>
                <a:cs typeface="DejaVu Sans"/>
              </a:defRPr>
            </a:lvl4pPr>
            <a:lvl5pPr algn="ctr">
              <a:buNone/>
              <a:defRPr sz="1800" b="0">
                <a:solidFill>
                  <a:srgbClr val="102A43"/>
                </a:solidFill>
                <a:latin typeface="DejaVu Sans"/>
                <a:ea typeface="DejaVu Sans"/>
                <a:cs typeface="DejaVu Sans"/>
              </a:defRPr>
            </a:lvl5pPr>
            <a:lvl6pPr algn="ctr">
              <a:buNone/>
              <a:defRPr sz="1800" b="0">
                <a:solidFill>
                  <a:srgbClr val="102A43"/>
                </a:solidFill>
                <a:latin typeface="DejaVu Sans"/>
                <a:ea typeface="DejaVu Sans"/>
                <a:cs typeface="DejaVu Sans"/>
              </a:defRPr>
            </a:lvl6pPr>
            <a:lvl7pPr algn="ctr">
              <a:buNone/>
              <a:defRPr sz="1800" b="0">
                <a:solidFill>
                  <a:srgbClr val="102A43"/>
                </a:solidFill>
                <a:latin typeface="DejaVu Sans"/>
                <a:ea typeface="DejaVu Sans"/>
                <a:cs typeface="DejaVu Sans"/>
              </a:defRPr>
            </a:lvl7pPr>
            <a:lvl8pPr algn="ctr">
              <a:buNone/>
              <a:defRPr sz="1800" b="0">
                <a:solidFill>
                  <a:srgbClr val="102A43"/>
                </a:solidFill>
                <a:latin typeface="DejaVu Sans"/>
                <a:ea typeface="DejaVu Sans"/>
                <a:cs typeface="DejaVu Sans"/>
              </a:defRPr>
            </a:lvl8pPr>
            <a:lvl9pPr algn="ctr">
              <a:buNone/>
              <a:defRPr sz="1800" b="0">
                <a:solidFill>
                  <a:srgbClr val="102A43"/>
                </a:solidFill>
                <a:latin typeface="DejaVu Sans"/>
                <a:ea typeface="DejaVu Sans"/>
                <a:cs typeface="DejaVu Sans"/>
              </a:defRPr>
            </a:lvl9pPr>
          </a:lstStyle>
          <a:p xmlns:a="http://schemas.openxmlformats.org/drawingml/2006/main">
            <a:pPr algn="ctr">
              <a:buNone/>
              <a:defRPr sz="1800" b="0">
                <a:solidFill>
                  <a:srgbClr val="102A43"/>
                </a:solidFill>
                <a:latin typeface="DejaVu Sans"/>
                <a:ea typeface="DejaVu Sans"/>
                <a:cs typeface="DejaVu Sans"/>
              </a:defRPr>
            </a:pPr>
            <a:r>
              <a:rPr sz="1800" b="0">
                <a:solidFill>
                  <a:srgbClr val="102A43"/>
                </a:solidFill>
                <a:latin typeface="DejaVu Sans"/>
                <a:ea typeface="DejaVu Sans"/>
                <a:cs typeface="DejaVu Sans"/>
              </a:rPr>
              <a:t>DELIVERING</a:t>
            </a:r>
          </a:p>
        </p:txBody>
      </p:sp>
      <p:sp>
        <p:nvSpPr>
          <p:cNvPr id="7" name="node-92">
            <a:extLst xmlns:a="http://schemas.openxmlformats.org/drawingml/2006/main">
              <a:ext uri="{FF2B5EF4-FFF2-40B4-BE49-F238E27FC236}">
                <a16:creationId xmlns:a16="http://schemas.microsoft.com/office/drawing/2014/main" id="{C27BAADF-19AC-4930-A927-075BFBBD6C35}"/>
              </a:ext>
            </a:extLst>
          </p:cNvPr>
          <p:cNvSpPr>
            <a:spLocks xmlns:a="http://schemas.openxmlformats.org/drawingml/2006/main" noGrp="1"/>
          </p:cNvSpPr>
          <p:nvPr/>
        </p:nvSpPr>
        <p:spPr>
          <a:xfrm xmlns:a="http://schemas.openxmlformats.org/drawingml/2006/main">
            <a:off x="7353300" y="2333625"/>
            <a:ext cx="1981200" cy="714375"/>
          </a:xfrm>
          <a:prstGeom xmlns:a="http://schemas.openxmlformats.org/drawingml/2006/main" prst="rect">
            <a:avLst/>
          </a:prstGeom>
          <a:solidFill xmlns:a="http://schemas.openxmlformats.org/drawingml/2006/main">
            <a:srgbClr val="FFFFFF"/>
          </a:solidFill>
          <a:ln xmlns:a="http://schemas.openxmlformats.org/drawingml/2006/main" w="15240">
            <a:solidFill>
              <a:srgbClr val="849AA7"/>
            </a:solidFill>
            <a:prstDash val="solid"/>
          </a:ln>
        </p:spPr>
        <p:txBody>
          <a:bodyPr xmlns:a="http://schemas.openxmlformats.org/drawingml/2006/main" wrap="square" lIns="114300" tIns="114300" rIns="114300" bIns="114300" anchor="ctr">
            <a:noAutofit/>
          </a:bodyPr>
          <a:lstStyle xmlns:a="http://schemas.openxmlformats.org/drawingml/2006/main">
            <a:defPPr algn="ctr">
              <a:defRPr sz="1800" b="0">
                <a:solidFill>
                  <a:srgbClr val="102A43"/>
                </a:solidFill>
                <a:latin typeface="DejaVu Sans"/>
                <a:ea typeface="DejaVu Sans"/>
                <a:cs typeface="DejaVu Sans"/>
              </a:defRPr>
            </a:defPPr>
            <a:lvl1pPr algn="ctr">
              <a:buNone/>
              <a:defRPr sz="1800" b="0">
                <a:solidFill>
                  <a:srgbClr val="102A43"/>
                </a:solidFill>
                <a:latin typeface="DejaVu Sans"/>
                <a:ea typeface="DejaVu Sans"/>
                <a:cs typeface="DejaVu Sans"/>
              </a:defRPr>
            </a:lvl1pPr>
            <a:lvl2pPr algn="ctr">
              <a:buNone/>
              <a:defRPr sz="1800" b="0">
                <a:solidFill>
                  <a:srgbClr val="102A43"/>
                </a:solidFill>
                <a:latin typeface="DejaVu Sans"/>
                <a:ea typeface="DejaVu Sans"/>
                <a:cs typeface="DejaVu Sans"/>
              </a:defRPr>
            </a:lvl2pPr>
            <a:lvl3pPr algn="ctr">
              <a:buNone/>
              <a:defRPr sz="1800" b="0">
                <a:solidFill>
                  <a:srgbClr val="102A43"/>
                </a:solidFill>
                <a:latin typeface="DejaVu Sans"/>
                <a:ea typeface="DejaVu Sans"/>
                <a:cs typeface="DejaVu Sans"/>
              </a:defRPr>
            </a:lvl3pPr>
            <a:lvl4pPr algn="ctr">
              <a:buNone/>
              <a:defRPr sz="1800" b="0">
                <a:solidFill>
                  <a:srgbClr val="102A43"/>
                </a:solidFill>
                <a:latin typeface="DejaVu Sans"/>
                <a:ea typeface="DejaVu Sans"/>
                <a:cs typeface="DejaVu Sans"/>
              </a:defRPr>
            </a:lvl4pPr>
            <a:lvl5pPr algn="ctr">
              <a:buNone/>
              <a:defRPr sz="1800" b="0">
                <a:solidFill>
                  <a:srgbClr val="102A43"/>
                </a:solidFill>
                <a:latin typeface="DejaVu Sans"/>
                <a:ea typeface="DejaVu Sans"/>
                <a:cs typeface="DejaVu Sans"/>
              </a:defRPr>
            </a:lvl5pPr>
            <a:lvl6pPr algn="ctr">
              <a:buNone/>
              <a:defRPr sz="1800" b="0">
                <a:solidFill>
                  <a:srgbClr val="102A43"/>
                </a:solidFill>
                <a:latin typeface="DejaVu Sans"/>
                <a:ea typeface="DejaVu Sans"/>
                <a:cs typeface="DejaVu Sans"/>
              </a:defRPr>
            </a:lvl6pPr>
            <a:lvl7pPr algn="ctr">
              <a:buNone/>
              <a:defRPr sz="1800" b="0">
                <a:solidFill>
                  <a:srgbClr val="102A43"/>
                </a:solidFill>
                <a:latin typeface="DejaVu Sans"/>
                <a:ea typeface="DejaVu Sans"/>
                <a:cs typeface="DejaVu Sans"/>
              </a:defRPr>
            </a:lvl7pPr>
            <a:lvl8pPr algn="ctr">
              <a:buNone/>
              <a:defRPr sz="1800" b="0">
                <a:solidFill>
                  <a:srgbClr val="102A43"/>
                </a:solidFill>
                <a:latin typeface="DejaVu Sans"/>
                <a:ea typeface="DejaVu Sans"/>
                <a:cs typeface="DejaVu Sans"/>
              </a:defRPr>
            </a:lvl8pPr>
            <a:lvl9pPr algn="ctr">
              <a:buNone/>
              <a:defRPr sz="1800" b="0">
                <a:solidFill>
                  <a:srgbClr val="102A43"/>
                </a:solidFill>
                <a:latin typeface="DejaVu Sans"/>
                <a:ea typeface="DejaVu Sans"/>
                <a:cs typeface="DejaVu Sans"/>
              </a:defRPr>
            </a:lvl9pPr>
          </a:lstStyle>
          <a:p xmlns:a="http://schemas.openxmlformats.org/drawingml/2006/main">
            <a:pPr algn="ctr">
              <a:buNone/>
              <a:defRPr sz="1800" b="0">
                <a:solidFill>
                  <a:srgbClr val="102A43"/>
                </a:solidFill>
                <a:latin typeface="DejaVu Sans"/>
                <a:ea typeface="DejaVu Sans"/>
                <a:cs typeface="DejaVu Sans"/>
              </a:defRPr>
            </a:pPr>
            <a:r>
              <a:rPr sz="1800" b="0">
                <a:solidFill>
                  <a:srgbClr val="102A43"/>
                </a:solidFill>
                <a:latin typeface="DejaVu Sans"/>
                <a:ea typeface="DejaVu Sans"/>
                <a:cs typeface="DejaVu Sans"/>
              </a:rPr>
              <a:t>FINALIZING</a:t>
            </a:r>
          </a:p>
        </p:txBody>
      </p:sp>
      <p:sp>
        <p:nvSpPr>
          <p:cNvPr id="8" name="node-93">
            <a:extLst xmlns:a="http://schemas.openxmlformats.org/drawingml/2006/main">
              <a:ext uri="{FF2B5EF4-FFF2-40B4-BE49-F238E27FC236}">
                <a16:creationId xmlns:a16="http://schemas.microsoft.com/office/drawing/2014/main" id="{5E0B0884-39C1-4652-B2FB-E70B127F2BE5}"/>
              </a:ext>
            </a:extLst>
          </p:cNvPr>
          <p:cNvSpPr>
            <a:spLocks xmlns:a="http://schemas.openxmlformats.org/drawingml/2006/main" noGrp="1"/>
          </p:cNvSpPr>
          <p:nvPr/>
        </p:nvSpPr>
        <p:spPr>
          <a:xfrm xmlns:a="http://schemas.openxmlformats.org/drawingml/2006/main">
            <a:off x="9601200" y="2333625"/>
            <a:ext cx="1981200" cy="714375"/>
          </a:xfrm>
          <a:prstGeom xmlns:a="http://schemas.openxmlformats.org/drawingml/2006/main" prst="rect">
            <a:avLst/>
          </a:prstGeom>
          <a:solidFill xmlns:a="http://schemas.openxmlformats.org/drawingml/2006/main">
            <a:srgbClr val="FFFFFF"/>
          </a:solidFill>
          <a:ln xmlns:a="http://schemas.openxmlformats.org/drawingml/2006/main" w="15240">
            <a:solidFill>
              <a:srgbClr val="849AA7"/>
            </a:solidFill>
            <a:prstDash val="solid"/>
          </a:ln>
        </p:spPr>
        <p:txBody>
          <a:bodyPr xmlns:a="http://schemas.openxmlformats.org/drawingml/2006/main" wrap="square" lIns="114300" tIns="114300" rIns="114300" bIns="114300" anchor="ctr">
            <a:noAutofit/>
          </a:bodyPr>
          <a:lstStyle xmlns:a="http://schemas.openxmlformats.org/drawingml/2006/main">
            <a:defPPr algn="ctr">
              <a:defRPr sz="1800" b="0">
                <a:solidFill>
                  <a:srgbClr val="102A43"/>
                </a:solidFill>
                <a:latin typeface="DejaVu Sans"/>
                <a:ea typeface="DejaVu Sans"/>
                <a:cs typeface="DejaVu Sans"/>
              </a:defRPr>
            </a:defPPr>
            <a:lvl1pPr algn="ctr">
              <a:buNone/>
              <a:defRPr sz="1800" b="0">
                <a:solidFill>
                  <a:srgbClr val="102A43"/>
                </a:solidFill>
                <a:latin typeface="DejaVu Sans"/>
                <a:ea typeface="DejaVu Sans"/>
                <a:cs typeface="DejaVu Sans"/>
              </a:defRPr>
            </a:lvl1pPr>
            <a:lvl2pPr algn="ctr">
              <a:buNone/>
              <a:defRPr sz="1800" b="0">
                <a:solidFill>
                  <a:srgbClr val="102A43"/>
                </a:solidFill>
                <a:latin typeface="DejaVu Sans"/>
                <a:ea typeface="DejaVu Sans"/>
                <a:cs typeface="DejaVu Sans"/>
              </a:defRPr>
            </a:lvl2pPr>
            <a:lvl3pPr algn="ctr">
              <a:buNone/>
              <a:defRPr sz="1800" b="0">
                <a:solidFill>
                  <a:srgbClr val="102A43"/>
                </a:solidFill>
                <a:latin typeface="DejaVu Sans"/>
                <a:ea typeface="DejaVu Sans"/>
                <a:cs typeface="DejaVu Sans"/>
              </a:defRPr>
            </a:lvl3pPr>
            <a:lvl4pPr algn="ctr">
              <a:buNone/>
              <a:defRPr sz="1800" b="0">
                <a:solidFill>
                  <a:srgbClr val="102A43"/>
                </a:solidFill>
                <a:latin typeface="DejaVu Sans"/>
                <a:ea typeface="DejaVu Sans"/>
                <a:cs typeface="DejaVu Sans"/>
              </a:defRPr>
            </a:lvl4pPr>
            <a:lvl5pPr algn="ctr">
              <a:buNone/>
              <a:defRPr sz="1800" b="0">
                <a:solidFill>
                  <a:srgbClr val="102A43"/>
                </a:solidFill>
                <a:latin typeface="DejaVu Sans"/>
                <a:ea typeface="DejaVu Sans"/>
                <a:cs typeface="DejaVu Sans"/>
              </a:defRPr>
            </a:lvl5pPr>
            <a:lvl6pPr algn="ctr">
              <a:buNone/>
              <a:defRPr sz="1800" b="0">
                <a:solidFill>
                  <a:srgbClr val="102A43"/>
                </a:solidFill>
                <a:latin typeface="DejaVu Sans"/>
                <a:ea typeface="DejaVu Sans"/>
                <a:cs typeface="DejaVu Sans"/>
              </a:defRPr>
            </a:lvl6pPr>
            <a:lvl7pPr algn="ctr">
              <a:buNone/>
              <a:defRPr sz="1800" b="0">
                <a:solidFill>
                  <a:srgbClr val="102A43"/>
                </a:solidFill>
                <a:latin typeface="DejaVu Sans"/>
                <a:ea typeface="DejaVu Sans"/>
                <a:cs typeface="DejaVu Sans"/>
              </a:defRPr>
            </a:lvl7pPr>
            <a:lvl8pPr algn="ctr">
              <a:buNone/>
              <a:defRPr sz="1800" b="0">
                <a:solidFill>
                  <a:srgbClr val="102A43"/>
                </a:solidFill>
                <a:latin typeface="DejaVu Sans"/>
                <a:ea typeface="DejaVu Sans"/>
                <a:cs typeface="DejaVu Sans"/>
              </a:defRPr>
            </a:lvl8pPr>
            <a:lvl9pPr algn="ctr">
              <a:buNone/>
              <a:defRPr sz="1800" b="0">
                <a:solidFill>
                  <a:srgbClr val="102A43"/>
                </a:solidFill>
                <a:latin typeface="DejaVu Sans"/>
                <a:ea typeface="DejaVu Sans"/>
                <a:cs typeface="DejaVu Sans"/>
              </a:defRPr>
            </a:lvl9pPr>
          </a:lstStyle>
          <a:p xmlns:a="http://schemas.openxmlformats.org/drawingml/2006/main">
            <a:pPr algn="ctr">
              <a:buNone/>
              <a:defRPr sz="1800" b="0">
                <a:solidFill>
                  <a:srgbClr val="102A43"/>
                </a:solidFill>
                <a:latin typeface="DejaVu Sans"/>
                <a:ea typeface="DejaVu Sans"/>
                <a:cs typeface="DejaVu Sans"/>
              </a:defRPr>
            </a:pPr>
            <a:r>
              <a:rPr sz="1800" b="0">
                <a:solidFill>
                  <a:srgbClr val="102A43"/>
                </a:solidFill>
                <a:latin typeface="DejaVu Sans"/>
                <a:ea typeface="DejaVu Sans"/>
                <a:cs typeface="DejaVu Sans"/>
              </a:rPr>
              <a:t>COMPLETED</a:t>
            </a:r>
          </a:p>
        </p:txBody>
      </p:sp>
      <p:sp>
        <p:nvSpPr>
          <p:cNvPr id="13" name="node-94">
            <a:extLst xmlns:a="http://schemas.openxmlformats.org/drawingml/2006/main">
              <a:ext uri="{FF2B5EF4-FFF2-40B4-BE49-F238E27FC236}">
                <a16:creationId xmlns:a16="http://schemas.microsoft.com/office/drawing/2014/main" id="{B27DEE29-94B7-45B2-B6E8-BF44714A459E}"/>
              </a:ext>
            </a:extLst>
          </p:cNvPr>
          <p:cNvSpPr>
            <a:spLocks xmlns:a="http://schemas.openxmlformats.org/drawingml/2006/main" noGrp="1"/>
          </p:cNvSpPr>
          <p:nvPr/>
        </p:nvSpPr>
        <p:spPr>
          <a:xfrm xmlns:a="http://schemas.openxmlformats.org/drawingml/2006/main">
            <a:off x="609600" y="4286250"/>
            <a:ext cx="1981200" cy="714375"/>
          </a:xfrm>
          <a:prstGeom xmlns:a="http://schemas.openxmlformats.org/drawingml/2006/main" prst="rect">
            <a:avLst/>
          </a:prstGeom>
          <a:solidFill xmlns:a="http://schemas.openxmlformats.org/drawingml/2006/main">
            <a:srgbClr val="FFFFFF"/>
          </a:solidFill>
          <a:ln xmlns:a="http://schemas.openxmlformats.org/drawingml/2006/main" w="15240">
            <a:solidFill>
              <a:srgbClr val="849AA7"/>
            </a:solidFill>
            <a:prstDash val="solid"/>
          </a:ln>
        </p:spPr>
        <p:txBody>
          <a:bodyPr xmlns:a="http://schemas.openxmlformats.org/drawingml/2006/main" wrap="square" lIns="114300" tIns="114300" rIns="114300" bIns="114300" anchor="ctr">
            <a:noAutofit/>
          </a:bodyPr>
          <a:lstStyle xmlns:a="http://schemas.openxmlformats.org/drawingml/2006/main">
            <a:defPPr algn="ctr">
              <a:defRPr sz="1800" b="0">
                <a:solidFill>
                  <a:srgbClr val="102A43"/>
                </a:solidFill>
                <a:latin typeface="DejaVu Sans"/>
                <a:ea typeface="DejaVu Sans"/>
                <a:cs typeface="DejaVu Sans"/>
              </a:defRPr>
            </a:defPPr>
            <a:lvl1pPr algn="ctr">
              <a:buNone/>
              <a:defRPr sz="1800" b="0">
                <a:solidFill>
                  <a:srgbClr val="102A43"/>
                </a:solidFill>
                <a:latin typeface="DejaVu Sans"/>
                <a:ea typeface="DejaVu Sans"/>
                <a:cs typeface="DejaVu Sans"/>
              </a:defRPr>
            </a:lvl1pPr>
            <a:lvl2pPr algn="ctr">
              <a:buNone/>
              <a:defRPr sz="1800" b="0">
                <a:solidFill>
                  <a:srgbClr val="102A43"/>
                </a:solidFill>
                <a:latin typeface="DejaVu Sans"/>
                <a:ea typeface="DejaVu Sans"/>
                <a:cs typeface="DejaVu Sans"/>
              </a:defRPr>
            </a:lvl2pPr>
            <a:lvl3pPr algn="ctr">
              <a:buNone/>
              <a:defRPr sz="1800" b="0">
                <a:solidFill>
                  <a:srgbClr val="102A43"/>
                </a:solidFill>
                <a:latin typeface="DejaVu Sans"/>
                <a:ea typeface="DejaVu Sans"/>
                <a:cs typeface="DejaVu Sans"/>
              </a:defRPr>
            </a:lvl3pPr>
            <a:lvl4pPr algn="ctr">
              <a:buNone/>
              <a:defRPr sz="1800" b="0">
                <a:solidFill>
                  <a:srgbClr val="102A43"/>
                </a:solidFill>
                <a:latin typeface="DejaVu Sans"/>
                <a:ea typeface="DejaVu Sans"/>
                <a:cs typeface="DejaVu Sans"/>
              </a:defRPr>
            </a:lvl4pPr>
            <a:lvl5pPr algn="ctr">
              <a:buNone/>
              <a:defRPr sz="1800" b="0">
                <a:solidFill>
                  <a:srgbClr val="102A43"/>
                </a:solidFill>
                <a:latin typeface="DejaVu Sans"/>
                <a:ea typeface="DejaVu Sans"/>
                <a:cs typeface="DejaVu Sans"/>
              </a:defRPr>
            </a:lvl5pPr>
            <a:lvl6pPr algn="ctr">
              <a:buNone/>
              <a:defRPr sz="1800" b="0">
                <a:solidFill>
                  <a:srgbClr val="102A43"/>
                </a:solidFill>
                <a:latin typeface="DejaVu Sans"/>
                <a:ea typeface="DejaVu Sans"/>
                <a:cs typeface="DejaVu Sans"/>
              </a:defRPr>
            </a:lvl6pPr>
            <a:lvl7pPr algn="ctr">
              <a:buNone/>
              <a:defRPr sz="1800" b="0">
                <a:solidFill>
                  <a:srgbClr val="102A43"/>
                </a:solidFill>
                <a:latin typeface="DejaVu Sans"/>
                <a:ea typeface="DejaVu Sans"/>
                <a:cs typeface="DejaVu Sans"/>
              </a:defRPr>
            </a:lvl7pPr>
            <a:lvl8pPr algn="ctr">
              <a:buNone/>
              <a:defRPr sz="1800" b="0">
                <a:solidFill>
                  <a:srgbClr val="102A43"/>
                </a:solidFill>
                <a:latin typeface="DejaVu Sans"/>
                <a:ea typeface="DejaVu Sans"/>
                <a:cs typeface="DejaVu Sans"/>
              </a:defRPr>
            </a:lvl8pPr>
            <a:lvl9pPr algn="ctr">
              <a:buNone/>
              <a:defRPr sz="1800" b="0">
                <a:solidFill>
                  <a:srgbClr val="102A43"/>
                </a:solidFill>
                <a:latin typeface="DejaVu Sans"/>
                <a:ea typeface="DejaVu Sans"/>
                <a:cs typeface="DejaVu Sans"/>
              </a:defRPr>
            </a:lvl9pPr>
          </a:lstStyle>
          <a:p xmlns:a="http://schemas.openxmlformats.org/drawingml/2006/main">
            <a:pPr algn="ctr">
              <a:buNone/>
              <a:defRPr sz="1800" b="0">
                <a:solidFill>
                  <a:srgbClr val="102A43"/>
                </a:solidFill>
                <a:latin typeface="DejaVu Sans"/>
                <a:ea typeface="DejaVu Sans"/>
                <a:cs typeface="DejaVu Sans"/>
              </a:defRPr>
            </a:pPr>
            <a:r>
              <a:rPr sz="1800" b="0">
                <a:solidFill>
                  <a:srgbClr val="102A43"/>
                </a:solidFill>
                <a:latin typeface="DejaVu Sans"/>
                <a:ea typeface="DejaVu Sans"/>
                <a:cs typeface="DejaVu Sans"/>
              </a:rPr>
              <a:t>FAILED</a:t>
            </a:r>
          </a:p>
        </p:txBody>
      </p:sp>
      <p:sp>
        <p:nvSpPr>
          <p:cNvPr id="14" name="node-95">
            <a:extLst xmlns:a="http://schemas.openxmlformats.org/drawingml/2006/main">
              <a:ext uri="{FF2B5EF4-FFF2-40B4-BE49-F238E27FC236}">
                <a16:creationId xmlns:a16="http://schemas.microsoft.com/office/drawing/2014/main" id="{20F41B50-3117-4BD9-A1BB-A92534F74A54}"/>
              </a:ext>
            </a:extLst>
          </p:cNvPr>
          <p:cNvSpPr>
            <a:spLocks xmlns:a="http://schemas.openxmlformats.org/drawingml/2006/main" noGrp="1"/>
          </p:cNvSpPr>
          <p:nvPr/>
        </p:nvSpPr>
        <p:spPr>
          <a:xfrm xmlns:a="http://schemas.openxmlformats.org/drawingml/2006/main">
            <a:off x="5105400" y="4286250"/>
            <a:ext cx="1981200" cy="714375"/>
          </a:xfrm>
          <a:prstGeom xmlns:a="http://schemas.openxmlformats.org/drawingml/2006/main" prst="rect">
            <a:avLst/>
          </a:prstGeom>
          <a:solidFill xmlns:a="http://schemas.openxmlformats.org/drawingml/2006/main">
            <a:srgbClr val="FFFFFF"/>
          </a:solidFill>
          <a:ln xmlns:a="http://schemas.openxmlformats.org/drawingml/2006/main" w="15240">
            <a:solidFill>
              <a:srgbClr val="849AA7"/>
            </a:solidFill>
            <a:prstDash val="solid"/>
          </a:ln>
        </p:spPr>
        <p:txBody>
          <a:bodyPr xmlns:a="http://schemas.openxmlformats.org/drawingml/2006/main" wrap="square" lIns="114300" tIns="114300" rIns="114300" bIns="114300" anchor="ctr">
            <a:noAutofit/>
          </a:bodyPr>
          <a:lstStyle xmlns:a="http://schemas.openxmlformats.org/drawingml/2006/main">
            <a:defPPr algn="ctr">
              <a:defRPr sz="1800" b="0">
                <a:solidFill>
                  <a:srgbClr val="102A43"/>
                </a:solidFill>
                <a:latin typeface="DejaVu Sans"/>
                <a:ea typeface="DejaVu Sans"/>
                <a:cs typeface="DejaVu Sans"/>
              </a:defRPr>
            </a:defPPr>
            <a:lvl1pPr algn="ctr">
              <a:buNone/>
              <a:defRPr sz="1800" b="0">
                <a:solidFill>
                  <a:srgbClr val="102A43"/>
                </a:solidFill>
                <a:latin typeface="DejaVu Sans"/>
                <a:ea typeface="DejaVu Sans"/>
                <a:cs typeface="DejaVu Sans"/>
              </a:defRPr>
            </a:lvl1pPr>
            <a:lvl2pPr algn="ctr">
              <a:buNone/>
              <a:defRPr sz="1800" b="0">
                <a:solidFill>
                  <a:srgbClr val="102A43"/>
                </a:solidFill>
                <a:latin typeface="DejaVu Sans"/>
                <a:ea typeface="DejaVu Sans"/>
                <a:cs typeface="DejaVu Sans"/>
              </a:defRPr>
            </a:lvl2pPr>
            <a:lvl3pPr algn="ctr">
              <a:buNone/>
              <a:defRPr sz="1800" b="0">
                <a:solidFill>
                  <a:srgbClr val="102A43"/>
                </a:solidFill>
                <a:latin typeface="DejaVu Sans"/>
                <a:ea typeface="DejaVu Sans"/>
                <a:cs typeface="DejaVu Sans"/>
              </a:defRPr>
            </a:lvl3pPr>
            <a:lvl4pPr algn="ctr">
              <a:buNone/>
              <a:defRPr sz="1800" b="0">
                <a:solidFill>
                  <a:srgbClr val="102A43"/>
                </a:solidFill>
                <a:latin typeface="DejaVu Sans"/>
                <a:ea typeface="DejaVu Sans"/>
                <a:cs typeface="DejaVu Sans"/>
              </a:defRPr>
            </a:lvl4pPr>
            <a:lvl5pPr algn="ctr">
              <a:buNone/>
              <a:defRPr sz="1800" b="0">
                <a:solidFill>
                  <a:srgbClr val="102A43"/>
                </a:solidFill>
                <a:latin typeface="DejaVu Sans"/>
                <a:ea typeface="DejaVu Sans"/>
                <a:cs typeface="DejaVu Sans"/>
              </a:defRPr>
            </a:lvl5pPr>
            <a:lvl6pPr algn="ctr">
              <a:buNone/>
              <a:defRPr sz="1800" b="0">
                <a:solidFill>
                  <a:srgbClr val="102A43"/>
                </a:solidFill>
                <a:latin typeface="DejaVu Sans"/>
                <a:ea typeface="DejaVu Sans"/>
                <a:cs typeface="DejaVu Sans"/>
              </a:defRPr>
            </a:lvl6pPr>
            <a:lvl7pPr algn="ctr">
              <a:buNone/>
              <a:defRPr sz="1800" b="0">
                <a:solidFill>
                  <a:srgbClr val="102A43"/>
                </a:solidFill>
                <a:latin typeface="DejaVu Sans"/>
                <a:ea typeface="DejaVu Sans"/>
                <a:cs typeface="DejaVu Sans"/>
              </a:defRPr>
            </a:lvl7pPr>
            <a:lvl8pPr algn="ctr">
              <a:buNone/>
              <a:defRPr sz="1800" b="0">
                <a:solidFill>
                  <a:srgbClr val="102A43"/>
                </a:solidFill>
                <a:latin typeface="DejaVu Sans"/>
                <a:ea typeface="DejaVu Sans"/>
                <a:cs typeface="DejaVu Sans"/>
              </a:defRPr>
            </a:lvl8pPr>
            <a:lvl9pPr algn="ctr">
              <a:buNone/>
              <a:defRPr sz="1800" b="0">
                <a:solidFill>
                  <a:srgbClr val="102A43"/>
                </a:solidFill>
                <a:latin typeface="DejaVu Sans"/>
                <a:ea typeface="DejaVu Sans"/>
                <a:cs typeface="DejaVu Sans"/>
              </a:defRPr>
            </a:lvl9pPr>
          </a:lstStyle>
          <a:p xmlns:a="http://schemas.openxmlformats.org/drawingml/2006/main">
            <a:pPr algn="ctr">
              <a:buNone/>
              <a:defRPr sz="1800" b="0">
                <a:solidFill>
                  <a:srgbClr val="102A43"/>
                </a:solidFill>
                <a:latin typeface="DejaVu Sans"/>
                <a:ea typeface="DejaVu Sans"/>
                <a:cs typeface="DejaVu Sans"/>
              </a:defRPr>
            </a:pPr>
            <a:r>
              <a:rPr sz="1800" b="0">
                <a:solidFill>
                  <a:srgbClr val="102A43"/>
                </a:solidFill>
                <a:latin typeface="DejaVu Sans"/>
                <a:ea typeface="DejaVu Sans"/>
                <a:cs typeface="DejaVu Sans"/>
              </a:rPr>
              <a:t>PAUSED</a:t>
            </a:r>
          </a:p>
        </p:txBody>
      </p:sp>
      <p:sp>
        <p:nvSpPr>
          <p:cNvPr id="15" name="node-96">
            <a:extLst xmlns:a="http://schemas.openxmlformats.org/drawingml/2006/main">
              <a:ext uri="{FF2B5EF4-FFF2-40B4-BE49-F238E27FC236}">
                <a16:creationId xmlns:a16="http://schemas.microsoft.com/office/drawing/2014/main" id="{E27B2973-D017-41BD-8AE0-1691AB8E9332}"/>
              </a:ext>
            </a:extLst>
          </p:cNvPr>
          <p:cNvSpPr>
            <a:spLocks xmlns:a="http://schemas.openxmlformats.org/drawingml/2006/main" noGrp="1"/>
          </p:cNvSpPr>
          <p:nvPr/>
        </p:nvSpPr>
        <p:spPr>
          <a:xfrm xmlns:a="http://schemas.openxmlformats.org/drawingml/2006/main">
            <a:off x="9601200" y="4286250"/>
            <a:ext cx="1981200" cy="714375"/>
          </a:xfrm>
          <a:prstGeom xmlns:a="http://schemas.openxmlformats.org/drawingml/2006/main" prst="rect">
            <a:avLst/>
          </a:prstGeom>
          <a:solidFill xmlns:a="http://schemas.openxmlformats.org/drawingml/2006/main">
            <a:srgbClr val="FFFFFF"/>
          </a:solidFill>
          <a:ln xmlns:a="http://schemas.openxmlformats.org/drawingml/2006/main" w="15240">
            <a:solidFill>
              <a:srgbClr val="849AA7"/>
            </a:solidFill>
            <a:prstDash val="solid"/>
          </a:ln>
        </p:spPr>
        <p:txBody>
          <a:bodyPr xmlns:a="http://schemas.openxmlformats.org/drawingml/2006/main" wrap="square" lIns="114300" tIns="114300" rIns="114300" bIns="114300" anchor="ctr">
            <a:noAutofit/>
          </a:bodyPr>
          <a:lstStyle xmlns:a="http://schemas.openxmlformats.org/drawingml/2006/main">
            <a:defPPr algn="ctr">
              <a:defRPr sz="1800" b="0">
                <a:solidFill>
                  <a:srgbClr val="102A43"/>
                </a:solidFill>
                <a:latin typeface="DejaVu Sans"/>
                <a:ea typeface="DejaVu Sans"/>
                <a:cs typeface="DejaVu Sans"/>
              </a:defRPr>
            </a:defPPr>
            <a:lvl1pPr algn="ctr">
              <a:buNone/>
              <a:defRPr sz="1800" b="0">
                <a:solidFill>
                  <a:srgbClr val="102A43"/>
                </a:solidFill>
                <a:latin typeface="DejaVu Sans"/>
                <a:ea typeface="DejaVu Sans"/>
                <a:cs typeface="DejaVu Sans"/>
              </a:defRPr>
            </a:lvl1pPr>
            <a:lvl2pPr algn="ctr">
              <a:buNone/>
              <a:defRPr sz="1800" b="0">
                <a:solidFill>
                  <a:srgbClr val="102A43"/>
                </a:solidFill>
                <a:latin typeface="DejaVu Sans"/>
                <a:ea typeface="DejaVu Sans"/>
                <a:cs typeface="DejaVu Sans"/>
              </a:defRPr>
            </a:lvl2pPr>
            <a:lvl3pPr algn="ctr">
              <a:buNone/>
              <a:defRPr sz="1800" b="0">
                <a:solidFill>
                  <a:srgbClr val="102A43"/>
                </a:solidFill>
                <a:latin typeface="DejaVu Sans"/>
                <a:ea typeface="DejaVu Sans"/>
                <a:cs typeface="DejaVu Sans"/>
              </a:defRPr>
            </a:lvl3pPr>
            <a:lvl4pPr algn="ctr">
              <a:buNone/>
              <a:defRPr sz="1800" b="0">
                <a:solidFill>
                  <a:srgbClr val="102A43"/>
                </a:solidFill>
                <a:latin typeface="DejaVu Sans"/>
                <a:ea typeface="DejaVu Sans"/>
                <a:cs typeface="DejaVu Sans"/>
              </a:defRPr>
            </a:lvl4pPr>
            <a:lvl5pPr algn="ctr">
              <a:buNone/>
              <a:defRPr sz="1800" b="0">
                <a:solidFill>
                  <a:srgbClr val="102A43"/>
                </a:solidFill>
                <a:latin typeface="DejaVu Sans"/>
                <a:ea typeface="DejaVu Sans"/>
                <a:cs typeface="DejaVu Sans"/>
              </a:defRPr>
            </a:lvl5pPr>
            <a:lvl6pPr algn="ctr">
              <a:buNone/>
              <a:defRPr sz="1800" b="0">
                <a:solidFill>
                  <a:srgbClr val="102A43"/>
                </a:solidFill>
                <a:latin typeface="DejaVu Sans"/>
                <a:ea typeface="DejaVu Sans"/>
                <a:cs typeface="DejaVu Sans"/>
              </a:defRPr>
            </a:lvl6pPr>
            <a:lvl7pPr algn="ctr">
              <a:buNone/>
              <a:defRPr sz="1800" b="0">
                <a:solidFill>
                  <a:srgbClr val="102A43"/>
                </a:solidFill>
                <a:latin typeface="DejaVu Sans"/>
                <a:ea typeface="DejaVu Sans"/>
                <a:cs typeface="DejaVu Sans"/>
              </a:defRPr>
            </a:lvl7pPr>
            <a:lvl8pPr algn="ctr">
              <a:buNone/>
              <a:defRPr sz="1800" b="0">
                <a:solidFill>
                  <a:srgbClr val="102A43"/>
                </a:solidFill>
                <a:latin typeface="DejaVu Sans"/>
                <a:ea typeface="DejaVu Sans"/>
                <a:cs typeface="DejaVu Sans"/>
              </a:defRPr>
            </a:lvl8pPr>
            <a:lvl9pPr algn="ctr">
              <a:buNone/>
              <a:defRPr sz="1800" b="0">
                <a:solidFill>
                  <a:srgbClr val="102A43"/>
                </a:solidFill>
                <a:latin typeface="DejaVu Sans"/>
                <a:ea typeface="DejaVu Sans"/>
                <a:cs typeface="DejaVu Sans"/>
              </a:defRPr>
            </a:lvl9pPr>
          </a:lstStyle>
          <a:p xmlns:a="http://schemas.openxmlformats.org/drawingml/2006/main">
            <a:pPr algn="ctr">
              <a:buNone/>
              <a:defRPr sz="1800" b="0">
                <a:solidFill>
                  <a:srgbClr val="102A43"/>
                </a:solidFill>
                <a:latin typeface="DejaVu Sans"/>
                <a:ea typeface="DejaVu Sans"/>
                <a:cs typeface="DejaVu Sans"/>
              </a:defRPr>
            </a:pPr>
            <a:r>
              <a:rPr sz="1800" b="0">
                <a:solidFill>
                  <a:srgbClr val="102A43"/>
                </a:solidFill>
                <a:latin typeface="DejaVu Sans"/>
                <a:ea typeface="DejaVu Sans"/>
                <a:cs typeface="DejaVu Sans"/>
              </a:rPr>
              <a:t>PREVIEWED</a:t>
            </a:r>
          </a:p>
        </p:txBody>
      </p:sp>
      <p:sp>
        <p:nvSpPr>
          <p:cNvPr id="19" name="">
            <a:extLst xmlns:a="http://schemas.openxmlformats.org/drawingml/2006/main">
              <a:ext uri="{FF2B5EF4-FFF2-40B4-BE49-F238E27FC236}">
                <a16:creationId xmlns:a16="http://schemas.microsoft.com/office/drawing/2014/main" id="{64AD2050-C95F-4C8D-8DA5-E1DCDA807D4A}"/>
              </a:ext>
            </a:extLst>
          </p:cNvPr>
          <p:cNvSpPr>
            <a:spLocks xmlns:a="http://schemas.openxmlformats.org/drawingml/2006/main" noGrp="1"/>
          </p:cNvSpPr>
          <p:nvPr/>
        </p:nvSpPr>
        <p:spPr>
          <a:xfrm xmlns:a="http://schemas.openxmlformats.org/drawingml/2006/main">
            <a:off x="3848100" y="2095500"/>
            <a:ext cx="0" cy="238125"/>
          </a:xfrm>
          <a:prstGeom xmlns:a="http://schemas.openxmlformats.org/drawingml/2006/main" prst="line">
            <a:avLst/>
          </a:prstGeom>
          <a:noFill xmlns:a="http://schemas.openxmlformats.org/drawingml/2006/main"/>
          <a:ln xmlns:a="http://schemas.openxmlformats.org/drawingml/2006/main" w="19050">
            <a:solidFill>
              <a:srgbClr val="007F86"/>
            </a:solidFill>
            <a:prstDash val="solid"/>
          </a:ln>
        </p:spPr>
      </p:sp>
      <p:sp>
        <p:nvSpPr>
          <p:cNvPr id="20" name="">
            <a:extLst xmlns:a="http://schemas.openxmlformats.org/drawingml/2006/main">
              <a:ext uri="{FF2B5EF4-FFF2-40B4-BE49-F238E27FC236}">
                <a16:creationId xmlns:a16="http://schemas.microsoft.com/office/drawing/2014/main" id="{3E637C4C-E62F-4CCF-8078-B382AAEA4AD1}"/>
              </a:ext>
            </a:extLst>
          </p:cNvPr>
          <p:cNvSpPr>
            <a:spLocks xmlns:a="http://schemas.openxmlformats.org/drawingml/2006/main" noGrp="1"/>
          </p:cNvSpPr>
          <p:nvPr/>
        </p:nvSpPr>
        <p:spPr>
          <a:xfrm xmlns:a="http://schemas.openxmlformats.org/drawingml/2006/main">
            <a:off x="3848100" y="2095500"/>
            <a:ext cx="4495800" cy="0"/>
          </a:xfrm>
          <a:prstGeom xmlns:a="http://schemas.openxmlformats.org/drawingml/2006/main" prst="line">
            <a:avLst/>
          </a:prstGeom>
          <a:noFill xmlns:a="http://schemas.openxmlformats.org/drawingml/2006/main"/>
          <a:ln xmlns:a="http://schemas.openxmlformats.org/drawingml/2006/main" w="19050">
            <a:solidFill>
              <a:srgbClr val="007F86"/>
            </a:solidFill>
            <a:prstDash val="solid"/>
          </a:ln>
        </p:spPr>
      </p:sp>
      <p:cxnSp>
        <p:nvCxnSpPr>
          <p:cNvPr id="21" name="">
            <a:extLst xmlns:a="http://schemas.openxmlformats.org/drawingml/2006/main">
              <a:ext uri="{FF2B5EF4-FFF2-40B4-BE49-F238E27FC236}">
                <a16:creationId xmlns:a16="http://schemas.microsoft.com/office/drawing/2014/main" id="{4FD96EC6-1CD7-4CA2-9659-E3E62C606D50}"/>
              </a:ext>
            </a:extLst>
          </p:cNvPr>
          <p:cNvCxnSpPr/>
          <p:nvPr/>
        </p:nvCxnSpPr>
        <p:spPr>
          <a:xfrm xmlns:a="http://schemas.openxmlformats.org/drawingml/2006/main">
            <a:off x="8343900" y="2095500"/>
            <a:ext cx="0" cy="238125"/>
          </a:xfrm>
          <a:prstGeom xmlns:a="http://schemas.openxmlformats.org/drawingml/2006/main" prst="straightConnector1">
            <a:avLst/>
          </a:prstGeom>
          <a:ln xmlns:a="http://schemas.openxmlformats.org/drawingml/2006/main" w="19050">
            <a:solidFill>
              <a:srgbClr val="007F86"/>
            </a:solidFill>
            <a:prstDash val="solid"/>
            <a:tailEnd type="triangle" w="sm" len="sm"/>
          </a:ln>
        </p:spPr>
      </p:cxnSp>
      <p:sp>
        <p:nvSpPr>
          <p:cNvPr id="22" name="text-97">
            <a:extLst xmlns:a="http://schemas.openxmlformats.org/drawingml/2006/main">
              <a:ext uri="{FF2B5EF4-FFF2-40B4-BE49-F238E27FC236}">
                <a16:creationId xmlns:a16="http://schemas.microsoft.com/office/drawing/2014/main" id="{A9D24639-B726-4040-ACB0-0F4A716D97A2}"/>
              </a:ext>
            </a:extLst>
          </p:cNvPr>
          <p:cNvSpPr>
            <a:spLocks xmlns:a="http://schemas.openxmlformats.org/drawingml/2006/main" noGrp="1"/>
          </p:cNvSpPr>
          <p:nvPr/>
        </p:nvSpPr>
        <p:spPr>
          <a:xfrm xmlns:a="http://schemas.openxmlformats.org/drawingml/2006/main">
            <a:off x="4057650" y="1743075"/>
            <a:ext cx="36195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650" b="0">
                <a:solidFill>
                  <a:srgbClr val="007F86"/>
                </a:solidFill>
                <a:latin typeface="DejaVu Sans"/>
                <a:ea typeface="DejaVu Sans"/>
                <a:cs typeface="DejaVu Sans"/>
              </a:defRPr>
            </a:defPPr>
            <a:lvl1pPr algn="ctr">
              <a:buNone/>
              <a:defRPr sz="1650" b="0">
                <a:solidFill>
                  <a:srgbClr val="007F86"/>
                </a:solidFill>
                <a:latin typeface="DejaVu Sans"/>
                <a:ea typeface="DejaVu Sans"/>
                <a:cs typeface="DejaVu Sans"/>
              </a:defRPr>
            </a:lvl1pPr>
            <a:lvl2pPr algn="ctr">
              <a:buNone/>
              <a:defRPr sz="1650" b="0">
                <a:solidFill>
                  <a:srgbClr val="007F86"/>
                </a:solidFill>
                <a:latin typeface="DejaVu Sans"/>
                <a:ea typeface="DejaVu Sans"/>
                <a:cs typeface="DejaVu Sans"/>
              </a:defRPr>
            </a:lvl2pPr>
            <a:lvl3pPr algn="ctr">
              <a:buNone/>
              <a:defRPr sz="1650" b="0">
                <a:solidFill>
                  <a:srgbClr val="007F86"/>
                </a:solidFill>
                <a:latin typeface="DejaVu Sans"/>
                <a:ea typeface="DejaVu Sans"/>
                <a:cs typeface="DejaVu Sans"/>
              </a:defRPr>
            </a:lvl3pPr>
            <a:lvl4pPr algn="ctr">
              <a:buNone/>
              <a:defRPr sz="1650" b="0">
                <a:solidFill>
                  <a:srgbClr val="007F86"/>
                </a:solidFill>
                <a:latin typeface="DejaVu Sans"/>
                <a:ea typeface="DejaVu Sans"/>
                <a:cs typeface="DejaVu Sans"/>
              </a:defRPr>
            </a:lvl4pPr>
            <a:lvl5pPr algn="ctr">
              <a:buNone/>
              <a:defRPr sz="1650" b="0">
                <a:solidFill>
                  <a:srgbClr val="007F86"/>
                </a:solidFill>
                <a:latin typeface="DejaVu Sans"/>
                <a:ea typeface="DejaVu Sans"/>
                <a:cs typeface="DejaVu Sans"/>
              </a:defRPr>
            </a:lvl5pPr>
            <a:lvl6pPr algn="ctr">
              <a:buNone/>
              <a:defRPr sz="1650" b="0">
                <a:solidFill>
                  <a:srgbClr val="007F86"/>
                </a:solidFill>
                <a:latin typeface="DejaVu Sans"/>
                <a:ea typeface="DejaVu Sans"/>
                <a:cs typeface="DejaVu Sans"/>
              </a:defRPr>
            </a:lvl6pPr>
            <a:lvl7pPr algn="ctr">
              <a:buNone/>
              <a:defRPr sz="1650" b="0">
                <a:solidFill>
                  <a:srgbClr val="007F86"/>
                </a:solidFill>
                <a:latin typeface="DejaVu Sans"/>
                <a:ea typeface="DejaVu Sans"/>
                <a:cs typeface="DejaVu Sans"/>
              </a:defRPr>
            </a:lvl7pPr>
            <a:lvl8pPr algn="ctr">
              <a:buNone/>
              <a:defRPr sz="1650" b="0">
                <a:solidFill>
                  <a:srgbClr val="007F86"/>
                </a:solidFill>
                <a:latin typeface="DejaVu Sans"/>
                <a:ea typeface="DejaVu Sans"/>
                <a:cs typeface="DejaVu Sans"/>
              </a:defRPr>
            </a:lvl8pPr>
            <a:lvl9pPr algn="ctr">
              <a:buNone/>
              <a:defRPr sz="1650" b="0">
                <a:solidFill>
                  <a:srgbClr val="007F86"/>
                </a:solidFill>
                <a:latin typeface="DejaVu Sans"/>
                <a:ea typeface="DejaVu Sans"/>
                <a:cs typeface="DejaVu Sans"/>
              </a:defRPr>
            </a:lvl9pPr>
          </a:lstStyle>
          <a:p xmlns:a="http://schemas.openxmlformats.org/drawingml/2006/main">
            <a:pPr algn="ctr">
              <a:lnSpc>
                <a:spcPct val="115000"/>
              </a:lnSpc>
              <a:buNone/>
              <a:defRPr sz="1650" b="0">
                <a:solidFill>
                  <a:srgbClr val="007F86"/>
                </a:solidFill>
                <a:latin typeface="DejaVu Sans"/>
                <a:ea typeface="DejaVu Sans"/>
                <a:cs typeface="DejaVu Sans"/>
              </a:defRPr>
            </a:pPr>
            <a:r>
              <a:rPr sz="1650" b="0">
                <a:solidFill>
                  <a:srgbClr val="007F86"/>
                </a:solidFill>
                <a:latin typeface="DejaVu Sans"/>
                <a:ea typeface="DejaVu Sans"/>
                <a:cs typeface="DejaVu Sans"/>
              </a:rPr>
              <a:t>Preview route</a:t>
            </a:r>
          </a:p>
        </p:txBody>
      </p:sp>
      <p:sp>
        <p:nvSpPr>
          <p:cNvPr id="23" name="text-98">
            <a:extLst xmlns:a="http://schemas.openxmlformats.org/drawingml/2006/main">
              <a:ext uri="{FF2B5EF4-FFF2-40B4-BE49-F238E27FC236}">
                <a16:creationId xmlns:a16="http://schemas.microsoft.com/office/drawing/2014/main" id="{F1170483-6DE8-4DAD-9C14-9F8B84516156}"/>
              </a:ext>
            </a:extLst>
          </p:cNvPr>
          <p:cNvSpPr>
            <a:spLocks xmlns:a="http://schemas.openxmlformats.org/drawingml/2006/main" noGrp="1"/>
          </p:cNvSpPr>
          <p:nvPr/>
        </p:nvSpPr>
        <p:spPr>
          <a:xfrm xmlns:a="http://schemas.openxmlformats.org/drawingml/2006/main">
            <a:off x="609600" y="5705475"/>
            <a:ext cx="109728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526778"/>
                </a:solidFill>
                <a:latin typeface="DejaVu Sans"/>
                <a:ea typeface="DejaVu Sans"/>
                <a:cs typeface="DejaVu Sans"/>
              </a:defRPr>
            </a:defPPr>
            <a:lvl1pPr algn="l">
              <a:buNone/>
              <a:defRPr sz="1875" b="0">
                <a:solidFill>
                  <a:srgbClr val="526778"/>
                </a:solidFill>
                <a:latin typeface="DejaVu Sans"/>
                <a:ea typeface="DejaVu Sans"/>
                <a:cs typeface="DejaVu Sans"/>
              </a:defRPr>
            </a:lvl1pPr>
            <a:lvl2pPr algn="l">
              <a:buNone/>
              <a:defRPr sz="1875" b="0">
                <a:solidFill>
                  <a:srgbClr val="526778"/>
                </a:solidFill>
                <a:latin typeface="DejaVu Sans"/>
                <a:ea typeface="DejaVu Sans"/>
                <a:cs typeface="DejaVu Sans"/>
              </a:defRPr>
            </a:lvl2pPr>
            <a:lvl3pPr algn="l">
              <a:buNone/>
              <a:defRPr sz="1875" b="0">
                <a:solidFill>
                  <a:srgbClr val="526778"/>
                </a:solidFill>
                <a:latin typeface="DejaVu Sans"/>
                <a:ea typeface="DejaVu Sans"/>
                <a:cs typeface="DejaVu Sans"/>
              </a:defRPr>
            </a:lvl3pPr>
            <a:lvl4pPr algn="l">
              <a:buNone/>
              <a:defRPr sz="1875" b="0">
                <a:solidFill>
                  <a:srgbClr val="526778"/>
                </a:solidFill>
                <a:latin typeface="DejaVu Sans"/>
                <a:ea typeface="DejaVu Sans"/>
                <a:cs typeface="DejaVu Sans"/>
              </a:defRPr>
            </a:lvl4pPr>
            <a:lvl5pPr algn="l">
              <a:buNone/>
              <a:defRPr sz="1875" b="0">
                <a:solidFill>
                  <a:srgbClr val="526778"/>
                </a:solidFill>
                <a:latin typeface="DejaVu Sans"/>
                <a:ea typeface="DejaVu Sans"/>
                <a:cs typeface="DejaVu Sans"/>
              </a:defRPr>
            </a:lvl5pPr>
            <a:lvl6pPr algn="l">
              <a:buNone/>
              <a:defRPr sz="1875" b="0">
                <a:solidFill>
                  <a:srgbClr val="526778"/>
                </a:solidFill>
                <a:latin typeface="DejaVu Sans"/>
                <a:ea typeface="DejaVu Sans"/>
                <a:cs typeface="DejaVu Sans"/>
              </a:defRPr>
            </a:lvl6pPr>
            <a:lvl7pPr algn="l">
              <a:buNone/>
              <a:defRPr sz="1875" b="0">
                <a:solidFill>
                  <a:srgbClr val="526778"/>
                </a:solidFill>
                <a:latin typeface="DejaVu Sans"/>
                <a:ea typeface="DejaVu Sans"/>
                <a:cs typeface="DejaVu Sans"/>
              </a:defRPr>
            </a:lvl7pPr>
            <a:lvl8pPr algn="l">
              <a:buNone/>
              <a:defRPr sz="1875" b="0">
                <a:solidFill>
                  <a:srgbClr val="526778"/>
                </a:solidFill>
                <a:latin typeface="DejaVu Sans"/>
                <a:ea typeface="DejaVu Sans"/>
                <a:cs typeface="DejaVu Sans"/>
              </a:defRPr>
            </a:lvl8pPr>
            <a:lvl9pPr algn="l">
              <a:buNone/>
              <a:defRPr sz="1875" b="0">
                <a:solidFill>
                  <a:srgbClr val="526778"/>
                </a:solidFill>
                <a:latin typeface="DejaVu Sans"/>
                <a:ea typeface="DejaVu Sans"/>
                <a:cs typeface="DejaVu Sans"/>
              </a:defRPr>
            </a:lvl9pPr>
          </a:lstStyle>
          <a:p xmlns:a="http://schemas.openxmlformats.org/drawingml/2006/main">
            <a:pPr algn="l">
              <a:lnSpc>
                <a:spcPct val="115000"/>
              </a:lnSpc>
              <a:buNone/>
              <a:defRPr sz="1875" b="0">
                <a:solidFill>
                  <a:srgbClr val="526778"/>
                </a:solidFill>
                <a:latin typeface="DejaVu Sans"/>
                <a:ea typeface="DejaVu Sans"/>
                <a:cs typeface="DejaVu Sans"/>
              </a:defRPr>
            </a:pPr>
            <a:r>
              <a:rPr sz="1875" b="0">
                <a:solidFill>
                  <a:srgbClr val="526778"/>
                </a:solidFill>
                <a:latin typeface="DejaVu Sans"/>
                <a:ea typeface="DejaVu Sans"/>
                <a:cs typeface="DejaVu Sans"/>
              </a:rPr>
              <a:t>Poll recovery scans active states. Explicit resume uses saved settings.</a:t>
            </a:r>
          </a:p>
        </p:txBody>
      </p:sp>
    </p:spTree>
    <p:extLst>
      <p:ext uri="{BB962C8B-B14F-4D97-AF65-F5344CB8AC3E}">
        <p14:creationId xmlns:p14="http://schemas.microsoft.com/office/powerpoint/2010/main" val="638663308"/>
      </p:ext>
    </p:extLst>
  </p:cSld>
</p:sld>
</file>

<file path=ppt/slides/slide23.xml><?xml version="1.0" encoding="utf-8"?>
<p:sld xmlns:p="http://schemas.openxmlformats.org/presentationml/2006/main">
  <p:cSld>
    <p:bg>
      <p:bgPr>
        <a:solidFill xmlns:a="http://schemas.openxmlformats.org/drawingml/2006/main">
          <a:srgbClr val="F6F8FA"/>
        </a:solidFill>
      </p:bgPr>
    </p:bg>
    <p:spTree>
      <p:nvGrpSpPr>
        <p:cNvPr id="1" name=""/>
        <p:cNvGrpSpPr/>
        <p:nvPr/>
      </p:nvGrpSpPr>
      <p:grpSpPr>
        <a:xfrm xmlns:a="http://schemas.openxmlformats.org/drawingml/2006/main"/>
      </p:grpSpPr>
      <p:sp>
        <p:nvSpPr>
          <p:cNvPr id="5" name="slide-title">
            <a:extLst xmlns:a="http://schemas.openxmlformats.org/drawingml/2006/main">
              <a:ext uri="{FF2B5EF4-FFF2-40B4-BE49-F238E27FC236}">
                <a16:creationId xmlns:a16="http://schemas.microsoft.com/office/drawing/2014/main" id="{5430D6A1-FB92-4F48-8F6F-FB3114DB25FF}"/>
              </a:ext>
            </a:extLst>
          </p:cNvPr>
          <p:cNvSpPr>
            <a:spLocks xmlns:a="http://schemas.openxmlformats.org/drawingml/2006/main" noGrp="1"/>
          </p:cNvSpPr>
          <p:nvPr/>
        </p:nvSpPr>
        <p:spPr>
          <a:xfrm xmlns:a="http://schemas.openxmlformats.org/drawingml/2006/main">
            <a:off x="609600" y="438150"/>
            <a:ext cx="109728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300" b="1">
                <a:solidFill>
                  <a:srgbClr val="102A43"/>
                </a:solidFill>
                <a:latin typeface="DejaVu Sans"/>
                <a:ea typeface="DejaVu Sans"/>
                <a:cs typeface="DejaVu Sans"/>
              </a:defRPr>
            </a:defPPr>
            <a:lvl1pPr algn="l">
              <a:buNone/>
              <a:defRPr sz="3300" b="1">
                <a:solidFill>
                  <a:srgbClr val="102A43"/>
                </a:solidFill>
                <a:latin typeface="DejaVu Sans"/>
                <a:ea typeface="DejaVu Sans"/>
                <a:cs typeface="DejaVu Sans"/>
              </a:defRPr>
            </a:lvl1pPr>
            <a:lvl2pPr algn="l">
              <a:buNone/>
              <a:defRPr sz="3300" b="1">
                <a:solidFill>
                  <a:srgbClr val="102A43"/>
                </a:solidFill>
                <a:latin typeface="DejaVu Sans"/>
                <a:ea typeface="DejaVu Sans"/>
                <a:cs typeface="DejaVu Sans"/>
              </a:defRPr>
            </a:lvl2pPr>
            <a:lvl3pPr algn="l">
              <a:buNone/>
              <a:defRPr sz="3300" b="1">
                <a:solidFill>
                  <a:srgbClr val="102A43"/>
                </a:solidFill>
                <a:latin typeface="DejaVu Sans"/>
                <a:ea typeface="DejaVu Sans"/>
                <a:cs typeface="DejaVu Sans"/>
              </a:defRPr>
            </a:lvl3pPr>
            <a:lvl4pPr algn="l">
              <a:buNone/>
              <a:defRPr sz="3300" b="1">
                <a:solidFill>
                  <a:srgbClr val="102A43"/>
                </a:solidFill>
                <a:latin typeface="DejaVu Sans"/>
                <a:ea typeface="DejaVu Sans"/>
                <a:cs typeface="DejaVu Sans"/>
              </a:defRPr>
            </a:lvl4pPr>
            <a:lvl5pPr algn="l">
              <a:buNone/>
              <a:defRPr sz="3300" b="1">
                <a:solidFill>
                  <a:srgbClr val="102A43"/>
                </a:solidFill>
                <a:latin typeface="DejaVu Sans"/>
                <a:ea typeface="DejaVu Sans"/>
                <a:cs typeface="DejaVu Sans"/>
              </a:defRPr>
            </a:lvl5pPr>
            <a:lvl6pPr algn="l">
              <a:buNone/>
              <a:defRPr sz="3300" b="1">
                <a:solidFill>
                  <a:srgbClr val="102A43"/>
                </a:solidFill>
                <a:latin typeface="DejaVu Sans"/>
                <a:ea typeface="DejaVu Sans"/>
                <a:cs typeface="DejaVu Sans"/>
              </a:defRPr>
            </a:lvl6pPr>
            <a:lvl7pPr algn="l">
              <a:buNone/>
              <a:defRPr sz="3300" b="1">
                <a:solidFill>
                  <a:srgbClr val="102A43"/>
                </a:solidFill>
                <a:latin typeface="DejaVu Sans"/>
                <a:ea typeface="DejaVu Sans"/>
                <a:cs typeface="DejaVu Sans"/>
              </a:defRPr>
            </a:lvl7pPr>
            <a:lvl8pPr algn="l">
              <a:buNone/>
              <a:defRPr sz="3300" b="1">
                <a:solidFill>
                  <a:srgbClr val="102A43"/>
                </a:solidFill>
                <a:latin typeface="DejaVu Sans"/>
                <a:ea typeface="DejaVu Sans"/>
                <a:cs typeface="DejaVu Sans"/>
              </a:defRPr>
            </a:lvl8pPr>
            <a:lvl9pPr algn="l">
              <a:buNone/>
              <a:defRPr sz="3300" b="1">
                <a:solidFill>
                  <a:srgbClr val="102A43"/>
                </a:solidFill>
                <a:latin typeface="DejaVu Sans"/>
                <a:ea typeface="DejaVu Sans"/>
                <a:cs typeface="DejaVu Sans"/>
              </a:defRPr>
            </a:lvl9pPr>
          </a:lstStyle>
          <a:p xmlns:a="http://schemas.openxmlformats.org/drawingml/2006/main">
            <a:pPr algn="l">
              <a:lnSpc>
                <a:spcPct val="115000"/>
              </a:lnSpc>
              <a:buNone/>
              <a:defRPr sz="3300" b="1">
                <a:solidFill>
                  <a:srgbClr val="102A43"/>
                </a:solidFill>
                <a:latin typeface="DejaVu Sans"/>
                <a:ea typeface="DejaVu Sans"/>
                <a:cs typeface="DejaVu Sans"/>
              </a:defRPr>
            </a:pPr>
            <a:r>
              <a:rPr sz="3300" b="1">
                <a:solidFill>
                  <a:srgbClr val="102A43"/>
                </a:solidFill>
                <a:latin typeface="DejaVu Sans"/>
                <a:ea typeface="DejaVu Sans"/>
                <a:cs typeface="DejaVu Sans"/>
              </a:rPr>
              <a:t>Code responsibilities</a:t>
            </a:r>
          </a:p>
        </p:txBody>
      </p:sp>
      <p:sp>
        <p:nvSpPr>
          <p:cNvPr id="2" name="text-75">
            <a:extLst xmlns:a="http://schemas.openxmlformats.org/drawingml/2006/main">
              <a:ext uri="{FF2B5EF4-FFF2-40B4-BE49-F238E27FC236}">
                <a16:creationId xmlns:a16="http://schemas.microsoft.com/office/drawing/2014/main" id="{88CD380D-AB3E-4F39-ADDE-E392FD1DDC54}"/>
              </a:ext>
            </a:extLst>
          </p:cNvPr>
          <p:cNvSpPr>
            <a:spLocks xmlns:a="http://schemas.openxmlformats.org/drawingml/2006/main" noGrp="1"/>
          </p:cNvSpPr>
          <p:nvPr/>
        </p:nvSpPr>
        <p:spPr>
          <a:xfrm xmlns:a="http://schemas.openxmlformats.org/drawingml/2006/main">
            <a:off x="609600" y="1371600"/>
            <a:ext cx="109728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526778"/>
                </a:solidFill>
                <a:latin typeface="DejaVu Sans"/>
                <a:ea typeface="DejaVu Sans"/>
                <a:cs typeface="DejaVu Sans"/>
              </a:defRPr>
            </a:defPPr>
            <a:lvl1pPr algn="l">
              <a:buNone/>
              <a:defRPr sz="1875" b="0">
                <a:solidFill>
                  <a:srgbClr val="526778"/>
                </a:solidFill>
                <a:latin typeface="DejaVu Sans"/>
                <a:ea typeface="DejaVu Sans"/>
                <a:cs typeface="DejaVu Sans"/>
              </a:defRPr>
            </a:lvl1pPr>
            <a:lvl2pPr algn="l">
              <a:buNone/>
              <a:defRPr sz="1875" b="0">
                <a:solidFill>
                  <a:srgbClr val="526778"/>
                </a:solidFill>
                <a:latin typeface="DejaVu Sans"/>
                <a:ea typeface="DejaVu Sans"/>
                <a:cs typeface="DejaVu Sans"/>
              </a:defRPr>
            </a:lvl2pPr>
            <a:lvl3pPr algn="l">
              <a:buNone/>
              <a:defRPr sz="1875" b="0">
                <a:solidFill>
                  <a:srgbClr val="526778"/>
                </a:solidFill>
                <a:latin typeface="DejaVu Sans"/>
                <a:ea typeface="DejaVu Sans"/>
                <a:cs typeface="DejaVu Sans"/>
              </a:defRPr>
            </a:lvl3pPr>
            <a:lvl4pPr algn="l">
              <a:buNone/>
              <a:defRPr sz="1875" b="0">
                <a:solidFill>
                  <a:srgbClr val="526778"/>
                </a:solidFill>
                <a:latin typeface="DejaVu Sans"/>
                <a:ea typeface="DejaVu Sans"/>
                <a:cs typeface="DejaVu Sans"/>
              </a:defRPr>
            </a:lvl4pPr>
            <a:lvl5pPr algn="l">
              <a:buNone/>
              <a:defRPr sz="1875" b="0">
                <a:solidFill>
                  <a:srgbClr val="526778"/>
                </a:solidFill>
                <a:latin typeface="DejaVu Sans"/>
                <a:ea typeface="DejaVu Sans"/>
                <a:cs typeface="DejaVu Sans"/>
              </a:defRPr>
            </a:lvl5pPr>
            <a:lvl6pPr algn="l">
              <a:buNone/>
              <a:defRPr sz="1875" b="0">
                <a:solidFill>
                  <a:srgbClr val="526778"/>
                </a:solidFill>
                <a:latin typeface="DejaVu Sans"/>
                <a:ea typeface="DejaVu Sans"/>
                <a:cs typeface="DejaVu Sans"/>
              </a:defRPr>
            </a:lvl6pPr>
            <a:lvl7pPr algn="l">
              <a:buNone/>
              <a:defRPr sz="1875" b="0">
                <a:solidFill>
                  <a:srgbClr val="526778"/>
                </a:solidFill>
                <a:latin typeface="DejaVu Sans"/>
                <a:ea typeface="DejaVu Sans"/>
                <a:cs typeface="DejaVu Sans"/>
              </a:defRPr>
            </a:lvl7pPr>
            <a:lvl8pPr algn="l">
              <a:buNone/>
              <a:defRPr sz="1875" b="0">
                <a:solidFill>
                  <a:srgbClr val="526778"/>
                </a:solidFill>
                <a:latin typeface="DejaVu Sans"/>
                <a:ea typeface="DejaVu Sans"/>
                <a:cs typeface="DejaVu Sans"/>
              </a:defRPr>
            </a:lvl8pPr>
            <a:lvl9pPr algn="l">
              <a:buNone/>
              <a:defRPr sz="1875" b="0">
                <a:solidFill>
                  <a:srgbClr val="526778"/>
                </a:solidFill>
                <a:latin typeface="DejaVu Sans"/>
                <a:ea typeface="DejaVu Sans"/>
                <a:cs typeface="DejaVu Sans"/>
              </a:defRPr>
            </a:lvl9pPr>
          </a:lstStyle>
          <a:p xmlns:a="http://schemas.openxmlformats.org/drawingml/2006/main">
            <a:pPr algn="l">
              <a:lnSpc>
                <a:spcPct val="115000"/>
              </a:lnSpc>
              <a:buNone/>
              <a:defRPr sz="1875" b="0">
                <a:solidFill>
                  <a:srgbClr val="526778"/>
                </a:solidFill>
                <a:latin typeface="DejaVu Sans"/>
                <a:ea typeface="DejaVu Sans"/>
                <a:cs typeface="DejaVu Sans"/>
              </a:defRPr>
            </a:pPr>
            <a:r>
              <a:rPr sz="1875" b="0">
                <a:solidFill>
                  <a:srgbClr val="526778"/>
                </a:solidFill>
                <a:latin typeface="DejaVu Sans"/>
                <a:ea typeface="DejaVu Sans"/>
                <a:cs typeface="DejaVu Sans"/>
              </a:rPr>
              <a:t>The new consent package leaves physical parsing independent.</a:t>
            </a:r>
          </a:p>
        </p:txBody>
      </p:sp>
      <p:sp>
        <p:nvSpPr>
          <p:cNvPr id="3" name="slide-number">
            <a:extLst xmlns:a="http://schemas.openxmlformats.org/drawingml/2006/main">
              <a:ext uri="{FF2B5EF4-FFF2-40B4-BE49-F238E27FC236}">
                <a16:creationId xmlns:a16="http://schemas.microsoft.com/office/drawing/2014/main" id="{14EF6D7C-E38B-4F51-A395-45010262C491}"/>
              </a:ext>
            </a:extLst>
          </p:cNvPr>
          <p:cNvSpPr>
            <a:spLocks xmlns:a="http://schemas.openxmlformats.org/drawingml/2006/main" noGrp="1"/>
          </p:cNvSpPr>
          <p:nvPr/>
        </p:nvSpPr>
        <p:spPr>
          <a:xfrm xmlns:a="http://schemas.openxmlformats.org/drawingml/2006/main">
            <a:off x="11182350" y="6391275"/>
            <a:ext cx="4000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275" b="0">
                <a:solidFill>
                  <a:srgbClr val="526778"/>
                </a:solidFill>
                <a:latin typeface="DejaVu Sans"/>
                <a:ea typeface="DejaVu Sans"/>
                <a:cs typeface="DejaVu Sans"/>
              </a:defRPr>
            </a:defPPr>
            <a:lvl1pPr algn="r">
              <a:buNone/>
              <a:defRPr sz="1275" b="0">
                <a:solidFill>
                  <a:srgbClr val="526778"/>
                </a:solidFill>
                <a:latin typeface="DejaVu Sans"/>
                <a:ea typeface="DejaVu Sans"/>
                <a:cs typeface="DejaVu Sans"/>
              </a:defRPr>
            </a:lvl1pPr>
            <a:lvl2pPr algn="r">
              <a:buNone/>
              <a:defRPr sz="1275" b="0">
                <a:solidFill>
                  <a:srgbClr val="526778"/>
                </a:solidFill>
                <a:latin typeface="DejaVu Sans"/>
                <a:ea typeface="DejaVu Sans"/>
                <a:cs typeface="DejaVu Sans"/>
              </a:defRPr>
            </a:lvl2pPr>
            <a:lvl3pPr algn="r">
              <a:buNone/>
              <a:defRPr sz="1275" b="0">
                <a:solidFill>
                  <a:srgbClr val="526778"/>
                </a:solidFill>
                <a:latin typeface="DejaVu Sans"/>
                <a:ea typeface="DejaVu Sans"/>
                <a:cs typeface="DejaVu Sans"/>
              </a:defRPr>
            </a:lvl3pPr>
            <a:lvl4pPr algn="r">
              <a:buNone/>
              <a:defRPr sz="1275" b="0">
                <a:solidFill>
                  <a:srgbClr val="526778"/>
                </a:solidFill>
                <a:latin typeface="DejaVu Sans"/>
                <a:ea typeface="DejaVu Sans"/>
                <a:cs typeface="DejaVu Sans"/>
              </a:defRPr>
            </a:lvl4pPr>
            <a:lvl5pPr algn="r">
              <a:buNone/>
              <a:defRPr sz="1275" b="0">
                <a:solidFill>
                  <a:srgbClr val="526778"/>
                </a:solidFill>
                <a:latin typeface="DejaVu Sans"/>
                <a:ea typeface="DejaVu Sans"/>
                <a:cs typeface="DejaVu Sans"/>
              </a:defRPr>
            </a:lvl5pPr>
            <a:lvl6pPr algn="r">
              <a:buNone/>
              <a:defRPr sz="1275" b="0">
                <a:solidFill>
                  <a:srgbClr val="526778"/>
                </a:solidFill>
                <a:latin typeface="DejaVu Sans"/>
                <a:ea typeface="DejaVu Sans"/>
                <a:cs typeface="DejaVu Sans"/>
              </a:defRPr>
            </a:lvl6pPr>
            <a:lvl7pPr algn="r">
              <a:buNone/>
              <a:defRPr sz="1275" b="0">
                <a:solidFill>
                  <a:srgbClr val="526778"/>
                </a:solidFill>
                <a:latin typeface="DejaVu Sans"/>
                <a:ea typeface="DejaVu Sans"/>
                <a:cs typeface="DejaVu Sans"/>
              </a:defRPr>
            </a:lvl7pPr>
            <a:lvl8pPr algn="r">
              <a:buNone/>
              <a:defRPr sz="1275" b="0">
                <a:solidFill>
                  <a:srgbClr val="526778"/>
                </a:solidFill>
                <a:latin typeface="DejaVu Sans"/>
                <a:ea typeface="DejaVu Sans"/>
                <a:cs typeface="DejaVu Sans"/>
              </a:defRPr>
            </a:lvl8pPr>
            <a:lvl9pPr algn="r">
              <a:buNone/>
              <a:defRPr sz="1275" b="0">
                <a:solidFill>
                  <a:srgbClr val="526778"/>
                </a:solidFill>
                <a:latin typeface="DejaVu Sans"/>
                <a:ea typeface="DejaVu Sans"/>
                <a:cs typeface="DejaVu Sans"/>
              </a:defRPr>
            </a:lvl9pPr>
          </a:lstStyle>
          <a:p xmlns:a="http://schemas.openxmlformats.org/drawingml/2006/main">
            <a:pPr algn="r">
              <a:lnSpc>
                <a:spcPct val="115000"/>
              </a:lnSpc>
              <a:buNone/>
              <a:defRPr sz="1275" b="0">
                <a:solidFill>
                  <a:srgbClr val="526778"/>
                </a:solidFill>
                <a:latin typeface="DejaVu Sans"/>
                <a:ea typeface="DejaVu Sans"/>
                <a:cs typeface="DejaVu Sans"/>
              </a:defRPr>
            </a:pPr>
            <a:r>
              <a:rPr sz="1275" b="0">
                <a:solidFill>
                  <a:srgbClr val="526778"/>
                </a:solidFill>
                <a:latin typeface="DejaVu Sans"/>
                <a:ea typeface="DejaVu Sans"/>
                <a:cs typeface="DejaVu Sans"/>
              </a:rPr>
              <a:t>23</a:t>
            </a:r>
          </a:p>
        </p:txBody>
      </p:sp>
      <p:graphicFrame>
        <p:nvGraphicFramePr>
          <p:cNvPr id="4" name="">
            <a:extLst xmlns:a="http://schemas.openxmlformats.org/drawingml/2006/main">
              <a:ext uri="{FF2B5EF4-FFF2-40B4-BE49-F238E27FC236}">
                <a16:creationId xmlns:a16="http://schemas.microsoft.com/office/drawing/2014/main" id="{06B57FF9-6184-4E98-9AA1-E695EDC9A85E}"/>
              </a:ext>
            </a:extLst>
          </p:cNvPr>
          <p:cNvGraphicFramePr/>
          <p:nvPr/>
        </p:nvGraphicFramePr>
        <p:xfrm>
          <a:off xmlns:a="http://schemas.openxmlformats.org/drawingml/2006/main" x="609600" y="2000250"/>
          <a:ext xmlns:a="http://schemas.openxmlformats.org/drawingml/2006/main" cx="10972800" cy="4171950"/>
        </p:xfrm>
        <a:graphic xmlns:a="http://schemas.openxmlformats.org/drawingml/2006/main">
          <a:graphicData uri="http://schemas.openxmlformats.org/drawingml/2006/table">
            <a:tbl>
              <a:tblPr/>
              <a:tblGrid>
                <a:gridCol w="2286000"/>
                <a:gridCol w="4857750"/>
                <a:gridCol w="3829050"/>
              </a:tblGrid>
              <a:tr h="695325">
                <a:tc>
                  <a:txBody>
                    <a:bodyPr wrap="square" lIns="76200" tIns="76200" rIns="76200" bIns="76200">
                      <a:noAutofit/>
                    </a:bodyPr>
                    <a:lstStyle/>
                    <a:p>
                      <a:r>
                        <a:rPr sz="1725" b="1">
                          <a:solidFill>
                            <a:srgbClr val="FFFFFF"/>
                          </a:solidFill>
                          <a:latin typeface="DejaVu Sans"/>
                          <a:ea typeface="DejaVu Sans"/>
                          <a:cs typeface="DejaVu Sans"/>
                        </a:rPr>
                        <a:t>Package</a:t>
                      </a:r>
                    </a:p>
                  </a:txBody>
                  <a:tcPr marL="91440" marR="91440" marT="45720" marB="45720" anchor="ctr">
                    <a:lnL w="7620">
                      <a:solidFill>
                        <a:srgbClr val="DAE3E9"/>
                      </a:solidFill>
                      <a:prstDash val="solid"/>
                    </a:lnL>
                    <a:lnR w="7620">
                      <a:solidFill>
                        <a:srgbClr val="DAE3E9"/>
                      </a:solidFill>
                      <a:prstDash val="solid"/>
                    </a:lnR>
                    <a:lnT w="7620">
                      <a:solidFill>
                        <a:srgbClr val="DAE3E9"/>
                      </a:solidFill>
                      <a:prstDash val="solid"/>
                    </a:lnT>
                    <a:lnB w="7620">
                      <a:solidFill>
                        <a:srgbClr val="DAE3E9"/>
                      </a:solidFill>
                      <a:prstDash val="solid"/>
                    </a:lnB>
                    <a:solidFill>
                      <a:srgbClr val="102A43"/>
                    </a:solidFill>
                  </a:tcPr>
                </a:tc>
                <a:tc>
                  <a:txBody>
                    <a:bodyPr wrap="square" lIns="76200" tIns="76200" rIns="76200" bIns="76200">
                      <a:noAutofit/>
                    </a:bodyPr>
                    <a:lstStyle/>
                    <a:p>
                      <a:r>
                        <a:rPr sz="1725" b="1">
                          <a:solidFill>
                            <a:srgbClr val="FFFFFF"/>
                          </a:solidFill>
                          <a:latin typeface="DejaVu Sans"/>
                          <a:ea typeface="DejaVu Sans"/>
                          <a:cs typeface="DejaVu Sans"/>
                        </a:rPr>
                        <a:t>Main responsibility</a:t>
                      </a:r>
                    </a:p>
                  </a:txBody>
                  <a:tcPr marL="91440" marR="91440" marT="45720" marB="45720" anchor="ctr">
                    <a:lnR w="7620">
                      <a:solidFill>
                        <a:srgbClr val="DAE3E9"/>
                      </a:solidFill>
                      <a:prstDash val="solid"/>
                    </a:lnR>
                    <a:lnT w="7620">
                      <a:solidFill>
                        <a:srgbClr val="DAE3E9"/>
                      </a:solidFill>
                      <a:prstDash val="solid"/>
                    </a:lnT>
                    <a:lnB w="7620">
                      <a:solidFill>
                        <a:srgbClr val="DAE3E9"/>
                      </a:solidFill>
                      <a:prstDash val="solid"/>
                    </a:lnB>
                    <a:solidFill>
                      <a:srgbClr val="102A43"/>
                    </a:solidFill>
                  </a:tcPr>
                </a:tc>
                <a:tc>
                  <a:txBody>
                    <a:bodyPr wrap="square" lIns="76200" tIns="76200" rIns="76200" bIns="76200">
                      <a:noAutofit/>
                    </a:bodyPr>
                    <a:lstStyle/>
                    <a:p>
                      <a:r>
                        <a:rPr sz="1725" b="1">
                          <a:solidFill>
                            <a:srgbClr val="FFFFFF"/>
                          </a:solidFill>
                          <a:latin typeface="DejaVu Sans"/>
                          <a:ea typeface="DejaVu Sans"/>
                          <a:cs typeface="DejaVu Sans"/>
                        </a:rPr>
                        <a:t>Entry</a:t>
                      </a:r>
                    </a:p>
                  </a:txBody>
                  <a:tcPr marL="91440" marR="91440" marT="45720" marB="45720" anchor="ctr">
                    <a:lnR w="7620">
                      <a:solidFill>
                        <a:srgbClr val="DAE3E9"/>
                      </a:solidFill>
                      <a:prstDash val="solid"/>
                    </a:lnR>
                    <a:lnT w="7620">
                      <a:solidFill>
                        <a:srgbClr val="DAE3E9"/>
                      </a:solidFill>
                      <a:prstDash val="solid"/>
                    </a:lnT>
                    <a:lnB w="7620">
                      <a:solidFill>
                        <a:srgbClr val="DAE3E9"/>
                      </a:solidFill>
                      <a:prstDash val="solid"/>
                    </a:lnB>
                    <a:solidFill>
                      <a:srgbClr val="102A43"/>
                    </a:solidFill>
                  </a:tcPr>
                </a:tc>
              </a:tr>
              <a:tr h="695325">
                <a:tc>
                  <a:txBody>
                    <a:bodyPr wrap="square" lIns="76200" tIns="76200" rIns="76200" bIns="76200">
                      <a:noAutofit/>
                    </a:bodyPr>
                    <a:lstStyle/>
                    <a:p>
                      <a:r>
                        <a:rPr sz="1725" b="0">
                          <a:solidFill>
                            <a:srgbClr val="102A43"/>
                          </a:solidFill>
                          <a:latin typeface="DejaVu Sans"/>
                          <a:ea typeface="DejaVu Sans"/>
                          <a:cs typeface="DejaVu Sans"/>
                        </a:rPr>
                        <a:t>config / source</a:t>
                      </a:r>
                    </a:p>
                  </a:txBody>
                  <a:tcPr marL="91440" marR="91440" marT="45720" marB="45720" anchor="ctr">
                    <a:lnL w="7620">
                      <a:solidFill>
                        <a:srgbClr val="DAE3E9"/>
                      </a:solidFill>
                      <a:prstDash val="solid"/>
                    </a:lnL>
                    <a:lnR w="7620">
                      <a:solidFill>
                        <a:srgbClr val="DAE3E9"/>
                      </a:solidFill>
                      <a:prstDash val="solid"/>
                    </a:lnR>
                    <a:lnB w="7620">
                      <a:solidFill>
                        <a:srgbClr val="DAE3E9"/>
                      </a:solidFill>
                      <a:prstDash val="solid"/>
                    </a:lnB>
                    <a:solidFill>
                      <a:srgbClr val="FFFFFF"/>
                    </a:solidFill>
                  </a:tcPr>
                </a:tc>
                <a:tc>
                  <a:txBody>
                    <a:bodyPr wrap="square" lIns="76200" tIns="76200" rIns="76200" bIns="76200">
                      <a:noAutofit/>
                    </a:bodyPr>
                    <a:lstStyle/>
                    <a:p>
                      <a:r>
                        <a:rPr sz="1725" b="0">
                          <a:solidFill>
                            <a:srgbClr val="102A43"/>
                          </a:solidFill>
                          <a:latin typeface="DejaVu Sans"/>
                          <a:ea typeface="DejaVu Sans"/>
                          <a:cs typeface="DejaVu Sans"/>
                        </a:rPr>
                        <a:t>Profiles, parsing and normalization</a:t>
                      </a:r>
                    </a:p>
                  </a:txBody>
                  <a:tcPr marL="91440" marR="91440" marT="45720" marB="45720" anchor="ctr">
                    <a:lnR w="7620">
                      <a:solidFill>
                        <a:srgbClr val="DAE3E9"/>
                      </a:solidFill>
                      <a:prstDash val="solid"/>
                    </a:lnR>
                    <a:lnB w="7620">
                      <a:solidFill>
                        <a:srgbClr val="DAE3E9"/>
                      </a:solidFill>
                      <a:prstDash val="solid"/>
                    </a:lnB>
                    <a:solidFill>
                      <a:srgbClr val="FFFFFF"/>
                    </a:solidFill>
                  </a:tcPr>
                </a:tc>
                <a:tc>
                  <a:txBody>
                    <a:bodyPr wrap="square" lIns="76200" tIns="76200" rIns="76200" bIns="76200">
                      <a:noAutofit/>
                    </a:bodyPr>
                    <a:lstStyle/>
                    <a:p>
                      <a:r>
                        <a:rPr sz="1725" b="0">
                          <a:solidFill>
                            <a:srgbClr val="102A43"/>
                          </a:solidFill>
                          <a:latin typeface="DejaVu Sans"/>
                          <a:ea typeface="DejaVu Sans"/>
                          <a:cs typeface="DejaVu Sans"/>
                        </a:rPr>
                        <a:t>Profile / FileFormatAdapter</a:t>
                      </a:r>
                    </a:p>
                  </a:txBody>
                  <a:tcPr marL="91440" marR="91440" marT="45720" marB="45720" anchor="ctr">
                    <a:lnR w="7620">
                      <a:solidFill>
                        <a:srgbClr val="DAE3E9"/>
                      </a:solidFill>
                      <a:prstDash val="solid"/>
                    </a:lnR>
                    <a:lnB w="7620">
                      <a:solidFill>
                        <a:srgbClr val="DAE3E9"/>
                      </a:solidFill>
                      <a:prstDash val="solid"/>
                    </a:lnB>
                    <a:solidFill>
                      <a:srgbClr val="FFFFFF"/>
                    </a:solidFill>
                  </a:tcPr>
                </a:tc>
              </a:tr>
              <a:tr h="695325">
                <a:tc>
                  <a:txBody>
                    <a:bodyPr wrap="square" lIns="76200" tIns="76200" rIns="76200" bIns="76200">
                      <a:noAutofit/>
                    </a:bodyPr>
                    <a:lstStyle/>
                    <a:p>
                      <a:r>
                        <a:rPr sz="1725" b="0">
                          <a:solidFill>
                            <a:srgbClr val="102A43"/>
                          </a:solidFill>
                          <a:latin typeface="DejaVu Sans"/>
                          <a:ea typeface="DejaVu Sans"/>
                          <a:cs typeface="DejaVu Sans"/>
                        </a:rPr>
                        <a:t>consent</a:t>
                      </a:r>
                    </a:p>
                  </a:txBody>
                  <a:tcPr marL="91440" marR="91440" marT="45720" marB="45720" anchor="ctr">
                    <a:lnL w="7620">
                      <a:solidFill>
                        <a:srgbClr val="DAE3E9"/>
                      </a:solidFill>
                      <a:prstDash val="solid"/>
                    </a:lnL>
                    <a:lnR w="7620">
                      <a:solidFill>
                        <a:srgbClr val="DAE3E9"/>
                      </a:solidFill>
                      <a:prstDash val="solid"/>
                    </a:lnR>
                    <a:lnB w="7620">
                      <a:solidFill>
                        <a:srgbClr val="DAE3E9"/>
                      </a:solidFill>
                      <a:prstDash val="solid"/>
                    </a:lnB>
                    <a:solidFill>
                      <a:srgbClr val="EDF2F5"/>
                    </a:solidFill>
                  </a:tcPr>
                </a:tc>
                <a:tc>
                  <a:txBody>
                    <a:bodyPr wrap="square" lIns="76200" tIns="76200" rIns="76200" bIns="76200">
                      <a:noAutofit/>
                    </a:bodyPr>
                    <a:lstStyle/>
                    <a:p>
                      <a:r>
                        <a:rPr sz="1725" b="0">
                          <a:solidFill>
                            <a:srgbClr val="102A43"/>
                          </a:solidFill>
                          <a:latin typeface="DejaVu Sans"/>
                          <a:ea typeface="DejaVu Sans"/>
                          <a:cs typeface="DejaVu Sans"/>
                        </a:rPr>
                        <a:t>Consent entries and member arrays</a:t>
                      </a:r>
                    </a:p>
                  </a:txBody>
                  <a:tcPr marL="91440" marR="91440" marT="45720" marB="45720" anchor="ctr">
                    <a:lnR w="7620">
                      <a:solidFill>
                        <a:srgbClr val="DAE3E9"/>
                      </a:solidFill>
                      <a:prstDash val="solid"/>
                    </a:lnR>
                    <a:lnB w="7620">
                      <a:solidFill>
                        <a:srgbClr val="DAE3E9"/>
                      </a:solidFill>
                      <a:prstDash val="solid"/>
                    </a:lnB>
                    <a:solidFill>
                      <a:srgbClr val="EDF2F5"/>
                    </a:solidFill>
                  </a:tcPr>
                </a:tc>
                <a:tc>
                  <a:txBody>
                    <a:bodyPr wrap="square" lIns="76200" tIns="76200" rIns="76200" bIns="76200">
                      <a:noAutofit/>
                    </a:bodyPr>
                    <a:lstStyle/>
                    <a:p>
                      <a:r>
                        <a:rPr sz="1725" b="0">
                          <a:solidFill>
                            <a:srgbClr val="102A43"/>
                          </a:solidFill>
                          <a:latin typeface="DejaVu Sans"/>
                          <a:ea typeface="DejaVu Sans"/>
                          <a:cs typeface="DejaVu Sans"/>
                        </a:rPr>
                        <a:t>ConsentRequestPlanner</a:t>
                      </a:r>
                    </a:p>
                  </a:txBody>
                  <a:tcPr marL="91440" marR="91440" marT="45720" marB="45720" anchor="ctr">
                    <a:lnR w="7620">
                      <a:solidFill>
                        <a:srgbClr val="DAE3E9"/>
                      </a:solidFill>
                      <a:prstDash val="solid"/>
                    </a:lnR>
                    <a:lnB w="7620">
                      <a:solidFill>
                        <a:srgbClr val="DAE3E9"/>
                      </a:solidFill>
                      <a:prstDash val="solid"/>
                    </a:lnB>
                    <a:solidFill>
                      <a:srgbClr val="EDF2F5"/>
                    </a:solidFill>
                  </a:tcPr>
                </a:tc>
              </a:tr>
              <a:tr h="695325">
                <a:tc>
                  <a:txBody>
                    <a:bodyPr wrap="square" lIns="76200" tIns="76200" rIns="76200" bIns="76200">
                      <a:noAutofit/>
                    </a:bodyPr>
                    <a:lstStyle/>
                    <a:p>
                      <a:r>
                        <a:rPr sz="1725" b="0">
                          <a:solidFill>
                            <a:srgbClr val="102A43"/>
                          </a:solidFill>
                          <a:latin typeface="DejaVu Sans"/>
                          <a:ea typeface="DejaVu Sans"/>
                          <a:cs typeface="DejaVu Sans"/>
                        </a:rPr>
                        <a:t>consent</a:t>
                      </a:r>
                    </a:p>
                  </a:txBody>
                  <a:tcPr marL="91440" marR="91440" marT="45720" marB="45720" anchor="ctr">
                    <a:lnL w="7620">
                      <a:solidFill>
                        <a:srgbClr val="DAE3E9"/>
                      </a:solidFill>
                      <a:prstDash val="solid"/>
                    </a:lnL>
                    <a:lnR w="7620">
                      <a:solidFill>
                        <a:srgbClr val="DAE3E9"/>
                      </a:solidFill>
                      <a:prstDash val="solid"/>
                    </a:lnR>
                    <a:lnB w="7620">
                      <a:solidFill>
                        <a:srgbClr val="DAE3E9"/>
                      </a:solidFill>
                      <a:prstDash val="solid"/>
                    </a:lnB>
                    <a:solidFill>
                      <a:srgbClr val="FFFFFF"/>
                    </a:solidFill>
                  </a:tcPr>
                </a:tc>
                <a:tc>
                  <a:txBody>
                    <a:bodyPr wrap="square" lIns="76200" tIns="76200" rIns="76200" bIns="76200">
                      <a:noAutofit/>
                    </a:bodyPr>
                    <a:lstStyle/>
                    <a:p>
                      <a:r>
                        <a:rPr sz="1725" b="0">
                          <a:solidFill>
                            <a:srgbClr val="102A43"/>
                          </a:solidFill>
                          <a:latin typeface="DejaVu Sans"/>
                          <a:ea typeface="DejaVu Sans"/>
                          <a:cs typeface="DejaVu Sans"/>
                        </a:rPr>
                        <a:t>Company lookup integration</a:t>
                      </a:r>
                    </a:p>
                  </a:txBody>
                  <a:tcPr marL="91440" marR="91440" marT="45720" marB="45720" anchor="ctr">
                    <a:lnR w="7620">
                      <a:solidFill>
                        <a:srgbClr val="DAE3E9"/>
                      </a:solidFill>
                      <a:prstDash val="solid"/>
                    </a:lnR>
                    <a:lnB w="7620">
                      <a:solidFill>
                        <a:srgbClr val="DAE3E9"/>
                      </a:solidFill>
                      <a:prstDash val="solid"/>
                    </a:lnB>
                    <a:solidFill>
                      <a:srgbClr val="FFFFFF"/>
                    </a:solidFill>
                  </a:tcPr>
                </a:tc>
                <a:tc>
                  <a:txBody>
                    <a:bodyPr wrap="square" lIns="76200" tIns="76200" rIns="76200" bIns="76200">
                      <a:noAutofit/>
                    </a:bodyPr>
                    <a:lstStyle/>
                    <a:p>
                      <a:r>
                        <a:rPr sz="1725" b="0">
                          <a:solidFill>
                            <a:srgbClr val="102A43"/>
                          </a:solidFill>
                          <a:latin typeface="DejaVu Sans"/>
                          <a:ea typeface="DejaVu Sans"/>
                          <a:cs typeface="DejaVu Sans"/>
                        </a:rPr>
                        <a:t>MemberResolver</a:t>
                      </a:r>
                    </a:p>
                  </a:txBody>
                  <a:tcPr marL="91440" marR="91440" marT="45720" marB="45720" anchor="ctr">
                    <a:lnR w="7620">
                      <a:solidFill>
                        <a:srgbClr val="DAE3E9"/>
                      </a:solidFill>
                      <a:prstDash val="solid"/>
                    </a:lnR>
                    <a:lnB w="7620">
                      <a:solidFill>
                        <a:srgbClr val="DAE3E9"/>
                      </a:solidFill>
                      <a:prstDash val="solid"/>
                    </a:lnB>
                    <a:solidFill>
                      <a:srgbClr val="FFFFFF"/>
                    </a:solidFill>
                  </a:tcPr>
                </a:tc>
              </a:tr>
              <a:tr h="695325">
                <a:tc>
                  <a:txBody>
                    <a:bodyPr wrap="square" lIns="76200" tIns="76200" rIns="76200" bIns="76200">
                      <a:noAutofit/>
                    </a:bodyPr>
                    <a:lstStyle/>
                    <a:p>
                      <a:r>
                        <a:rPr sz="1725" b="0">
                          <a:solidFill>
                            <a:srgbClr val="102A43"/>
                          </a:solidFill>
                          <a:latin typeface="DejaVu Sans"/>
                          <a:ea typeface="DejaVu Sans"/>
                          <a:cs typeface="DejaVu Sans"/>
                        </a:rPr>
                        <a:t>consent / processing</a:t>
                      </a:r>
                    </a:p>
                  </a:txBody>
                  <a:tcPr marL="91440" marR="91440" marT="45720" marB="45720" anchor="ctr">
                    <a:lnL w="7620">
                      <a:solidFill>
                        <a:srgbClr val="DAE3E9"/>
                      </a:solidFill>
                      <a:prstDash val="solid"/>
                    </a:lnL>
                    <a:lnR w="7620">
                      <a:solidFill>
                        <a:srgbClr val="DAE3E9"/>
                      </a:solidFill>
                      <a:prstDash val="solid"/>
                    </a:lnR>
                    <a:lnB w="7620">
                      <a:solidFill>
                        <a:srgbClr val="DAE3E9"/>
                      </a:solidFill>
                      <a:prstDash val="solid"/>
                    </a:lnB>
                    <a:solidFill>
                      <a:srgbClr val="EDF2F5"/>
                    </a:solidFill>
                  </a:tcPr>
                </a:tc>
                <a:tc>
                  <a:txBody>
                    <a:bodyPr wrap="square" lIns="76200" tIns="76200" rIns="76200" bIns="76200">
                      <a:noAutofit/>
                    </a:bodyPr>
                    <a:lstStyle/>
                    <a:p>
                      <a:r>
                        <a:rPr sz="1725" b="0">
                          <a:solidFill>
                            <a:srgbClr val="102A43"/>
                          </a:solidFill>
                          <a:latin typeface="DejaVu Sans"/>
                          <a:ea typeface="DejaVu Sans"/>
                          <a:cs typeface="DejaVu Sans"/>
                        </a:rPr>
                        <a:t>Frozen plans and staged delivery</a:t>
                      </a:r>
                    </a:p>
                  </a:txBody>
                  <a:tcPr marL="91440" marR="91440" marT="45720" marB="45720" anchor="ctr">
                    <a:lnR w="7620">
                      <a:solidFill>
                        <a:srgbClr val="DAE3E9"/>
                      </a:solidFill>
                      <a:prstDash val="solid"/>
                    </a:lnR>
                    <a:lnB w="7620">
                      <a:solidFill>
                        <a:srgbClr val="DAE3E9"/>
                      </a:solidFill>
                      <a:prstDash val="solid"/>
                    </a:lnB>
                    <a:solidFill>
                      <a:srgbClr val="EDF2F5"/>
                    </a:solidFill>
                  </a:tcPr>
                </a:tc>
                <a:tc>
                  <a:txBody>
                    <a:bodyPr wrap="square" lIns="76200" tIns="76200" rIns="76200" bIns="76200">
                      <a:noAutofit/>
                    </a:bodyPr>
                    <a:lstStyle/>
                    <a:p>
                      <a:r>
                        <a:rPr sz="1725" b="0">
                          <a:solidFill>
                            <a:srgbClr val="102A43"/>
                          </a:solidFill>
                          <a:latin typeface="DejaVu Sans"/>
                          <a:ea typeface="DejaVu Sans"/>
                          <a:cs typeface="DejaVu Sans"/>
                        </a:rPr>
                        <a:t>ConsentPlanStore / FileProcessor</a:t>
                      </a:r>
                    </a:p>
                  </a:txBody>
                  <a:tcPr marL="91440" marR="91440" marT="45720" marB="45720" anchor="ctr">
                    <a:lnR w="7620">
                      <a:solidFill>
                        <a:srgbClr val="DAE3E9"/>
                      </a:solidFill>
                      <a:prstDash val="solid"/>
                    </a:lnR>
                    <a:lnB w="7620">
                      <a:solidFill>
                        <a:srgbClr val="DAE3E9"/>
                      </a:solidFill>
                      <a:prstDash val="solid"/>
                    </a:lnB>
                    <a:solidFill>
                      <a:srgbClr val="EDF2F5"/>
                    </a:solidFill>
                  </a:tcPr>
                </a:tc>
              </a:tr>
              <a:tr h="695325">
                <a:tc>
                  <a:txBody>
                    <a:bodyPr wrap="square" lIns="76200" tIns="76200" rIns="76200" bIns="76200">
                      <a:noAutofit/>
                    </a:bodyPr>
                    <a:lstStyle/>
                    <a:p>
                      <a:r>
                        <a:rPr sz="1725" b="0">
                          <a:solidFill>
                            <a:srgbClr val="102A43"/>
                          </a:solidFill>
                          <a:latin typeface="DejaVu Sans"/>
                          <a:ea typeface="DejaVu Sans"/>
                          <a:cs typeface="DejaVu Sans"/>
                        </a:rPr>
                        <a:t>delivery</a:t>
                      </a:r>
                    </a:p>
                  </a:txBody>
                  <a:tcPr marL="91440" marR="91440" marT="45720" marB="45720" anchor="ctr">
                    <a:lnL w="7620">
                      <a:solidFill>
                        <a:srgbClr val="DAE3E9"/>
                      </a:solidFill>
                      <a:prstDash val="solid"/>
                    </a:lnL>
                    <a:lnR w="7620">
                      <a:solidFill>
                        <a:srgbClr val="DAE3E9"/>
                      </a:solidFill>
                      <a:prstDash val="solid"/>
                    </a:lnR>
                    <a:lnB w="7620">
                      <a:solidFill>
                        <a:srgbClr val="DAE3E9"/>
                      </a:solidFill>
                      <a:prstDash val="solid"/>
                    </a:lnB>
                    <a:solidFill>
                      <a:srgbClr val="FFFFFF"/>
                    </a:solidFill>
                  </a:tcPr>
                </a:tc>
                <a:tc>
                  <a:txBody>
                    <a:bodyPr wrap="square" lIns="76200" tIns="76200" rIns="76200" bIns="76200">
                      <a:noAutofit/>
                    </a:bodyPr>
                    <a:lstStyle/>
                    <a:p>
                      <a:r>
                        <a:rPr sz="1725" b="0">
                          <a:solidFill>
                            <a:srgbClr val="102A43"/>
                          </a:solidFill>
                          <a:latin typeface="DejaVu Sans"/>
                          <a:ea typeface="DejaVu Sans"/>
                          <a:cs typeface="DejaVu Sans"/>
                        </a:rPr>
                        <a:t>HTTP upserts and outcomes</a:t>
                      </a:r>
                    </a:p>
                  </a:txBody>
                  <a:tcPr marL="91440" marR="91440" marT="45720" marB="45720" anchor="ctr">
                    <a:lnR w="7620">
                      <a:solidFill>
                        <a:srgbClr val="DAE3E9"/>
                      </a:solidFill>
                      <a:prstDash val="solid"/>
                    </a:lnR>
                    <a:lnB w="7620">
                      <a:solidFill>
                        <a:srgbClr val="DAE3E9"/>
                      </a:solidFill>
                      <a:prstDash val="solid"/>
                    </a:lnB>
                    <a:solidFill>
                      <a:srgbClr val="FFFFFF"/>
                    </a:solidFill>
                  </a:tcPr>
                </a:tc>
                <a:tc>
                  <a:txBody>
                    <a:bodyPr wrap="square" lIns="76200" tIns="76200" rIns="76200" bIns="76200">
                      <a:noAutofit/>
                    </a:bodyPr>
                    <a:lstStyle/>
                    <a:p>
                      <a:r>
                        <a:rPr sz="1725" b="0">
                          <a:solidFill>
                            <a:srgbClr val="102A43"/>
                          </a:solidFill>
                          <a:latin typeface="DejaVu Sans"/>
                          <a:ea typeface="DejaVu Sans"/>
                          <a:cs typeface="DejaVu Sans"/>
                        </a:rPr>
                        <a:t>HttpUpsertClient</a:t>
                      </a:r>
                    </a:p>
                  </a:txBody>
                  <a:tcPr marL="91440" marR="91440" marT="45720" marB="45720" anchor="ctr">
                    <a:lnR w="7620">
                      <a:solidFill>
                        <a:srgbClr val="DAE3E9"/>
                      </a:solidFill>
                      <a:prstDash val="solid"/>
                    </a:lnR>
                    <a:lnB w="7620">
                      <a:solidFill>
                        <a:srgbClr val="DAE3E9"/>
                      </a:solidFill>
                      <a:prstDash val="solid"/>
                    </a:lnB>
                    <a:solidFill>
                      <a:srgbClr val="FFFFFF"/>
                    </a:solidFill>
                  </a:tcPr>
                </a:tc>
              </a:tr>
            </a:tbl>
          </a:graphicData>
        </a:graphic>
      </p:graphicFrame>
    </p:spTree>
    <p:extLst>
      <p:ext uri="{BB962C8B-B14F-4D97-AF65-F5344CB8AC3E}">
        <p14:creationId xmlns:p14="http://schemas.microsoft.com/office/powerpoint/2010/main" val="530188236"/>
      </p:ext>
    </p:extLst>
  </p:cSld>
</p:sld>
</file>

<file path=ppt/slides/slide24.xml><?xml version="1.0" encoding="utf-8"?>
<p:sld xmlns:p="http://schemas.openxmlformats.org/presentationml/2006/main">
  <p:cSld>
    <p:bg>
      <p:bgPr>
        <a:solidFill xmlns:a="http://schemas.openxmlformats.org/drawingml/2006/main">
          <a:srgbClr val="F6F8FA"/>
        </a:solidFill>
      </p:bgPr>
    </p:bg>
    <p:spTree>
      <p:nvGrpSpPr>
        <p:cNvPr id="1" name=""/>
        <p:cNvGrpSpPr/>
        <p:nvPr/>
      </p:nvGrpSpPr>
      <p:grpSpPr>
        <a:xfrm xmlns:a="http://schemas.openxmlformats.org/drawingml/2006/main"/>
      </p:grpSpPr>
      <p:sp>
        <p:nvSpPr>
          <p:cNvPr id="5" name="slide-title">
            <a:extLst xmlns:a="http://schemas.openxmlformats.org/drawingml/2006/main">
              <a:ext uri="{FF2B5EF4-FFF2-40B4-BE49-F238E27FC236}">
                <a16:creationId xmlns:a16="http://schemas.microsoft.com/office/drawing/2014/main" id="{8FBACDFB-9242-49EC-A765-0710DF64C686}"/>
              </a:ext>
            </a:extLst>
          </p:cNvPr>
          <p:cNvSpPr>
            <a:spLocks xmlns:a="http://schemas.openxmlformats.org/drawingml/2006/main" noGrp="1"/>
          </p:cNvSpPr>
          <p:nvPr/>
        </p:nvSpPr>
        <p:spPr>
          <a:xfrm xmlns:a="http://schemas.openxmlformats.org/drawingml/2006/main">
            <a:off x="609600" y="438150"/>
            <a:ext cx="109728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300" b="1">
                <a:solidFill>
                  <a:srgbClr val="102A43"/>
                </a:solidFill>
                <a:latin typeface="DejaVu Sans"/>
                <a:ea typeface="DejaVu Sans"/>
                <a:cs typeface="DejaVu Sans"/>
              </a:defRPr>
            </a:defPPr>
            <a:lvl1pPr algn="l">
              <a:buNone/>
              <a:defRPr sz="3300" b="1">
                <a:solidFill>
                  <a:srgbClr val="102A43"/>
                </a:solidFill>
                <a:latin typeface="DejaVu Sans"/>
                <a:ea typeface="DejaVu Sans"/>
                <a:cs typeface="DejaVu Sans"/>
              </a:defRPr>
            </a:lvl1pPr>
            <a:lvl2pPr algn="l">
              <a:buNone/>
              <a:defRPr sz="3300" b="1">
                <a:solidFill>
                  <a:srgbClr val="102A43"/>
                </a:solidFill>
                <a:latin typeface="DejaVu Sans"/>
                <a:ea typeface="DejaVu Sans"/>
                <a:cs typeface="DejaVu Sans"/>
              </a:defRPr>
            </a:lvl2pPr>
            <a:lvl3pPr algn="l">
              <a:buNone/>
              <a:defRPr sz="3300" b="1">
                <a:solidFill>
                  <a:srgbClr val="102A43"/>
                </a:solidFill>
                <a:latin typeface="DejaVu Sans"/>
                <a:ea typeface="DejaVu Sans"/>
                <a:cs typeface="DejaVu Sans"/>
              </a:defRPr>
            </a:lvl3pPr>
            <a:lvl4pPr algn="l">
              <a:buNone/>
              <a:defRPr sz="3300" b="1">
                <a:solidFill>
                  <a:srgbClr val="102A43"/>
                </a:solidFill>
                <a:latin typeface="DejaVu Sans"/>
                <a:ea typeface="DejaVu Sans"/>
                <a:cs typeface="DejaVu Sans"/>
              </a:defRPr>
            </a:lvl4pPr>
            <a:lvl5pPr algn="l">
              <a:buNone/>
              <a:defRPr sz="3300" b="1">
                <a:solidFill>
                  <a:srgbClr val="102A43"/>
                </a:solidFill>
                <a:latin typeface="DejaVu Sans"/>
                <a:ea typeface="DejaVu Sans"/>
                <a:cs typeface="DejaVu Sans"/>
              </a:defRPr>
            </a:lvl5pPr>
            <a:lvl6pPr algn="l">
              <a:buNone/>
              <a:defRPr sz="3300" b="1">
                <a:solidFill>
                  <a:srgbClr val="102A43"/>
                </a:solidFill>
                <a:latin typeface="DejaVu Sans"/>
                <a:ea typeface="DejaVu Sans"/>
                <a:cs typeface="DejaVu Sans"/>
              </a:defRPr>
            </a:lvl6pPr>
            <a:lvl7pPr algn="l">
              <a:buNone/>
              <a:defRPr sz="3300" b="1">
                <a:solidFill>
                  <a:srgbClr val="102A43"/>
                </a:solidFill>
                <a:latin typeface="DejaVu Sans"/>
                <a:ea typeface="DejaVu Sans"/>
                <a:cs typeface="DejaVu Sans"/>
              </a:defRPr>
            </a:lvl7pPr>
            <a:lvl8pPr algn="l">
              <a:buNone/>
              <a:defRPr sz="3300" b="1">
                <a:solidFill>
                  <a:srgbClr val="102A43"/>
                </a:solidFill>
                <a:latin typeface="DejaVu Sans"/>
                <a:ea typeface="DejaVu Sans"/>
                <a:cs typeface="DejaVu Sans"/>
              </a:defRPr>
            </a:lvl8pPr>
            <a:lvl9pPr algn="l">
              <a:buNone/>
              <a:defRPr sz="3300" b="1">
                <a:solidFill>
                  <a:srgbClr val="102A43"/>
                </a:solidFill>
                <a:latin typeface="DejaVu Sans"/>
                <a:ea typeface="DejaVu Sans"/>
                <a:cs typeface="DejaVu Sans"/>
              </a:defRPr>
            </a:lvl9pPr>
          </a:lstStyle>
          <a:p xmlns:a="http://schemas.openxmlformats.org/drawingml/2006/main">
            <a:pPr algn="l">
              <a:lnSpc>
                <a:spcPct val="115000"/>
              </a:lnSpc>
              <a:buNone/>
              <a:defRPr sz="3300" b="1">
                <a:solidFill>
                  <a:srgbClr val="102A43"/>
                </a:solidFill>
                <a:latin typeface="DejaVu Sans"/>
                <a:ea typeface="DejaVu Sans"/>
                <a:cs typeface="DejaVu Sans"/>
              </a:defRPr>
            </a:pPr>
            <a:r>
              <a:rPr sz="3300" b="1">
                <a:solidFill>
                  <a:srgbClr val="102A43"/>
                </a:solidFill>
                <a:latin typeface="DejaVu Sans"/>
                <a:ea typeface="DejaVu Sans"/>
                <a:cs typeface="DejaVu Sans"/>
              </a:rPr>
              <a:t>Configuration and Java changes</a:t>
            </a:r>
          </a:p>
        </p:txBody>
      </p:sp>
      <p:sp>
        <p:nvSpPr>
          <p:cNvPr id="2" name="text-76">
            <a:extLst xmlns:a="http://schemas.openxmlformats.org/drawingml/2006/main">
              <a:ext uri="{FF2B5EF4-FFF2-40B4-BE49-F238E27FC236}">
                <a16:creationId xmlns:a16="http://schemas.microsoft.com/office/drawing/2014/main" id="{43A018CE-6628-40B4-9EEB-B7A7ABAAF509}"/>
              </a:ext>
            </a:extLst>
          </p:cNvPr>
          <p:cNvSpPr>
            <a:spLocks xmlns:a="http://schemas.openxmlformats.org/drawingml/2006/main" noGrp="1"/>
          </p:cNvSpPr>
          <p:nvPr/>
        </p:nvSpPr>
        <p:spPr>
          <a:xfrm xmlns:a="http://schemas.openxmlformats.org/drawingml/2006/main">
            <a:off x="609600" y="1371600"/>
            <a:ext cx="109728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526778"/>
                </a:solidFill>
                <a:latin typeface="DejaVu Sans"/>
                <a:ea typeface="DejaVu Sans"/>
                <a:cs typeface="DejaVu Sans"/>
              </a:defRPr>
            </a:defPPr>
            <a:lvl1pPr algn="l">
              <a:buNone/>
              <a:defRPr sz="1875" b="0">
                <a:solidFill>
                  <a:srgbClr val="526778"/>
                </a:solidFill>
                <a:latin typeface="DejaVu Sans"/>
                <a:ea typeface="DejaVu Sans"/>
                <a:cs typeface="DejaVu Sans"/>
              </a:defRPr>
            </a:lvl1pPr>
            <a:lvl2pPr algn="l">
              <a:buNone/>
              <a:defRPr sz="1875" b="0">
                <a:solidFill>
                  <a:srgbClr val="526778"/>
                </a:solidFill>
                <a:latin typeface="DejaVu Sans"/>
                <a:ea typeface="DejaVu Sans"/>
                <a:cs typeface="DejaVu Sans"/>
              </a:defRPr>
            </a:lvl2pPr>
            <a:lvl3pPr algn="l">
              <a:buNone/>
              <a:defRPr sz="1875" b="0">
                <a:solidFill>
                  <a:srgbClr val="526778"/>
                </a:solidFill>
                <a:latin typeface="DejaVu Sans"/>
                <a:ea typeface="DejaVu Sans"/>
                <a:cs typeface="DejaVu Sans"/>
              </a:defRPr>
            </a:lvl3pPr>
            <a:lvl4pPr algn="l">
              <a:buNone/>
              <a:defRPr sz="1875" b="0">
                <a:solidFill>
                  <a:srgbClr val="526778"/>
                </a:solidFill>
                <a:latin typeface="DejaVu Sans"/>
                <a:ea typeface="DejaVu Sans"/>
                <a:cs typeface="DejaVu Sans"/>
              </a:defRPr>
            </a:lvl4pPr>
            <a:lvl5pPr algn="l">
              <a:buNone/>
              <a:defRPr sz="1875" b="0">
                <a:solidFill>
                  <a:srgbClr val="526778"/>
                </a:solidFill>
                <a:latin typeface="DejaVu Sans"/>
                <a:ea typeface="DejaVu Sans"/>
                <a:cs typeface="DejaVu Sans"/>
              </a:defRPr>
            </a:lvl5pPr>
            <a:lvl6pPr algn="l">
              <a:buNone/>
              <a:defRPr sz="1875" b="0">
                <a:solidFill>
                  <a:srgbClr val="526778"/>
                </a:solidFill>
                <a:latin typeface="DejaVu Sans"/>
                <a:ea typeface="DejaVu Sans"/>
                <a:cs typeface="DejaVu Sans"/>
              </a:defRPr>
            </a:lvl6pPr>
            <a:lvl7pPr algn="l">
              <a:buNone/>
              <a:defRPr sz="1875" b="0">
                <a:solidFill>
                  <a:srgbClr val="526778"/>
                </a:solidFill>
                <a:latin typeface="DejaVu Sans"/>
                <a:ea typeface="DejaVu Sans"/>
                <a:cs typeface="DejaVu Sans"/>
              </a:defRPr>
            </a:lvl7pPr>
            <a:lvl8pPr algn="l">
              <a:buNone/>
              <a:defRPr sz="1875" b="0">
                <a:solidFill>
                  <a:srgbClr val="526778"/>
                </a:solidFill>
                <a:latin typeface="DejaVu Sans"/>
                <a:ea typeface="DejaVu Sans"/>
                <a:cs typeface="DejaVu Sans"/>
              </a:defRPr>
            </a:lvl8pPr>
            <a:lvl9pPr algn="l">
              <a:buNone/>
              <a:defRPr sz="1875" b="0">
                <a:solidFill>
                  <a:srgbClr val="526778"/>
                </a:solidFill>
                <a:latin typeface="DejaVu Sans"/>
                <a:ea typeface="DejaVu Sans"/>
                <a:cs typeface="DejaVu Sans"/>
              </a:defRPr>
            </a:lvl9pPr>
          </a:lstStyle>
          <a:p xmlns:a="http://schemas.openxmlformats.org/drawingml/2006/main">
            <a:pPr algn="l">
              <a:lnSpc>
                <a:spcPct val="115000"/>
              </a:lnSpc>
              <a:buNone/>
              <a:defRPr sz="1875" b="0">
                <a:solidFill>
                  <a:srgbClr val="526778"/>
                </a:solidFill>
                <a:latin typeface="DejaVu Sans"/>
                <a:ea typeface="DejaVu Sans"/>
                <a:cs typeface="DejaVu Sans"/>
              </a:defRPr>
            </a:pPr>
            <a:r>
              <a:rPr sz="1875" b="0">
                <a:solidFill>
                  <a:srgbClr val="526778"/>
                </a:solidFill>
                <a:latin typeface="DejaVu Sans"/>
                <a:ea typeface="DejaVu Sans"/>
                <a:cs typeface="DejaVu Sans"/>
              </a:rPr>
              <a:t>Keep each new feed or API discovery in its owning boundary.</a:t>
            </a:r>
          </a:p>
        </p:txBody>
      </p:sp>
      <p:sp>
        <p:nvSpPr>
          <p:cNvPr id="3" name="slide-number">
            <a:extLst xmlns:a="http://schemas.openxmlformats.org/drawingml/2006/main">
              <a:ext uri="{FF2B5EF4-FFF2-40B4-BE49-F238E27FC236}">
                <a16:creationId xmlns:a16="http://schemas.microsoft.com/office/drawing/2014/main" id="{0B6363FD-00B5-4D93-9FCD-EBF41BE7E1D9}"/>
              </a:ext>
            </a:extLst>
          </p:cNvPr>
          <p:cNvSpPr>
            <a:spLocks xmlns:a="http://schemas.openxmlformats.org/drawingml/2006/main" noGrp="1"/>
          </p:cNvSpPr>
          <p:nvPr/>
        </p:nvSpPr>
        <p:spPr>
          <a:xfrm xmlns:a="http://schemas.openxmlformats.org/drawingml/2006/main">
            <a:off x="11182350" y="6391275"/>
            <a:ext cx="4000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275" b="0">
                <a:solidFill>
                  <a:srgbClr val="526778"/>
                </a:solidFill>
                <a:latin typeface="DejaVu Sans"/>
                <a:ea typeface="DejaVu Sans"/>
                <a:cs typeface="DejaVu Sans"/>
              </a:defRPr>
            </a:defPPr>
            <a:lvl1pPr algn="r">
              <a:buNone/>
              <a:defRPr sz="1275" b="0">
                <a:solidFill>
                  <a:srgbClr val="526778"/>
                </a:solidFill>
                <a:latin typeface="DejaVu Sans"/>
                <a:ea typeface="DejaVu Sans"/>
                <a:cs typeface="DejaVu Sans"/>
              </a:defRPr>
            </a:lvl1pPr>
            <a:lvl2pPr algn="r">
              <a:buNone/>
              <a:defRPr sz="1275" b="0">
                <a:solidFill>
                  <a:srgbClr val="526778"/>
                </a:solidFill>
                <a:latin typeface="DejaVu Sans"/>
                <a:ea typeface="DejaVu Sans"/>
                <a:cs typeface="DejaVu Sans"/>
              </a:defRPr>
            </a:lvl2pPr>
            <a:lvl3pPr algn="r">
              <a:buNone/>
              <a:defRPr sz="1275" b="0">
                <a:solidFill>
                  <a:srgbClr val="526778"/>
                </a:solidFill>
                <a:latin typeface="DejaVu Sans"/>
                <a:ea typeface="DejaVu Sans"/>
                <a:cs typeface="DejaVu Sans"/>
              </a:defRPr>
            </a:lvl3pPr>
            <a:lvl4pPr algn="r">
              <a:buNone/>
              <a:defRPr sz="1275" b="0">
                <a:solidFill>
                  <a:srgbClr val="526778"/>
                </a:solidFill>
                <a:latin typeface="DejaVu Sans"/>
                <a:ea typeface="DejaVu Sans"/>
                <a:cs typeface="DejaVu Sans"/>
              </a:defRPr>
            </a:lvl4pPr>
            <a:lvl5pPr algn="r">
              <a:buNone/>
              <a:defRPr sz="1275" b="0">
                <a:solidFill>
                  <a:srgbClr val="526778"/>
                </a:solidFill>
                <a:latin typeface="DejaVu Sans"/>
                <a:ea typeface="DejaVu Sans"/>
                <a:cs typeface="DejaVu Sans"/>
              </a:defRPr>
            </a:lvl5pPr>
            <a:lvl6pPr algn="r">
              <a:buNone/>
              <a:defRPr sz="1275" b="0">
                <a:solidFill>
                  <a:srgbClr val="526778"/>
                </a:solidFill>
                <a:latin typeface="DejaVu Sans"/>
                <a:ea typeface="DejaVu Sans"/>
                <a:cs typeface="DejaVu Sans"/>
              </a:defRPr>
            </a:lvl6pPr>
            <a:lvl7pPr algn="r">
              <a:buNone/>
              <a:defRPr sz="1275" b="0">
                <a:solidFill>
                  <a:srgbClr val="526778"/>
                </a:solidFill>
                <a:latin typeface="DejaVu Sans"/>
                <a:ea typeface="DejaVu Sans"/>
                <a:cs typeface="DejaVu Sans"/>
              </a:defRPr>
            </a:lvl7pPr>
            <a:lvl8pPr algn="r">
              <a:buNone/>
              <a:defRPr sz="1275" b="0">
                <a:solidFill>
                  <a:srgbClr val="526778"/>
                </a:solidFill>
                <a:latin typeface="DejaVu Sans"/>
                <a:ea typeface="DejaVu Sans"/>
                <a:cs typeface="DejaVu Sans"/>
              </a:defRPr>
            </a:lvl8pPr>
            <a:lvl9pPr algn="r">
              <a:buNone/>
              <a:defRPr sz="1275" b="0">
                <a:solidFill>
                  <a:srgbClr val="526778"/>
                </a:solidFill>
                <a:latin typeface="DejaVu Sans"/>
                <a:ea typeface="DejaVu Sans"/>
                <a:cs typeface="DejaVu Sans"/>
              </a:defRPr>
            </a:lvl9pPr>
          </a:lstStyle>
          <a:p xmlns:a="http://schemas.openxmlformats.org/drawingml/2006/main">
            <a:pPr algn="r">
              <a:lnSpc>
                <a:spcPct val="115000"/>
              </a:lnSpc>
              <a:buNone/>
              <a:defRPr sz="1275" b="0">
                <a:solidFill>
                  <a:srgbClr val="526778"/>
                </a:solidFill>
                <a:latin typeface="DejaVu Sans"/>
                <a:ea typeface="DejaVu Sans"/>
                <a:cs typeface="DejaVu Sans"/>
              </a:defRPr>
            </a:pPr>
            <a:r>
              <a:rPr sz="1275" b="0">
                <a:solidFill>
                  <a:srgbClr val="526778"/>
                </a:solidFill>
                <a:latin typeface="DejaVu Sans"/>
                <a:ea typeface="DejaVu Sans"/>
                <a:cs typeface="DejaVu Sans"/>
              </a:rPr>
              <a:t>24</a:t>
            </a:r>
          </a:p>
        </p:txBody>
      </p:sp>
      <p:graphicFrame>
        <p:nvGraphicFramePr>
          <p:cNvPr id="4" name="">
            <a:extLst xmlns:a="http://schemas.openxmlformats.org/drawingml/2006/main">
              <a:ext uri="{FF2B5EF4-FFF2-40B4-BE49-F238E27FC236}">
                <a16:creationId xmlns:a16="http://schemas.microsoft.com/office/drawing/2014/main" id="{AE85516F-71B2-4D21-BBDC-6B650B72F485}"/>
              </a:ext>
            </a:extLst>
          </p:cNvPr>
          <p:cNvGraphicFramePr/>
          <p:nvPr/>
        </p:nvGraphicFramePr>
        <p:xfrm>
          <a:off xmlns:a="http://schemas.openxmlformats.org/drawingml/2006/main" x="609600" y="2000250"/>
          <a:ext xmlns:a="http://schemas.openxmlformats.org/drawingml/2006/main" cx="10972800" cy="4171950"/>
        </p:xfrm>
        <a:graphic xmlns:a="http://schemas.openxmlformats.org/drawingml/2006/main">
          <a:graphicData uri="http://schemas.openxmlformats.org/drawingml/2006/table">
            <a:tbl>
              <a:tblPr/>
              <a:tblGrid>
                <a:gridCol w="3429000"/>
                <a:gridCol w="7543800"/>
              </a:tblGrid>
              <a:tr h="695325">
                <a:tc>
                  <a:txBody>
                    <a:bodyPr wrap="square" lIns="76200" tIns="76200" rIns="76200" bIns="76200">
                      <a:noAutofit/>
                    </a:bodyPr>
                    <a:lstStyle/>
                    <a:p>
                      <a:r>
                        <a:rPr sz="1800" b="1">
                          <a:solidFill>
                            <a:srgbClr val="FFFFFF"/>
                          </a:solidFill>
                          <a:latin typeface="DejaVu Sans"/>
                          <a:ea typeface="DejaVu Sans"/>
                          <a:cs typeface="DejaVu Sans"/>
                        </a:rPr>
                        <a:t>Change</a:t>
                      </a:r>
                    </a:p>
                  </a:txBody>
                  <a:tcPr marL="91440" marR="91440" marT="45720" marB="45720" anchor="ctr">
                    <a:lnL w="7620">
                      <a:solidFill>
                        <a:srgbClr val="DAE3E9"/>
                      </a:solidFill>
                      <a:prstDash val="solid"/>
                    </a:lnL>
                    <a:lnR w="7620">
                      <a:solidFill>
                        <a:srgbClr val="DAE3E9"/>
                      </a:solidFill>
                      <a:prstDash val="solid"/>
                    </a:lnR>
                    <a:lnT w="7620">
                      <a:solidFill>
                        <a:srgbClr val="DAE3E9"/>
                      </a:solidFill>
                      <a:prstDash val="solid"/>
                    </a:lnT>
                    <a:lnB w="7620">
                      <a:solidFill>
                        <a:srgbClr val="DAE3E9"/>
                      </a:solidFill>
                      <a:prstDash val="solid"/>
                    </a:lnB>
                    <a:solidFill>
                      <a:srgbClr val="102A43"/>
                    </a:solidFill>
                  </a:tcPr>
                </a:tc>
                <a:tc>
                  <a:txBody>
                    <a:bodyPr wrap="square" lIns="76200" tIns="76200" rIns="76200" bIns="76200">
                      <a:noAutofit/>
                    </a:bodyPr>
                    <a:lstStyle/>
                    <a:p>
                      <a:r>
                        <a:rPr sz="1800" b="1">
                          <a:solidFill>
                            <a:srgbClr val="FFFFFF"/>
                          </a:solidFill>
                          <a:latin typeface="DejaVu Sans"/>
                          <a:ea typeface="DejaVu Sans"/>
                          <a:cs typeface="DejaVu Sans"/>
                        </a:rPr>
                        <a:t>Location</a:t>
                      </a:r>
                    </a:p>
                  </a:txBody>
                  <a:tcPr marL="91440" marR="91440" marT="45720" marB="45720" anchor="ctr">
                    <a:lnR w="7620">
                      <a:solidFill>
                        <a:srgbClr val="DAE3E9"/>
                      </a:solidFill>
                      <a:prstDash val="solid"/>
                    </a:lnR>
                    <a:lnT w="7620">
                      <a:solidFill>
                        <a:srgbClr val="DAE3E9"/>
                      </a:solidFill>
                      <a:prstDash val="solid"/>
                    </a:lnT>
                    <a:lnB w="7620">
                      <a:solidFill>
                        <a:srgbClr val="DAE3E9"/>
                      </a:solidFill>
                      <a:prstDash val="solid"/>
                    </a:lnB>
                    <a:solidFill>
                      <a:srgbClr val="102A43"/>
                    </a:solidFill>
                  </a:tcPr>
                </a:tc>
              </a:tr>
              <a:tr h="695325">
                <a:tc>
                  <a:txBody>
                    <a:bodyPr wrap="square" lIns="76200" tIns="76200" rIns="76200" bIns="76200">
                      <a:noAutofit/>
                    </a:bodyPr>
                    <a:lstStyle/>
                    <a:p>
                      <a:r>
                        <a:rPr sz="1800" b="0">
                          <a:solidFill>
                            <a:srgbClr val="102A43"/>
                          </a:solidFill>
                          <a:latin typeface="DejaVu Sans"/>
                          <a:ea typeface="DejaVu Sans"/>
                          <a:cs typeface="DejaVu Sans"/>
                        </a:rPr>
                        <a:t>Headers, positions or XML paths</a:t>
                      </a:r>
                    </a:p>
                  </a:txBody>
                  <a:tcPr marL="91440" marR="91440" marT="45720" marB="45720" anchor="ctr">
                    <a:lnL w="7620">
                      <a:solidFill>
                        <a:srgbClr val="DAE3E9"/>
                      </a:solidFill>
                      <a:prstDash val="solid"/>
                    </a:lnL>
                    <a:lnR w="7620">
                      <a:solidFill>
                        <a:srgbClr val="DAE3E9"/>
                      </a:solidFill>
                      <a:prstDash val="solid"/>
                    </a:lnR>
                    <a:lnB w="7620">
                      <a:solidFill>
                        <a:srgbClr val="DAE3E9"/>
                      </a:solidFill>
                      <a:prstDash val="solid"/>
                    </a:lnB>
                    <a:solidFill>
                      <a:srgbClr val="FFFFFF"/>
                    </a:solidFill>
                  </a:tcPr>
                </a:tc>
                <a:tc>
                  <a:txBody>
                    <a:bodyPr wrap="square" lIns="76200" tIns="76200" rIns="76200" bIns="76200">
                      <a:noAutofit/>
                    </a:bodyPr>
                    <a:lstStyle/>
                    <a:p>
                      <a:r>
                        <a:rPr sz="1800" b="0">
                          <a:solidFill>
                            <a:srgbClr val="102A43"/>
                          </a:solidFill>
                          <a:latin typeface="DejaVu Sans"/>
                          <a:ea typeface="DejaVu Sans"/>
                          <a:cs typeface="DejaVu Sans"/>
                        </a:rPr>
                        <a:t>layout fields, aliases and format options</a:t>
                      </a:r>
                    </a:p>
                  </a:txBody>
                  <a:tcPr marL="91440" marR="91440" marT="45720" marB="45720" anchor="ctr">
                    <a:lnR w="7620">
                      <a:solidFill>
                        <a:srgbClr val="DAE3E9"/>
                      </a:solidFill>
                      <a:prstDash val="solid"/>
                    </a:lnR>
                    <a:lnB w="7620">
                      <a:solidFill>
                        <a:srgbClr val="DAE3E9"/>
                      </a:solidFill>
                      <a:prstDash val="solid"/>
                    </a:lnB>
                    <a:solidFill>
                      <a:srgbClr val="FFFFFF"/>
                    </a:solidFill>
                  </a:tcPr>
                </a:tc>
              </a:tr>
              <a:tr h="695325">
                <a:tc>
                  <a:txBody>
                    <a:bodyPr wrap="square" lIns="76200" tIns="76200" rIns="76200" bIns="76200">
                      <a:noAutofit/>
                    </a:bodyPr>
                    <a:lstStyle/>
                    <a:p>
                      <a:r>
                        <a:rPr sz="1800" b="0">
                          <a:solidFill>
                            <a:srgbClr val="102A43"/>
                          </a:solidFill>
                          <a:latin typeface="DejaVu Sans"/>
                          <a:ea typeface="DejaVu Sans"/>
                          <a:cs typeface="DejaVu Sans"/>
                        </a:rPr>
                        <a:t>Preference / relationship source codes</a:t>
                      </a:r>
                    </a:p>
                  </a:txBody>
                  <a:tcPr marL="91440" marR="91440" marT="45720" marB="45720" anchor="ctr">
                    <a:lnL w="7620">
                      <a:solidFill>
                        <a:srgbClr val="DAE3E9"/>
                      </a:solidFill>
                      <a:prstDash val="solid"/>
                    </a:lnL>
                    <a:lnR w="7620">
                      <a:solidFill>
                        <a:srgbClr val="DAE3E9"/>
                      </a:solidFill>
                      <a:prstDash val="solid"/>
                    </a:lnR>
                    <a:lnB w="7620">
                      <a:solidFill>
                        <a:srgbClr val="DAE3E9"/>
                      </a:solidFill>
                      <a:prstDash val="solid"/>
                    </a:lnB>
                    <a:solidFill>
                      <a:srgbClr val="EDF2F5"/>
                    </a:solidFill>
                  </a:tcPr>
                </a:tc>
                <a:tc>
                  <a:txBody>
                    <a:bodyPr wrap="square" lIns="76200" tIns="76200" rIns="76200" bIns="76200">
                      <a:noAutofit/>
                    </a:bodyPr>
                    <a:lstStyle/>
                    <a:p>
                      <a:r>
                        <a:rPr sz="1800" b="0">
                          <a:solidFill>
                            <a:srgbClr val="102A43"/>
                          </a:solidFill>
                          <a:latin typeface="DejaVu Sans"/>
                          <a:ea typeface="DejaVu Sans"/>
                          <a:cs typeface="DejaVu Sans"/>
                        </a:rPr>
                        <a:t>Profile.consent maps</a:t>
                      </a:r>
                    </a:p>
                  </a:txBody>
                  <a:tcPr marL="91440" marR="91440" marT="45720" marB="45720" anchor="ctr">
                    <a:lnR w="7620">
                      <a:solidFill>
                        <a:srgbClr val="DAE3E9"/>
                      </a:solidFill>
                      <a:prstDash val="solid"/>
                    </a:lnR>
                    <a:lnB w="7620">
                      <a:solidFill>
                        <a:srgbClr val="DAE3E9"/>
                      </a:solidFill>
                      <a:prstDash val="solid"/>
                    </a:lnB>
                    <a:solidFill>
                      <a:srgbClr val="EDF2F5"/>
                    </a:solidFill>
                  </a:tcPr>
                </a:tc>
              </a:tr>
              <a:tr h="695325">
                <a:tc>
                  <a:txBody>
                    <a:bodyPr wrap="square" lIns="76200" tIns="76200" rIns="76200" bIns="76200">
                      <a:noAutofit/>
                    </a:bodyPr>
                    <a:lstStyle/>
                    <a:p>
                      <a:r>
                        <a:rPr sz="1800" b="0">
                          <a:solidFill>
                            <a:srgbClr val="102A43"/>
                          </a:solidFill>
                          <a:latin typeface="DejaVu Sans"/>
                          <a:ea typeface="DejaVu Sans"/>
                          <a:cs typeface="DejaVu Sans"/>
                        </a:rPr>
                        <a:t>Target codes, date format or metadata</a:t>
                      </a:r>
                    </a:p>
                  </a:txBody>
                  <a:tcPr marL="91440" marR="91440" marT="45720" marB="45720" anchor="ctr">
                    <a:lnL w="7620">
                      <a:solidFill>
                        <a:srgbClr val="DAE3E9"/>
                      </a:solidFill>
                      <a:prstDash val="solid"/>
                    </a:lnL>
                    <a:lnR w="7620">
                      <a:solidFill>
                        <a:srgbClr val="DAE3E9"/>
                      </a:solidFill>
                      <a:prstDash val="solid"/>
                    </a:lnR>
                    <a:lnB w="7620">
                      <a:solidFill>
                        <a:srgbClr val="DAE3E9"/>
                      </a:solidFill>
                      <a:prstDash val="solid"/>
                    </a:lnB>
                    <a:solidFill>
                      <a:srgbClr val="FFFFFF"/>
                    </a:solidFill>
                  </a:tcPr>
                </a:tc>
                <a:tc>
                  <a:txBody>
                    <a:bodyPr wrap="square" lIns="76200" tIns="76200" rIns="76200" bIns="76200">
                      <a:noAutofit/>
                    </a:bodyPr>
                    <a:lstStyle/>
                    <a:p>
                      <a:r>
                        <a:rPr sz="1800" b="0">
                          <a:solidFill>
                            <a:srgbClr val="102A43"/>
                          </a:solidFill>
                          <a:latin typeface="DejaVu Sans"/>
                          <a:ea typeface="DejaVu Sans"/>
                          <a:cs typeface="DejaVu Sans"/>
                        </a:rPr>
                        <a:t>Profile.consent settings and environment</a:t>
                      </a:r>
                    </a:p>
                  </a:txBody>
                  <a:tcPr marL="91440" marR="91440" marT="45720" marB="45720" anchor="ctr">
                    <a:lnR w="7620">
                      <a:solidFill>
                        <a:srgbClr val="DAE3E9"/>
                      </a:solidFill>
                      <a:prstDash val="solid"/>
                    </a:lnR>
                    <a:lnB w="7620">
                      <a:solidFill>
                        <a:srgbClr val="DAE3E9"/>
                      </a:solidFill>
                      <a:prstDash val="solid"/>
                    </a:lnB>
                    <a:solidFill>
                      <a:srgbClr val="FFFFFF"/>
                    </a:solidFill>
                  </a:tcPr>
                </a:tc>
              </a:tr>
              <a:tr h="695325">
                <a:tc>
                  <a:txBody>
                    <a:bodyPr wrap="square" lIns="76200" tIns="76200" rIns="76200" bIns="76200">
                      <a:noAutofit/>
                    </a:bodyPr>
                    <a:lstStyle/>
                    <a:p>
                      <a:r>
                        <a:rPr sz="1800" b="0">
                          <a:solidFill>
                            <a:srgbClr val="102A43"/>
                          </a:solidFill>
                          <a:latin typeface="DejaVu Sans"/>
                          <a:ea typeface="DejaVu Sans"/>
                          <a:cs typeface="DejaVu Sans"/>
                        </a:rPr>
                        <a:t>Real member or consent GUID lookups</a:t>
                      </a:r>
                    </a:p>
                  </a:txBody>
                  <a:tcPr marL="91440" marR="91440" marT="45720" marB="45720" anchor="ctr">
                    <a:lnL w="7620">
                      <a:solidFill>
                        <a:srgbClr val="DAE3E9"/>
                      </a:solidFill>
                      <a:prstDash val="solid"/>
                    </a:lnL>
                    <a:lnR w="7620">
                      <a:solidFill>
                        <a:srgbClr val="DAE3E9"/>
                      </a:solidFill>
                      <a:prstDash val="solid"/>
                    </a:lnR>
                    <a:lnB w="7620">
                      <a:solidFill>
                        <a:srgbClr val="DAE3E9"/>
                      </a:solidFill>
                      <a:prstDash val="solid"/>
                    </a:lnB>
                    <a:solidFill>
                      <a:srgbClr val="EDF2F5"/>
                    </a:solidFill>
                  </a:tcPr>
                </a:tc>
                <a:tc>
                  <a:txBody>
                    <a:bodyPr wrap="square" lIns="76200" tIns="76200" rIns="76200" bIns="76200">
                      <a:noAutofit/>
                    </a:bodyPr>
                    <a:lstStyle/>
                    <a:p>
                      <a:r>
                        <a:rPr sz="1800" b="0">
                          <a:solidFill>
                            <a:srgbClr val="102A43"/>
                          </a:solidFill>
                          <a:latin typeface="DejaVu Sans"/>
                          <a:ea typeface="DejaVu Sans"/>
                          <a:cs typeface="DejaVu Sans"/>
                        </a:rPr>
                        <a:t>MemberResolver implementation or facade</a:t>
                      </a:r>
                    </a:p>
                  </a:txBody>
                  <a:tcPr marL="91440" marR="91440" marT="45720" marB="45720" anchor="ctr">
                    <a:lnR w="7620">
                      <a:solidFill>
                        <a:srgbClr val="DAE3E9"/>
                      </a:solidFill>
                      <a:prstDash val="solid"/>
                    </a:lnR>
                    <a:lnB w="7620">
                      <a:solidFill>
                        <a:srgbClr val="DAE3E9"/>
                      </a:solidFill>
                      <a:prstDash val="solid"/>
                    </a:lnB>
                    <a:solidFill>
                      <a:srgbClr val="EDF2F5"/>
                    </a:solidFill>
                  </a:tcPr>
                </a:tc>
              </a:tr>
              <a:tr h="695325">
                <a:tc>
                  <a:txBody>
                    <a:bodyPr wrap="square" lIns="76200" tIns="76200" rIns="76200" bIns="76200">
                      <a:noAutofit/>
                    </a:bodyPr>
                    <a:lstStyle/>
                    <a:p>
                      <a:r>
                        <a:rPr sz="1800" b="0">
                          <a:solidFill>
                            <a:srgbClr val="102A43"/>
                          </a:solidFill>
                          <a:latin typeface="DejaVu Sans"/>
                          <a:ea typeface="DejaVu Sans"/>
                          <a:cs typeface="DejaVu Sans"/>
                        </a:rPr>
                        <a:t>New output structures and business rules</a:t>
                      </a:r>
                    </a:p>
                  </a:txBody>
                  <a:tcPr marL="91440" marR="91440" marT="45720" marB="45720" anchor="ctr">
                    <a:lnL w="7620">
                      <a:solidFill>
                        <a:srgbClr val="DAE3E9"/>
                      </a:solidFill>
                      <a:prstDash val="solid"/>
                    </a:lnL>
                    <a:lnR w="7620">
                      <a:solidFill>
                        <a:srgbClr val="DAE3E9"/>
                      </a:solidFill>
                      <a:prstDash val="solid"/>
                    </a:lnR>
                    <a:lnB w="7620">
                      <a:solidFill>
                        <a:srgbClr val="DAE3E9"/>
                      </a:solidFill>
                      <a:prstDash val="solid"/>
                    </a:lnB>
                    <a:solidFill>
                      <a:srgbClr val="FFFFFF"/>
                    </a:solidFill>
                  </a:tcPr>
                </a:tc>
                <a:tc>
                  <a:txBody>
                    <a:bodyPr wrap="square" lIns="76200" tIns="76200" rIns="76200" bIns="76200">
                      <a:noAutofit/>
                    </a:bodyPr>
                    <a:lstStyle/>
                    <a:p>
                      <a:r>
                        <a:rPr sz="1800" b="0">
                          <a:solidFill>
                            <a:srgbClr val="102A43"/>
                          </a:solidFill>
                          <a:latin typeface="DejaVu Sans"/>
                          <a:ea typeface="DejaVu Sans"/>
                          <a:cs typeface="DejaVu Sans"/>
                        </a:rPr>
                        <a:t>ConsentRequestPlanner plus focused tests</a:t>
                      </a:r>
                    </a:p>
                  </a:txBody>
                  <a:tcPr marL="91440" marR="91440" marT="45720" marB="45720" anchor="ctr">
                    <a:lnR w="7620">
                      <a:solidFill>
                        <a:srgbClr val="DAE3E9"/>
                      </a:solidFill>
                      <a:prstDash val="solid"/>
                    </a:lnR>
                    <a:lnB w="7620">
                      <a:solidFill>
                        <a:srgbClr val="DAE3E9"/>
                      </a:solidFill>
                      <a:prstDash val="solid"/>
                    </a:lnB>
                    <a:solidFill>
                      <a:srgbClr val="FFFFFF"/>
                    </a:solidFill>
                  </a:tcPr>
                </a:tc>
              </a:tr>
            </a:tbl>
          </a:graphicData>
        </a:graphic>
      </p:graphicFrame>
    </p:spTree>
    <p:extLst>
      <p:ext uri="{BB962C8B-B14F-4D97-AF65-F5344CB8AC3E}">
        <p14:creationId xmlns:p14="http://schemas.microsoft.com/office/powerpoint/2010/main" val="33747467"/>
      </p:ext>
    </p:extLst>
  </p:cSld>
</p:sld>
</file>

<file path=ppt/slides/slide25.xml><?xml version="1.0" encoding="utf-8"?>
<p:sld xmlns:p="http://schemas.openxmlformats.org/presentationml/2006/main">
  <p:cSld>
    <p:bg>
      <p:bgPr>
        <a:solidFill xmlns:a="http://schemas.openxmlformats.org/drawingml/2006/main">
          <a:srgbClr val="F6F8FA"/>
        </a:solidFill>
      </p:bgPr>
    </p:bg>
    <p:spTree>
      <p:nvGrpSpPr>
        <p:cNvPr id="1" name=""/>
        <p:cNvGrpSpPr/>
        <p:nvPr/>
      </p:nvGrpSpPr>
      <p:grpSpPr>
        <a:xfrm xmlns:a="http://schemas.openxmlformats.org/drawingml/2006/main"/>
      </p:grpSpPr>
      <p:sp>
        <p:nvSpPr>
          <p:cNvPr id="6" name="slide-title">
            <a:extLst xmlns:a="http://schemas.openxmlformats.org/drawingml/2006/main">
              <a:ext uri="{FF2B5EF4-FFF2-40B4-BE49-F238E27FC236}">
                <a16:creationId xmlns:a16="http://schemas.microsoft.com/office/drawing/2014/main" id="{746C945D-C4DD-4D5F-A7DF-87DD83B91646}"/>
              </a:ext>
            </a:extLst>
          </p:cNvPr>
          <p:cNvSpPr>
            <a:spLocks xmlns:a="http://schemas.openxmlformats.org/drawingml/2006/main" noGrp="1"/>
          </p:cNvSpPr>
          <p:nvPr/>
        </p:nvSpPr>
        <p:spPr>
          <a:xfrm xmlns:a="http://schemas.openxmlformats.org/drawingml/2006/main">
            <a:off x="609600" y="438150"/>
            <a:ext cx="109728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300" b="1">
                <a:solidFill>
                  <a:srgbClr val="102A43"/>
                </a:solidFill>
                <a:latin typeface="DejaVu Sans"/>
                <a:ea typeface="DejaVu Sans"/>
                <a:cs typeface="DejaVu Sans"/>
              </a:defRPr>
            </a:defPPr>
            <a:lvl1pPr algn="l">
              <a:buNone/>
              <a:defRPr sz="3300" b="1">
                <a:solidFill>
                  <a:srgbClr val="102A43"/>
                </a:solidFill>
                <a:latin typeface="DejaVu Sans"/>
                <a:ea typeface="DejaVu Sans"/>
                <a:cs typeface="DejaVu Sans"/>
              </a:defRPr>
            </a:lvl1pPr>
            <a:lvl2pPr algn="l">
              <a:buNone/>
              <a:defRPr sz="3300" b="1">
                <a:solidFill>
                  <a:srgbClr val="102A43"/>
                </a:solidFill>
                <a:latin typeface="DejaVu Sans"/>
                <a:ea typeface="DejaVu Sans"/>
                <a:cs typeface="DejaVu Sans"/>
              </a:defRPr>
            </a:lvl2pPr>
            <a:lvl3pPr algn="l">
              <a:buNone/>
              <a:defRPr sz="3300" b="1">
                <a:solidFill>
                  <a:srgbClr val="102A43"/>
                </a:solidFill>
                <a:latin typeface="DejaVu Sans"/>
                <a:ea typeface="DejaVu Sans"/>
                <a:cs typeface="DejaVu Sans"/>
              </a:defRPr>
            </a:lvl3pPr>
            <a:lvl4pPr algn="l">
              <a:buNone/>
              <a:defRPr sz="3300" b="1">
                <a:solidFill>
                  <a:srgbClr val="102A43"/>
                </a:solidFill>
                <a:latin typeface="DejaVu Sans"/>
                <a:ea typeface="DejaVu Sans"/>
                <a:cs typeface="DejaVu Sans"/>
              </a:defRPr>
            </a:lvl4pPr>
            <a:lvl5pPr algn="l">
              <a:buNone/>
              <a:defRPr sz="3300" b="1">
                <a:solidFill>
                  <a:srgbClr val="102A43"/>
                </a:solidFill>
                <a:latin typeface="DejaVu Sans"/>
                <a:ea typeface="DejaVu Sans"/>
                <a:cs typeface="DejaVu Sans"/>
              </a:defRPr>
            </a:lvl5pPr>
            <a:lvl6pPr algn="l">
              <a:buNone/>
              <a:defRPr sz="3300" b="1">
                <a:solidFill>
                  <a:srgbClr val="102A43"/>
                </a:solidFill>
                <a:latin typeface="DejaVu Sans"/>
                <a:ea typeface="DejaVu Sans"/>
                <a:cs typeface="DejaVu Sans"/>
              </a:defRPr>
            </a:lvl6pPr>
            <a:lvl7pPr algn="l">
              <a:buNone/>
              <a:defRPr sz="3300" b="1">
                <a:solidFill>
                  <a:srgbClr val="102A43"/>
                </a:solidFill>
                <a:latin typeface="DejaVu Sans"/>
                <a:ea typeface="DejaVu Sans"/>
                <a:cs typeface="DejaVu Sans"/>
              </a:defRPr>
            </a:lvl7pPr>
            <a:lvl8pPr algn="l">
              <a:buNone/>
              <a:defRPr sz="3300" b="1">
                <a:solidFill>
                  <a:srgbClr val="102A43"/>
                </a:solidFill>
                <a:latin typeface="DejaVu Sans"/>
                <a:ea typeface="DejaVu Sans"/>
                <a:cs typeface="DejaVu Sans"/>
              </a:defRPr>
            </a:lvl8pPr>
            <a:lvl9pPr algn="l">
              <a:buNone/>
              <a:defRPr sz="3300" b="1">
                <a:solidFill>
                  <a:srgbClr val="102A43"/>
                </a:solidFill>
                <a:latin typeface="DejaVu Sans"/>
                <a:ea typeface="DejaVu Sans"/>
                <a:cs typeface="DejaVu Sans"/>
              </a:defRPr>
            </a:lvl9pPr>
          </a:lstStyle>
          <a:p xmlns:a="http://schemas.openxmlformats.org/drawingml/2006/main">
            <a:pPr algn="l">
              <a:lnSpc>
                <a:spcPct val="115000"/>
              </a:lnSpc>
              <a:buNone/>
              <a:defRPr sz="3300" b="1">
                <a:solidFill>
                  <a:srgbClr val="102A43"/>
                </a:solidFill>
                <a:latin typeface="DejaVu Sans"/>
                <a:ea typeface="DejaVu Sans"/>
                <a:cs typeface="DejaVu Sans"/>
              </a:defRPr>
            </a:pPr>
            <a:r>
              <a:rPr sz="3300" b="1">
                <a:solidFill>
                  <a:srgbClr val="102A43"/>
                </a:solidFill>
                <a:latin typeface="DejaVu Sans"/>
                <a:ea typeface="DejaVu Sans"/>
                <a:cs typeface="DejaVu Sans"/>
              </a:rPr>
              <a:t>Git Bash consent preview</a:t>
            </a:r>
          </a:p>
        </p:txBody>
      </p:sp>
      <p:sp>
        <p:nvSpPr>
          <p:cNvPr id="2" name="text-77">
            <a:extLst xmlns:a="http://schemas.openxmlformats.org/drawingml/2006/main">
              <a:ext uri="{FF2B5EF4-FFF2-40B4-BE49-F238E27FC236}">
                <a16:creationId xmlns:a16="http://schemas.microsoft.com/office/drawing/2014/main" id="{E70CD789-15B6-46D0-9975-51994F81D333}"/>
              </a:ext>
            </a:extLst>
          </p:cNvPr>
          <p:cNvSpPr>
            <a:spLocks xmlns:a="http://schemas.openxmlformats.org/drawingml/2006/main" noGrp="1"/>
          </p:cNvSpPr>
          <p:nvPr/>
        </p:nvSpPr>
        <p:spPr>
          <a:xfrm xmlns:a="http://schemas.openxmlformats.org/drawingml/2006/main">
            <a:off x="609600" y="1371600"/>
            <a:ext cx="109728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526778"/>
                </a:solidFill>
                <a:latin typeface="DejaVu Sans"/>
                <a:ea typeface="DejaVu Sans"/>
                <a:cs typeface="DejaVu Sans"/>
              </a:defRPr>
            </a:defPPr>
            <a:lvl1pPr algn="l">
              <a:buNone/>
              <a:defRPr sz="1875" b="0">
                <a:solidFill>
                  <a:srgbClr val="526778"/>
                </a:solidFill>
                <a:latin typeface="DejaVu Sans"/>
                <a:ea typeface="DejaVu Sans"/>
                <a:cs typeface="DejaVu Sans"/>
              </a:defRPr>
            </a:lvl1pPr>
            <a:lvl2pPr algn="l">
              <a:buNone/>
              <a:defRPr sz="1875" b="0">
                <a:solidFill>
                  <a:srgbClr val="526778"/>
                </a:solidFill>
                <a:latin typeface="DejaVu Sans"/>
                <a:ea typeface="DejaVu Sans"/>
                <a:cs typeface="DejaVu Sans"/>
              </a:defRPr>
            </a:lvl2pPr>
            <a:lvl3pPr algn="l">
              <a:buNone/>
              <a:defRPr sz="1875" b="0">
                <a:solidFill>
                  <a:srgbClr val="526778"/>
                </a:solidFill>
                <a:latin typeface="DejaVu Sans"/>
                <a:ea typeface="DejaVu Sans"/>
                <a:cs typeface="DejaVu Sans"/>
              </a:defRPr>
            </a:lvl3pPr>
            <a:lvl4pPr algn="l">
              <a:buNone/>
              <a:defRPr sz="1875" b="0">
                <a:solidFill>
                  <a:srgbClr val="526778"/>
                </a:solidFill>
                <a:latin typeface="DejaVu Sans"/>
                <a:ea typeface="DejaVu Sans"/>
                <a:cs typeface="DejaVu Sans"/>
              </a:defRPr>
            </a:lvl4pPr>
            <a:lvl5pPr algn="l">
              <a:buNone/>
              <a:defRPr sz="1875" b="0">
                <a:solidFill>
                  <a:srgbClr val="526778"/>
                </a:solidFill>
                <a:latin typeface="DejaVu Sans"/>
                <a:ea typeface="DejaVu Sans"/>
                <a:cs typeface="DejaVu Sans"/>
              </a:defRPr>
            </a:lvl5pPr>
            <a:lvl6pPr algn="l">
              <a:buNone/>
              <a:defRPr sz="1875" b="0">
                <a:solidFill>
                  <a:srgbClr val="526778"/>
                </a:solidFill>
                <a:latin typeface="DejaVu Sans"/>
                <a:ea typeface="DejaVu Sans"/>
                <a:cs typeface="DejaVu Sans"/>
              </a:defRPr>
            </a:lvl6pPr>
            <a:lvl7pPr algn="l">
              <a:buNone/>
              <a:defRPr sz="1875" b="0">
                <a:solidFill>
                  <a:srgbClr val="526778"/>
                </a:solidFill>
                <a:latin typeface="DejaVu Sans"/>
                <a:ea typeface="DejaVu Sans"/>
                <a:cs typeface="DejaVu Sans"/>
              </a:defRPr>
            </a:lvl7pPr>
            <a:lvl8pPr algn="l">
              <a:buNone/>
              <a:defRPr sz="1875" b="0">
                <a:solidFill>
                  <a:srgbClr val="526778"/>
                </a:solidFill>
                <a:latin typeface="DejaVu Sans"/>
                <a:ea typeface="DejaVu Sans"/>
                <a:cs typeface="DejaVu Sans"/>
              </a:defRPr>
            </a:lvl8pPr>
            <a:lvl9pPr algn="l">
              <a:buNone/>
              <a:defRPr sz="1875" b="0">
                <a:solidFill>
                  <a:srgbClr val="526778"/>
                </a:solidFill>
                <a:latin typeface="DejaVu Sans"/>
                <a:ea typeface="DejaVu Sans"/>
                <a:cs typeface="DejaVu Sans"/>
              </a:defRPr>
            </a:lvl9pPr>
          </a:lstStyle>
          <a:p xmlns:a="http://schemas.openxmlformats.org/drawingml/2006/main">
            <a:pPr algn="l">
              <a:lnSpc>
                <a:spcPct val="115000"/>
              </a:lnSpc>
              <a:buNone/>
              <a:defRPr sz="1875" b="0">
                <a:solidFill>
                  <a:srgbClr val="526778"/>
                </a:solidFill>
                <a:latin typeface="DejaVu Sans"/>
                <a:ea typeface="DejaVu Sans"/>
                <a:cs typeface="DejaVu Sans"/>
              </a:defRPr>
            </a:pPr>
            <a:r>
              <a:rPr sz="1875" b="0">
                <a:solidFill>
                  <a:srgbClr val="526778"/>
                </a:solidFill>
                <a:latin typeface="DejaVu Sans"/>
                <a:ea typeface="DejaVu Sans"/>
                <a:cs typeface="DejaVu Sans"/>
              </a:rPr>
              <a:t>The consent-demo profile uses synthetic member resolution.</a:t>
            </a:r>
          </a:p>
        </p:txBody>
      </p:sp>
      <p:sp>
        <p:nvSpPr>
          <p:cNvPr id="3" name="slide-number">
            <a:extLst xmlns:a="http://schemas.openxmlformats.org/drawingml/2006/main">
              <a:ext uri="{FF2B5EF4-FFF2-40B4-BE49-F238E27FC236}">
                <a16:creationId xmlns:a16="http://schemas.microsoft.com/office/drawing/2014/main" id="{6CD5A7E8-1D80-449A-99B0-04C776BCB3AA}"/>
              </a:ext>
            </a:extLst>
          </p:cNvPr>
          <p:cNvSpPr>
            <a:spLocks xmlns:a="http://schemas.openxmlformats.org/drawingml/2006/main" noGrp="1"/>
          </p:cNvSpPr>
          <p:nvPr/>
        </p:nvSpPr>
        <p:spPr>
          <a:xfrm xmlns:a="http://schemas.openxmlformats.org/drawingml/2006/main">
            <a:off x="11182350" y="6391275"/>
            <a:ext cx="4000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275" b="0">
                <a:solidFill>
                  <a:srgbClr val="526778"/>
                </a:solidFill>
                <a:latin typeface="DejaVu Sans"/>
                <a:ea typeface="DejaVu Sans"/>
                <a:cs typeface="DejaVu Sans"/>
              </a:defRPr>
            </a:defPPr>
            <a:lvl1pPr algn="r">
              <a:buNone/>
              <a:defRPr sz="1275" b="0">
                <a:solidFill>
                  <a:srgbClr val="526778"/>
                </a:solidFill>
                <a:latin typeface="DejaVu Sans"/>
                <a:ea typeface="DejaVu Sans"/>
                <a:cs typeface="DejaVu Sans"/>
              </a:defRPr>
            </a:lvl1pPr>
            <a:lvl2pPr algn="r">
              <a:buNone/>
              <a:defRPr sz="1275" b="0">
                <a:solidFill>
                  <a:srgbClr val="526778"/>
                </a:solidFill>
                <a:latin typeface="DejaVu Sans"/>
                <a:ea typeface="DejaVu Sans"/>
                <a:cs typeface="DejaVu Sans"/>
              </a:defRPr>
            </a:lvl2pPr>
            <a:lvl3pPr algn="r">
              <a:buNone/>
              <a:defRPr sz="1275" b="0">
                <a:solidFill>
                  <a:srgbClr val="526778"/>
                </a:solidFill>
                <a:latin typeface="DejaVu Sans"/>
                <a:ea typeface="DejaVu Sans"/>
                <a:cs typeface="DejaVu Sans"/>
              </a:defRPr>
            </a:lvl3pPr>
            <a:lvl4pPr algn="r">
              <a:buNone/>
              <a:defRPr sz="1275" b="0">
                <a:solidFill>
                  <a:srgbClr val="526778"/>
                </a:solidFill>
                <a:latin typeface="DejaVu Sans"/>
                <a:ea typeface="DejaVu Sans"/>
                <a:cs typeface="DejaVu Sans"/>
              </a:defRPr>
            </a:lvl4pPr>
            <a:lvl5pPr algn="r">
              <a:buNone/>
              <a:defRPr sz="1275" b="0">
                <a:solidFill>
                  <a:srgbClr val="526778"/>
                </a:solidFill>
                <a:latin typeface="DejaVu Sans"/>
                <a:ea typeface="DejaVu Sans"/>
                <a:cs typeface="DejaVu Sans"/>
              </a:defRPr>
            </a:lvl5pPr>
            <a:lvl6pPr algn="r">
              <a:buNone/>
              <a:defRPr sz="1275" b="0">
                <a:solidFill>
                  <a:srgbClr val="526778"/>
                </a:solidFill>
                <a:latin typeface="DejaVu Sans"/>
                <a:ea typeface="DejaVu Sans"/>
                <a:cs typeface="DejaVu Sans"/>
              </a:defRPr>
            </a:lvl6pPr>
            <a:lvl7pPr algn="r">
              <a:buNone/>
              <a:defRPr sz="1275" b="0">
                <a:solidFill>
                  <a:srgbClr val="526778"/>
                </a:solidFill>
                <a:latin typeface="DejaVu Sans"/>
                <a:ea typeface="DejaVu Sans"/>
                <a:cs typeface="DejaVu Sans"/>
              </a:defRPr>
            </a:lvl7pPr>
            <a:lvl8pPr algn="r">
              <a:buNone/>
              <a:defRPr sz="1275" b="0">
                <a:solidFill>
                  <a:srgbClr val="526778"/>
                </a:solidFill>
                <a:latin typeface="DejaVu Sans"/>
                <a:ea typeface="DejaVu Sans"/>
                <a:cs typeface="DejaVu Sans"/>
              </a:defRPr>
            </a:lvl8pPr>
            <a:lvl9pPr algn="r">
              <a:buNone/>
              <a:defRPr sz="1275" b="0">
                <a:solidFill>
                  <a:srgbClr val="526778"/>
                </a:solidFill>
                <a:latin typeface="DejaVu Sans"/>
                <a:ea typeface="DejaVu Sans"/>
                <a:cs typeface="DejaVu Sans"/>
              </a:defRPr>
            </a:lvl9pPr>
          </a:lstStyle>
          <a:p xmlns:a="http://schemas.openxmlformats.org/drawingml/2006/main">
            <a:pPr algn="r">
              <a:lnSpc>
                <a:spcPct val="115000"/>
              </a:lnSpc>
              <a:buNone/>
              <a:defRPr sz="1275" b="0">
                <a:solidFill>
                  <a:srgbClr val="526778"/>
                </a:solidFill>
                <a:latin typeface="DejaVu Sans"/>
                <a:ea typeface="DejaVu Sans"/>
                <a:cs typeface="DejaVu Sans"/>
              </a:defRPr>
            </a:pPr>
            <a:r>
              <a:rPr sz="1275" b="0">
                <a:solidFill>
                  <a:srgbClr val="526778"/>
                </a:solidFill>
                <a:latin typeface="DejaVu Sans"/>
                <a:ea typeface="DejaVu Sans"/>
                <a:cs typeface="DejaVu Sans"/>
              </a:rPr>
              <a:t>25</a:t>
            </a:r>
          </a:p>
        </p:txBody>
      </p:sp>
      <p:sp>
        <p:nvSpPr>
          <p:cNvPr id="4" name="text-78">
            <a:extLst xmlns:a="http://schemas.openxmlformats.org/drawingml/2006/main">
              <a:ext uri="{FF2B5EF4-FFF2-40B4-BE49-F238E27FC236}">
                <a16:creationId xmlns:a16="http://schemas.microsoft.com/office/drawing/2014/main" id="{18D8A66A-2EE3-4F0D-A0BA-6930974ACF42}"/>
              </a:ext>
            </a:extLst>
          </p:cNvPr>
          <p:cNvSpPr>
            <a:spLocks xmlns:a="http://schemas.openxmlformats.org/drawingml/2006/main" noGrp="1"/>
          </p:cNvSpPr>
          <p:nvPr/>
        </p:nvSpPr>
        <p:spPr>
          <a:xfrm xmlns:a="http://schemas.openxmlformats.org/drawingml/2006/main">
            <a:off x="609600" y="2000250"/>
            <a:ext cx="10972800" cy="3714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00" b="0">
                <a:solidFill>
                  <a:srgbClr val="102A43"/>
                </a:solidFill>
                <a:latin typeface="DejaVu Sans Mono"/>
                <a:ea typeface="DejaVu Sans Mono"/>
                <a:cs typeface="DejaVu Sans Mono"/>
              </a:defRPr>
            </a:defPPr>
            <a:lvl1pPr algn="l">
              <a:buNone/>
              <a:defRPr sz="1800" b="0">
                <a:solidFill>
                  <a:srgbClr val="102A43"/>
                </a:solidFill>
                <a:latin typeface="DejaVu Sans Mono"/>
                <a:ea typeface="DejaVu Sans Mono"/>
                <a:cs typeface="DejaVu Sans Mono"/>
              </a:defRPr>
            </a:lvl1pPr>
            <a:lvl2pPr algn="l">
              <a:buNone/>
              <a:defRPr sz="1800" b="0">
                <a:solidFill>
                  <a:srgbClr val="102A43"/>
                </a:solidFill>
                <a:latin typeface="DejaVu Sans Mono"/>
                <a:ea typeface="DejaVu Sans Mono"/>
                <a:cs typeface="DejaVu Sans Mono"/>
              </a:defRPr>
            </a:lvl2pPr>
            <a:lvl3pPr algn="l">
              <a:buNone/>
              <a:defRPr sz="1800" b="0">
                <a:solidFill>
                  <a:srgbClr val="102A43"/>
                </a:solidFill>
                <a:latin typeface="DejaVu Sans Mono"/>
                <a:ea typeface="DejaVu Sans Mono"/>
                <a:cs typeface="DejaVu Sans Mono"/>
              </a:defRPr>
            </a:lvl3pPr>
            <a:lvl4pPr algn="l">
              <a:buNone/>
              <a:defRPr sz="1800" b="0">
                <a:solidFill>
                  <a:srgbClr val="102A43"/>
                </a:solidFill>
                <a:latin typeface="DejaVu Sans Mono"/>
                <a:ea typeface="DejaVu Sans Mono"/>
                <a:cs typeface="DejaVu Sans Mono"/>
              </a:defRPr>
            </a:lvl4pPr>
            <a:lvl5pPr algn="l">
              <a:buNone/>
              <a:defRPr sz="1800" b="0">
                <a:solidFill>
                  <a:srgbClr val="102A43"/>
                </a:solidFill>
                <a:latin typeface="DejaVu Sans Mono"/>
                <a:ea typeface="DejaVu Sans Mono"/>
                <a:cs typeface="DejaVu Sans Mono"/>
              </a:defRPr>
            </a:lvl5pPr>
            <a:lvl6pPr algn="l">
              <a:buNone/>
              <a:defRPr sz="1800" b="0">
                <a:solidFill>
                  <a:srgbClr val="102A43"/>
                </a:solidFill>
                <a:latin typeface="DejaVu Sans Mono"/>
                <a:ea typeface="DejaVu Sans Mono"/>
                <a:cs typeface="DejaVu Sans Mono"/>
              </a:defRPr>
            </a:lvl6pPr>
            <a:lvl7pPr algn="l">
              <a:buNone/>
              <a:defRPr sz="1800" b="0">
                <a:solidFill>
                  <a:srgbClr val="102A43"/>
                </a:solidFill>
                <a:latin typeface="DejaVu Sans Mono"/>
                <a:ea typeface="DejaVu Sans Mono"/>
                <a:cs typeface="DejaVu Sans Mono"/>
              </a:defRPr>
            </a:lvl7pPr>
            <a:lvl8pPr algn="l">
              <a:buNone/>
              <a:defRPr sz="1800" b="0">
                <a:solidFill>
                  <a:srgbClr val="102A43"/>
                </a:solidFill>
                <a:latin typeface="DejaVu Sans Mono"/>
                <a:ea typeface="DejaVu Sans Mono"/>
                <a:cs typeface="DejaVu Sans Mono"/>
              </a:defRPr>
            </a:lvl8pPr>
            <a:lvl9pPr algn="l">
              <a:buNone/>
              <a:defRPr sz="1800" b="0">
                <a:solidFill>
                  <a:srgbClr val="102A43"/>
                </a:solidFill>
                <a:latin typeface="DejaVu Sans Mono"/>
                <a:ea typeface="DejaVu Sans Mono"/>
                <a:cs typeface="DejaVu Sans Mono"/>
              </a:defRPr>
            </a:lvl9pPr>
          </a:lstStyle>
          <a:p xmlns:a="http://schemas.openxmlformats.org/drawingml/2006/main">
            <a:pPr algn="l">
              <a:lnSpc>
                <a:spcPct val="115000"/>
              </a:lnSpc>
              <a:buNone/>
              <a:defRPr sz="1800" b="0">
                <a:solidFill>
                  <a:srgbClr val="102A43"/>
                </a:solidFill>
                <a:latin typeface="DejaVu Sans Mono"/>
                <a:ea typeface="DejaVu Sans Mono"/>
                <a:cs typeface="DejaVu Sans Mono"/>
              </a:defRPr>
            </a:pPr>
            <a:r>
              <a:rPr sz="1800" b="0">
                <a:solidFill>
                  <a:srgbClr val="102A43"/>
                </a:solidFill>
                <a:latin typeface="DejaVu Sans Mono"/>
                <a:ea typeface="DejaVu Sans Mono"/>
                <a:cs typeface="DejaVu Sans Mono"/>
              </a:rPr>
              <a:t>./gradlew test bootJar</a:t>
            </a:r>
          </a:p>
          <a:p xmlns:a="http://schemas.openxmlformats.org/drawingml/2006/main">
            <a:r>
              <a:t/>
            </a:r>
          </a:p>
          <a:p xmlns:a="http://schemas.openxmlformats.org/drawingml/2006/main">
            <a:pPr algn="l">
              <a:lnSpc>
                <a:spcPct val="115000"/>
              </a:lnSpc>
              <a:buNone/>
              <a:defRPr sz="1800" b="0">
                <a:solidFill>
                  <a:srgbClr val="102A43"/>
                </a:solidFill>
                <a:latin typeface="DejaVu Sans Mono"/>
                <a:ea typeface="DejaVu Sans Mono"/>
                <a:cs typeface="DejaVu Sans Mono"/>
              </a:defRPr>
            </a:pPr>
            <a:r>
              <a:rPr sz="1800" b="0">
                <a:solidFill>
                  <a:srgbClr val="102A43"/>
                </a:solidFill>
                <a:latin typeface="DejaVu Sans Mono"/>
                <a:ea typeface="DejaVu Sans Mono"/>
                <a:cs typeface="DejaVu Sans Mono"/>
              </a:rPr>
              <a:t>java -jar build/libs/fileadapter-0.1.0.jar \</a:t>
            </a:r>
          </a:p>
          <a:p xmlns:a="http://schemas.openxmlformats.org/drawingml/2006/main">
            <a:pPr algn="l">
              <a:lnSpc>
                <a:spcPct val="115000"/>
              </a:lnSpc>
              <a:buNone/>
              <a:defRPr sz="1800" b="0">
                <a:solidFill>
                  <a:srgbClr val="102A43"/>
                </a:solidFill>
                <a:latin typeface="DejaVu Sans Mono"/>
                <a:ea typeface="DejaVu Sans Mono"/>
                <a:cs typeface="DejaVu Sans Mono"/>
              </a:defRPr>
            </a:pPr>
            <a:r>
              <a:rPr sz="1800" b="0">
                <a:solidFill>
                  <a:srgbClr val="102A43"/>
                </a:solidFill>
                <a:latin typeface="DejaVu Sans Mono"/>
                <a:ea typeface="DejaVu Sans Mono"/>
                <a:cs typeface="DejaVu Sans Mono"/>
              </a:rPr>
              <a:t>  --spring.profiles.active=consent-demo \</a:t>
            </a:r>
          </a:p>
          <a:p xmlns:a="http://schemas.openxmlformats.org/drawingml/2006/main">
            <a:pPr algn="l">
              <a:lnSpc>
                <a:spcPct val="115000"/>
              </a:lnSpc>
              <a:buNone/>
              <a:defRPr sz="1800" b="0">
                <a:solidFill>
                  <a:srgbClr val="102A43"/>
                </a:solidFill>
                <a:latin typeface="DejaVu Sans Mono"/>
                <a:ea typeface="DejaVu Sans Mono"/>
                <a:cs typeface="DejaVu Sans Mono"/>
              </a:defRPr>
            </a:pPr>
            <a:r>
              <a:rPr sz="1800" b="0">
                <a:solidFill>
                  <a:srgbClr val="102A43"/>
                </a:solidFill>
                <a:latin typeface="DejaVu Sans Mono"/>
                <a:ea typeface="DejaVu Sans Mono"/>
                <a:cs typeface="DejaVu Sans Mono"/>
              </a:rPr>
              <a:t>  --ingestion.file=examples/consent/consent.csv</a:t>
            </a:r>
          </a:p>
          <a:p xmlns:a="http://schemas.openxmlformats.org/drawingml/2006/main">
            <a:r>
              <a:t/>
            </a:r>
          </a:p>
          <a:p xmlns:a="http://schemas.openxmlformats.org/drawingml/2006/main">
            <a:pPr algn="l">
              <a:lnSpc>
                <a:spcPct val="115000"/>
              </a:lnSpc>
              <a:buNone/>
              <a:defRPr sz="1800" b="0">
                <a:solidFill>
                  <a:srgbClr val="102A43"/>
                </a:solidFill>
                <a:latin typeface="DejaVu Sans Mono"/>
                <a:ea typeface="DejaVu Sans Mono"/>
                <a:cs typeface="DejaVu Sans Mono"/>
              </a:defRPr>
            </a:pPr>
            <a:r>
              <a:rPr sz="1800" b="0">
                <a:solidFill>
                  <a:srgbClr val="102A43"/>
                </a:solidFill>
                <a:latin typeface="DejaVu Sans Mono"/>
                <a:ea typeface="DejaVu Sans Mono"/>
                <a:cs typeface="DejaVu Sans Mono"/>
              </a:rPr>
              <a:t>cat var-consent-demo/preview/*/consent.csv.preview.json</a:t>
            </a:r>
          </a:p>
        </p:txBody>
      </p:sp>
      <p:sp>
        <p:nvSpPr>
          <p:cNvPr id="5" name="text-79">
            <a:extLst xmlns:a="http://schemas.openxmlformats.org/drawingml/2006/main">
              <a:ext uri="{FF2B5EF4-FFF2-40B4-BE49-F238E27FC236}">
                <a16:creationId xmlns:a16="http://schemas.microsoft.com/office/drawing/2014/main" id="{1716F53D-3080-4511-B182-52D47A13EBE3}"/>
              </a:ext>
            </a:extLst>
          </p:cNvPr>
          <p:cNvSpPr>
            <a:spLocks xmlns:a="http://schemas.openxmlformats.org/drawingml/2006/main" noGrp="1"/>
          </p:cNvSpPr>
          <p:nvPr/>
        </p:nvSpPr>
        <p:spPr>
          <a:xfrm xmlns:a="http://schemas.openxmlformats.org/drawingml/2006/main">
            <a:off x="609600" y="5905500"/>
            <a:ext cx="10858500" cy="466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725" b="0">
                <a:solidFill>
                  <a:srgbClr val="526778"/>
                </a:solidFill>
                <a:latin typeface="DejaVu Sans"/>
                <a:ea typeface="DejaVu Sans"/>
                <a:cs typeface="DejaVu Sans"/>
              </a:defRPr>
            </a:defPPr>
            <a:lvl1pPr algn="l">
              <a:buNone/>
              <a:defRPr sz="1725" b="0">
                <a:solidFill>
                  <a:srgbClr val="526778"/>
                </a:solidFill>
                <a:latin typeface="DejaVu Sans"/>
                <a:ea typeface="DejaVu Sans"/>
                <a:cs typeface="DejaVu Sans"/>
              </a:defRPr>
            </a:lvl1pPr>
            <a:lvl2pPr algn="l">
              <a:buNone/>
              <a:defRPr sz="1725" b="0">
                <a:solidFill>
                  <a:srgbClr val="526778"/>
                </a:solidFill>
                <a:latin typeface="DejaVu Sans"/>
                <a:ea typeface="DejaVu Sans"/>
                <a:cs typeface="DejaVu Sans"/>
              </a:defRPr>
            </a:lvl2pPr>
            <a:lvl3pPr algn="l">
              <a:buNone/>
              <a:defRPr sz="1725" b="0">
                <a:solidFill>
                  <a:srgbClr val="526778"/>
                </a:solidFill>
                <a:latin typeface="DejaVu Sans"/>
                <a:ea typeface="DejaVu Sans"/>
                <a:cs typeface="DejaVu Sans"/>
              </a:defRPr>
            </a:lvl3pPr>
            <a:lvl4pPr algn="l">
              <a:buNone/>
              <a:defRPr sz="1725" b="0">
                <a:solidFill>
                  <a:srgbClr val="526778"/>
                </a:solidFill>
                <a:latin typeface="DejaVu Sans"/>
                <a:ea typeface="DejaVu Sans"/>
                <a:cs typeface="DejaVu Sans"/>
              </a:defRPr>
            </a:lvl4pPr>
            <a:lvl5pPr algn="l">
              <a:buNone/>
              <a:defRPr sz="1725" b="0">
                <a:solidFill>
                  <a:srgbClr val="526778"/>
                </a:solidFill>
                <a:latin typeface="DejaVu Sans"/>
                <a:ea typeface="DejaVu Sans"/>
                <a:cs typeface="DejaVu Sans"/>
              </a:defRPr>
            </a:lvl5pPr>
            <a:lvl6pPr algn="l">
              <a:buNone/>
              <a:defRPr sz="1725" b="0">
                <a:solidFill>
                  <a:srgbClr val="526778"/>
                </a:solidFill>
                <a:latin typeface="DejaVu Sans"/>
                <a:ea typeface="DejaVu Sans"/>
                <a:cs typeface="DejaVu Sans"/>
              </a:defRPr>
            </a:lvl6pPr>
            <a:lvl7pPr algn="l">
              <a:buNone/>
              <a:defRPr sz="1725" b="0">
                <a:solidFill>
                  <a:srgbClr val="526778"/>
                </a:solidFill>
                <a:latin typeface="DejaVu Sans"/>
                <a:ea typeface="DejaVu Sans"/>
                <a:cs typeface="DejaVu Sans"/>
              </a:defRPr>
            </a:lvl7pPr>
            <a:lvl8pPr algn="l">
              <a:buNone/>
              <a:defRPr sz="1725" b="0">
                <a:solidFill>
                  <a:srgbClr val="526778"/>
                </a:solidFill>
                <a:latin typeface="DejaVu Sans"/>
                <a:ea typeface="DejaVu Sans"/>
                <a:cs typeface="DejaVu Sans"/>
              </a:defRPr>
            </a:lvl8pPr>
            <a:lvl9pPr algn="l">
              <a:buNone/>
              <a:defRPr sz="1725" b="0">
                <a:solidFill>
                  <a:srgbClr val="526778"/>
                </a:solidFill>
                <a:latin typeface="DejaVu Sans"/>
                <a:ea typeface="DejaVu Sans"/>
                <a:cs typeface="DejaVu Sans"/>
              </a:defRPr>
            </a:lvl9pPr>
          </a:lstStyle>
          <a:p xmlns:a="http://schemas.openxmlformats.org/drawingml/2006/main">
            <a:pPr algn="l">
              <a:lnSpc>
                <a:spcPct val="115000"/>
              </a:lnSpc>
              <a:buNone/>
              <a:defRPr sz="1725" b="0">
                <a:solidFill>
                  <a:srgbClr val="526778"/>
                </a:solidFill>
                <a:latin typeface="DejaVu Sans"/>
                <a:ea typeface="DejaVu Sans"/>
                <a:cs typeface="DejaVu Sans"/>
              </a:defRPr>
            </a:pPr>
            <a:r>
              <a:rPr sz="1725" b="0">
                <a:solidFill>
                  <a:srgbClr val="526778"/>
                </a:solidFill>
                <a:latin typeface="DejaVu Sans"/>
                <a:ea typeface="DejaVu Sans"/>
                <a:cs typeface="DejaVu Sans"/>
              </a:rPr>
              <a:t>Five member rows produce four POST arrays containing six consent entries.</a:t>
            </a:r>
          </a:p>
        </p:txBody>
      </p:sp>
    </p:spTree>
    <p:extLst>
      <p:ext uri="{BB962C8B-B14F-4D97-AF65-F5344CB8AC3E}">
        <p14:creationId xmlns:p14="http://schemas.microsoft.com/office/powerpoint/2010/main" val="58938940"/>
      </p:ext>
    </p:extLst>
  </p:cSld>
</p:sld>
</file>

<file path=ppt/slides/slide26.xml><?xml version="1.0" encoding="utf-8"?>
<p:sld xmlns:p="http://schemas.openxmlformats.org/presentationml/2006/main">
  <p:cSld>
    <p:bg>
      <p:bgPr>
        <a:solidFill xmlns:a="http://schemas.openxmlformats.org/drawingml/2006/main">
          <a:srgbClr val="F6F8FA"/>
        </a:solidFill>
      </p:bgPr>
    </p:bg>
    <p:spTree>
      <p:nvGrpSpPr>
        <p:cNvPr id="1" name=""/>
        <p:cNvGrpSpPr/>
        <p:nvPr/>
      </p:nvGrpSpPr>
      <p:grpSpPr>
        <a:xfrm xmlns:a="http://schemas.openxmlformats.org/drawingml/2006/main"/>
      </p:grpSpPr>
      <p:sp>
        <p:nvSpPr>
          <p:cNvPr id="6" name="slide-title">
            <a:extLst xmlns:a="http://schemas.openxmlformats.org/drawingml/2006/main">
              <a:ext uri="{FF2B5EF4-FFF2-40B4-BE49-F238E27FC236}">
                <a16:creationId xmlns:a16="http://schemas.microsoft.com/office/drawing/2014/main" id="{55E83FF4-8355-465B-89A3-8CE2DA48AC2C}"/>
              </a:ext>
            </a:extLst>
          </p:cNvPr>
          <p:cNvSpPr>
            <a:spLocks xmlns:a="http://schemas.openxmlformats.org/drawingml/2006/main" noGrp="1"/>
          </p:cNvSpPr>
          <p:nvPr/>
        </p:nvSpPr>
        <p:spPr>
          <a:xfrm xmlns:a="http://schemas.openxmlformats.org/drawingml/2006/main">
            <a:off x="609600" y="438150"/>
            <a:ext cx="109728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300" b="1">
                <a:solidFill>
                  <a:srgbClr val="102A43"/>
                </a:solidFill>
                <a:latin typeface="DejaVu Sans"/>
                <a:ea typeface="DejaVu Sans"/>
                <a:cs typeface="DejaVu Sans"/>
              </a:defRPr>
            </a:defPPr>
            <a:lvl1pPr algn="l">
              <a:buNone/>
              <a:defRPr sz="3300" b="1">
                <a:solidFill>
                  <a:srgbClr val="102A43"/>
                </a:solidFill>
                <a:latin typeface="DejaVu Sans"/>
                <a:ea typeface="DejaVu Sans"/>
                <a:cs typeface="DejaVu Sans"/>
              </a:defRPr>
            </a:lvl1pPr>
            <a:lvl2pPr algn="l">
              <a:buNone/>
              <a:defRPr sz="3300" b="1">
                <a:solidFill>
                  <a:srgbClr val="102A43"/>
                </a:solidFill>
                <a:latin typeface="DejaVu Sans"/>
                <a:ea typeface="DejaVu Sans"/>
                <a:cs typeface="DejaVu Sans"/>
              </a:defRPr>
            </a:lvl2pPr>
            <a:lvl3pPr algn="l">
              <a:buNone/>
              <a:defRPr sz="3300" b="1">
                <a:solidFill>
                  <a:srgbClr val="102A43"/>
                </a:solidFill>
                <a:latin typeface="DejaVu Sans"/>
                <a:ea typeface="DejaVu Sans"/>
                <a:cs typeface="DejaVu Sans"/>
              </a:defRPr>
            </a:lvl3pPr>
            <a:lvl4pPr algn="l">
              <a:buNone/>
              <a:defRPr sz="3300" b="1">
                <a:solidFill>
                  <a:srgbClr val="102A43"/>
                </a:solidFill>
                <a:latin typeface="DejaVu Sans"/>
                <a:ea typeface="DejaVu Sans"/>
                <a:cs typeface="DejaVu Sans"/>
              </a:defRPr>
            </a:lvl4pPr>
            <a:lvl5pPr algn="l">
              <a:buNone/>
              <a:defRPr sz="3300" b="1">
                <a:solidFill>
                  <a:srgbClr val="102A43"/>
                </a:solidFill>
                <a:latin typeface="DejaVu Sans"/>
                <a:ea typeface="DejaVu Sans"/>
                <a:cs typeface="DejaVu Sans"/>
              </a:defRPr>
            </a:lvl5pPr>
            <a:lvl6pPr algn="l">
              <a:buNone/>
              <a:defRPr sz="3300" b="1">
                <a:solidFill>
                  <a:srgbClr val="102A43"/>
                </a:solidFill>
                <a:latin typeface="DejaVu Sans"/>
                <a:ea typeface="DejaVu Sans"/>
                <a:cs typeface="DejaVu Sans"/>
              </a:defRPr>
            </a:lvl6pPr>
            <a:lvl7pPr algn="l">
              <a:buNone/>
              <a:defRPr sz="3300" b="1">
                <a:solidFill>
                  <a:srgbClr val="102A43"/>
                </a:solidFill>
                <a:latin typeface="DejaVu Sans"/>
                <a:ea typeface="DejaVu Sans"/>
                <a:cs typeface="DejaVu Sans"/>
              </a:defRPr>
            </a:lvl7pPr>
            <a:lvl8pPr algn="l">
              <a:buNone/>
              <a:defRPr sz="3300" b="1">
                <a:solidFill>
                  <a:srgbClr val="102A43"/>
                </a:solidFill>
                <a:latin typeface="DejaVu Sans"/>
                <a:ea typeface="DejaVu Sans"/>
                <a:cs typeface="DejaVu Sans"/>
              </a:defRPr>
            </a:lvl8pPr>
            <a:lvl9pPr algn="l">
              <a:buNone/>
              <a:defRPr sz="3300" b="1">
                <a:solidFill>
                  <a:srgbClr val="102A43"/>
                </a:solidFill>
                <a:latin typeface="DejaVu Sans"/>
                <a:ea typeface="DejaVu Sans"/>
                <a:cs typeface="DejaVu Sans"/>
              </a:defRPr>
            </a:lvl9pPr>
          </a:lstStyle>
          <a:p xmlns:a="http://schemas.openxmlformats.org/drawingml/2006/main">
            <a:pPr algn="l">
              <a:lnSpc>
                <a:spcPct val="115000"/>
              </a:lnSpc>
              <a:buNone/>
              <a:defRPr sz="3300" b="1">
                <a:solidFill>
                  <a:srgbClr val="102A43"/>
                </a:solidFill>
                <a:latin typeface="DejaVu Sans"/>
                <a:ea typeface="DejaVu Sans"/>
                <a:cs typeface="DejaVu Sans"/>
              </a:defRPr>
            </a:pPr>
            <a:r>
              <a:rPr sz="3300" b="1">
                <a:solidFill>
                  <a:srgbClr val="102A43"/>
                </a:solidFill>
                <a:latin typeface="DejaVu Sans"/>
                <a:ea typeface="DejaVu Sans"/>
                <a:cs typeface="DejaVu Sans"/>
              </a:rPr>
              <a:t>Multiple format demo</a:t>
            </a:r>
          </a:p>
        </p:txBody>
      </p:sp>
      <p:sp>
        <p:nvSpPr>
          <p:cNvPr id="2" name="text-80">
            <a:extLst xmlns:a="http://schemas.openxmlformats.org/drawingml/2006/main">
              <a:ext uri="{FF2B5EF4-FFF2-40B4-BE49-F238E27FC236}">
                <a16:creationId xmlns:a16="http://schemas.microsoft.com/office/drawing/2014/main" id="{F59B906E-13F4-49E4-81F7-935A18F46098}"/>
              </a:ext>
            </a:extLst>
          </p:cNvPr>
          <p:cNvSpPr>
            <a:spLocks xmlns:a="http://schemas.openxmlformats.org/drawingml/2006/main" noGrp="1"/>
          </p:cNvSpPr>
          <p:nvPr/>
        </p:nvSpPr>
        <p:spPr>
          <a:xfrm xmlns:a="http://schemas.openxmlformats.org/drawingml/2006/main">
            <a:off x="609600" y="1371600"/>
            <a:ext cx="109728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526778"/>
                </a:solidFill>
                <a:latin typeface="DejaVu Sans"/>
                <a:ea typeface="DejaVu Sans"/>
                <a:cs typeface="DejaVu Sans"/>
              </a:defRPr>
            </a:defPPr>
            <a:lvl1pPr algn="l">
              <a:buNone/>
              <a:defRPr sz="1875" b="0">
                <a:solidFill>
                  <a:srgbClr val="526778"/>
                </a:solidFill>
                <a:latin typeface="DejaVu Sans"/>
                <a:ea typeface="DejaVu Sans"/>
                <a:cs typeface="DejaVu Sans"/>
              </a:defRPr>
            </a:lvl1pPr>
            <a:lvl2pPr algn="l">
              <a:buNone/>
              <a:defRPr sz="1875" b="0">
                <a:solidFill>
                  <a:srgbClr val="526778"/>
                </a:solidFill>
                <a:latin typeface="DejaVu Sans"/>
                <a:ea typeface="DejaVu Sans"/>
                <a:cs typeface="DejaVu Sans"/>
              </a:defRPr>
            </a:lvl2pPr>
            <a:lvl3pPr algn="l">
              <a:buNone/>
              <a:defRPr sz="1875" b="0">
                <a:solidFill>
                  <a:srgbClr val="526778"/>
                </a:solidFill>
                <a:latin typeface="DejaVu Sans"/>
                <a:ea typeface="DejaVu Sans"/>
                <a:cs typeface="DejaVu Sans"/>
              </a:defRPr>
            </a:lvl3pPr>
            <a:lvl4pPr algn="l">
              <a:buNone/>
              <a:defRPr sz="1875" b="0">
                <a:solidFill>
                  <a:srgbClr val="526778"/>
                </a:solidFill>
                <a:latin typeface="DejaVu Sans"/>
                <a:ea typeface="DejaVu Sans"/>
                <a:cs typeface="DejaVu Sans"/>
              </a:defRPr>
            </a:lvl4pPr>
            <a:lvl5pPr algn="l">
              <a:buNone/>
              <a:defRPr sz="1875" b="0">
                <a:solidFill>
                  <a:srgbClr val="526778"/>
                </a:solidFill>
                <a:latin typeface="DejaVu Sans"/>
                <a:ea typeface="DejaVu Sans"/>
                <a:cs typeface="DejaVu Sans"/>
              </a:defRPr>
            </a:lvl5pPr>
            <a:lvl6pPr algn="l">
              <a:buNone/>
              <a:defRPr sz="1875" b="0">
                <a:solidFill>
                  <a:srgbClr val="526778"/>
                </a:solidFill>
                <a:latin typeface="DejaVu Sans"/>
                <a:ea typeface="DejaVu Sans"/>
                <a:cs typeface="DejaVu Sans"/>
              </a:defRPr>
            </a:lvl6pPr>
            <a:lvl7pPr algn="l">
              <a:buNone/>
              <a:defRPr sz="1875" b="0">
                <a:solidFill>
                  <a:srgbClr val="526778"/>
                </a:solidFill>
                <a:latin typeface="DejaVu Sans"/>
                <a:ea typeface="DejaVu Sans"/>
                <a:cs typeface="DejaVu Sans"/>
              </a:defRPr>
            </a:lvl7pPr>
            <a:lvl8pPr algn="l">
              <a:buNone/>
              <a:defRPr sz="1875" b="0">
                <a:solidFill>
                  <a:srgbClr val="526778"/>
                </a:solidFill>
                <a:latin typeface="DejaVu Sans"/>
                <a:ea typeface="DejaVu Sans"/>
                <a:cs typeface="DejaVu Sans"/>
              </a:defRPr>
            </a:lvl8pPr>
            <a:lvl9pPr algn="l">
              <a:buNone/>
              <a:defRPr sz="1875" b="0">
                <a:solidFill>
                  <a:srgbClr val="526778"/>
                </a:solidFill>
                <a:latin typeface="DejaVu Sans"/>
                <a:ea typeface="DejaVu Sans"/>
                <a:cs typeface="DejaVu Sans"/>
              </a:defRPr>
            </a:lvl9pPr>
          </a:lstStyle>
          <a:p xmlns:a="http://schemas.openxmlformats.org/drawingml/2006/main">
            <a:pPr algn="l">
              <a:lnSpc>
                <a:spcPct val="115000"/>
              </a:lnSpc>
              <a:buNone/>
              <a:defRPr sz="1875" b="0">
                <a:solidFill>
                  <a:srgbClr val="526778"/>
                </a:solidFill>
                <a:latin typeface="DejaVu Sans"/>
                <a:ea typeface="DejaVu Sans"/>
                <a:cs typeface="DejaVu Sans"/>
              </a:defRPr>
            </a:pPr>
            <a:r>
              <a:rPr sz="1875" b="0">
                <a:solidFill>
                  <a:srgbClr val="526778"/>
                </a:solidFill>
                <a:latin typeface="DejaVu Sans"/>
                <a:ea typeface="DejaVu Sans"/>
                <a:cs typeface="DejaVu Sans"/>
              </a:rPr>
              <a:t>Change the source filename while retaining the same consent rules.</a:t>
            </a:r>
          </a:p>
        </p:txBody>
      </p:sp>
      <p:sp>
        <p:nvSpPr>
          <p:cNvPr id="3" name="slide-number">
            <a:extLst xmlns:a="http://schemas.openxmlformats.org/drawingml/2006/main">
              <a:ext uri="{FF2B5EF4-FFF2-40B4-BE49-F238E27FC236}">
                <a16:creationId xmlns:a16="http://schemas.microsoft.com/office/drawing/2014/main" id="{D0274687-B513-4646-9222-6A82F9CF5DE5}"/>
              </a:ext>
            </a:extLst>
          </p:cNvPr>
          <p:cNvSpPr>
            <a:spLocks xmlns:a="http://schemas.openxmlformats.org/drawingml/2006/main" noGrp="1"/>
          </p:cNvSpPr>
          <p:nvPr/>
        </p:nvSpPr>
        <p:spPr>
          <a:xfrm xmlns:a="http://schemas.openxmlformats.org/drawingml/2006/main">
            <a:off x="11182350" y="6391275"/>
            <a:ext cx="4000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275" b="0">
                <a:solidFill>
                  <a:srgbClr val="526778"/>
                </a:solidFill>
                <a:latin typeface="DejaVu Sans"/>
                <a:ea typeface="DejaVu Sans"/>
                <a:cs typeface="DejaVu Sans"/>
              </a:defRPr>
            </a:defPPr>
            <a:lvl1pPr algn="r">
              <a:buNone/>
              <a:defRPr sz="1275" b="0">
                <a:solidFill>
                  <a:srgbClr val="526778"/>
                </a:solidFill>
                <a:latin typeface="DejaVu Sans"/>
                <a:ea typeface="DejaVu Sans"/>
                <a:cs typeface="DejaVu Sans"/>
              </a:defRPr>
            </a:lvl1pPr>
            <a:lvl2pPr algn="r">
              <a:buNone/>
              <a:defRPr sz="1275" b="0">
                <a:solidFill>
                  <a:srgbClr val="526778"/>
                </a:solidFill>
                <a:latin typeface="DejaVu Sans"/>
                <a:ea typeface="DejaVu Sans"/>
                <a:cs typeface="DejaVu Sans"/>
              </a:defRPr>
            </a:lvl2pPr>
            <a:lvl3pPr algn="r">
              <a:buNone/>
              <a:defRPr sz="1275" b="0">
                <a:solidFill>
                  <a:srgbClr val="526778"/>
                </a:solidFill>
                <a:latin typeface="DejaVu Sans"/>
                <a:ea typeface="DejaVu Sans"/>
                <a:cs typeface="DejaVu Sans"/>
              </a:defRPr>
            </a:lvl3pPr>
            <a:lvl4pPr algn="r">
              <a:buNone/>
              <a:defRPr sz="1275" b="0">
                <a:solidFill>
                  <a:srgbClr val="526778"/>
                </a:solidFill>
                <a:latin typeface="DejaVu Sans"/>
                <a:ea typeface="DejaVu Sans"/>
                <a:cs typeface="DejaVu Sans"/>
              </a:defRPr>
            </a:lvl4pPr>
            <a:lvl5pPr algn="r">
              <a:buNone/>
              <a:defRPr sz="1275" b="0">
                <a:solidFill>
                  <a:srgbClr val="526778"/>
                </a:solidFill>
                <a:latin typeface="DejaVu Sans"/>
                <a:ea typeface="DejaVu Sans"/>
                <a:cs typeface="DejaVu Sans"/>
              </a:defRPr>
            </a:lvl5pPr>
            <a:lvl6pPr algn="r">
              <a:buNone/>
              <a:defRPr sz="1275" b="0">
                <a:solidFill>
                  <a:srgbClr val="526778"/>
                </a:solidFill>
                <a:latin typeface="DejaVu Sans"/>
                <a:ea typeface="DejaVu Sans"/>
                <a:cs typeface="DejaVu Sans"/>
              </a:defRPr>
            </a:lvl6pPr>
            <a:lvl7pPr algn="r">
              <a:buNone/>
              <a:defRPr sz="1275" b="0">
                <a:solidFill>
                  <a:srgbClr val="526778"/>
                </a:solidFill>
                <a:latin typeface="DejaVu Sans"/>
                <a:ea typeface="DejaVu Sans"/>
                <a:cs typeface="DejaVu Sans"/>
              </a:defRPr>
            </a:lvl7pPr>
            <a:lvl8pPr algn="r">
              <a:buNone/>
              <a:defRPr sz="1275" b="0">
                <a:solidFill>
                  <a:srgbClr val="526778"/>
                </a:solidFill>
                <a:latin typeface="DejaVu Sans"/>
                <a:ea typeface="DejaVu Sans"/>
                <a:cs typeface="DejaVu Sans"/>
              </a:defRPr>
            </a:lvl8pPr>
            <a:lvl9pPr algn="r">
              <a:buNone/>
              <a:defRPr sz="1275" b="0">
                <a:solidFill>
                  <a:srgbClr val="526778"/>
                </a:solidFill>
                <a:latin typeface="DejaVu Sans"/>
                <a:ea typeface="DejaVu Sans"/>
                <a:cs typeface="DejaVu Sans"/>
              </a:defRPr>
            </a:lvl9pPr>
          </a:lstStyle>
          <a:p xmlns:a="http://schemas.openxmlformats.org/drawingml/2006/main">
            <a:pPr algn="r">
              <a:lnSpc>
                <a:spcPct val="115000"/>
              </a:lnSpc>
              <a:buNone/>
              <a:defRPr sz="1275" b="0">
                <a:solidFill>
                  <a:srgbClr val="526778"/>
                </a:solidFill>
                <a:latin typeface="DejaVu Sans"/>
                <a:ea typeface="DejaVu Sans"/>
                <a:cs typeface="DejaVu Sans"/>
              </a:defRPr>
            </a:pPr>
            <a:r>
              <a:rPr sz="1275" b="0">
                <a:solidFill>
                  <a:srgbClr val="526778"/>
                </a:solidFill>
                <a:latin typeface="DejaVu Sans"/>
                <a:ea typeface="DejaVu Sans"/>
                <a:cs typeface="DejaVu Sans"/>
              </a:rPr>
              <a:t>26</a:t>
            </a:r>
          </a:p>
        </p:txBody>
      </p:sp>
      <p:sp>
        <p:nvSpPr>
          <p:cNvPr id="4" name="text-81">
            <a:extLst xmlns:a="http://schemas.openxmlformats.org/drawingml/2006/main">
              <a:ext uri="{FF2B5EF4-FFF2-40B4-BE49-F238E27FC236}">
                <a16:creationId xmlns:a16="http://schemas.microsoft.com/office/drawing/2014/main" id="{ACA2256C-0D03-4C4D-BFFB-45AB60A3F5F6}"/>
              </a:ext>
            </a:extLst>
          </p:cNvPr>
          <p:cNvSpPr>
            <a:spLocks xmlns:a="http://schemas.openxmlformats.org/drawingml/2006/main" noGrp="1"/>
          </p:cNvSpPr>
          <p:nvPr/>
        </p:nvSpPr>
        <p:spPr>
          <a:xfrm xmlns:a="http://schemas.openxmlformats.org/drawingml/2006/main">
            <a:off x="609600" y="2000250"/>
            <a:ext cx="10972800" cy="3714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00" b="0">
                <a:solidFill>
                  <a:srgbClr val="102A43"/>
                </a:solidFill>
                <a:latin typeface="DejaVu Sans Mono"/>
                <a:ea typeface="DejaVu Sans Mono"/>
                <a:cs typeface="DejaVu Sans Mono"/>
              </a:defRPr>
            </a:defPPr>
            <a:lvl1pPr algn="l">
              <a:buNone/>
              <a:defRPr sz="1800" b="0">
                <a:solidFill>
                  <a:srgbClr val="102A43"/>
                </a:solidFill>
                <a:latin typeface="DejaVu Sans Mono"/>
                <a:ea typeface="DejaVu Sans Mono"/>
                <a:cs typeface="DejaVu Sans Mono"/>
              </a:defRPr>
            </a:lvl1pPr>
            <a:lvl2pPr algn="l">
              <a:buNone/>
              <a:defRPr sz="1800" b="0">
                <a:solidFill>
                  <a:srgbClr val="102A43"/>
                </a:solidFill>
                <a:latin typeface="DejaVu Sans Mono"/>
                <a:ea typeface="DejaVu Sans Mono"/>
                <a:cs typeface="DejaVu Sans Mono"/>
              </a:defRPr>
            </a:lvl2pPr>
            <a:lvl3pPr algn="l">
              <a:buNone/>
              <a:defRPr sz="1800" b="0">
                <a:solidFill>
                  <a:srgbClr val="102A43"/>
                </a:solidFill>
                <a:latin typeface="DejaVu Sans Mono"/>
                <a:ea typeface="DejaVu Sans Mono"/>
                <a:cs typeface="DejaVu Sans Mono"/>
              </a:defRPr>
            </a:lvl3pPr>
            <a:lvl4pPr algn="l">
              <a:buNone/>
              <a:defRPr sz="1800" b="0">
                <a:solidFill>
                  <a:srgbClr val="102A43"/>
                </a:solidFill>
                <a:latin typeface="DejaVu Sans Mono"/>
                <a:ea typeface="DejaVu Sans Mono"/>
                <a:cs typeface="DejaVu Sans Mono"/>
              </a:defRPr>
            </a:lvl4pPr>
            <a:lvl5pPr algn="l">
              <a:buNone/>
              <a:defRPr sz="1800" b="0">
                <a:solidFill>
                  <a:srgbClr val="102A43"/>
                </a:solidFill>
                <a:latin typeface="DejaVu Sans Mono"/>
                <a:ea typeface="DejaVu Sans Mono"/>
                <a:cs typeface="DejaVu Sans Mono"/>
              </a:defRPr>
            </a:lvl5pPr>
            <a:lvl6pPr algn="l">
              <a:buNone/>
              <a:defRPr sz="1800" b="0">
                <a:solidFill>
                  <a:srgbClr val="102A43"/>
                </a:solidFill>
                <a:latin typeface="DejaVu Sans Mono"/>
                <a:ea typeface="DejaVu Sans Mono"/>
                <a:cs typeface="DejaVu Sans Mono"/>
              </a:defRPr>
            </a:lvl6pPr>
            <a:lvl7pPr algn="l">
              <a:buNone/>
              <a:defRPr sz="1800" b="0">
                <a:solidFill>
                  <a:srgbClr val="102A43"/>
                </a:solidFill>
                <a:latin typeface="DejaVu Sans Mono"/>
                <a:ea typeface="DejaVu Sans Mono"/>
                <a:cs typeface="DejaVu Sans Mono"/>
              </a:defRPr>
            </a:lvl7pPr>
            <a:lvl8pPr algn="l">
              <a:buNone/>
              <a:defRPr sz="1800" b="0">
                <a:solidFill>
                  <a:srgbClr val="102A43"/>
                </a:solidFill>
                <a:latin typeface="DejaVu Sans Mono"/>
                <a:ea typeface="DejaVu Sans Mono"/>
                <a:cs typeface="DejaVu Sans Mono"/>
              </a:defRPr>
            </a:lvl8pPr>
            <a:lvl9pPr algn="l">
              <a:buNone/>
              <a:defRPr sz="1800" b="0">
                <a:solidFill>
                  <a:srgbClr val="102A43"/>
                </a:solidFill>
                <a:latin typeface="DejaVu Sans Mono"/>
                <a:ea typeface="DejaVu Sans Mono"/>
                <a:cs typeface="DejaVu Sans Mono"/>
              </a:defRPr>
            </a:lvl9pPr>
          </a:lstStyle>
          <a:p xmlns:a="http://schemas.openxmlformats.org/drawingml/2006/main">
            <a:pPr algn="l">
              <a:lnSpc>
                <a:spcPct val="115000"/>
              </a:lnSpc>
              <a:buNone/>
              <a:defRPr sz="1800" b="0">
                <a:solidFill>
                  <a:srgbClr val="102A43"/>
                </a:solidFill>
                <a:latin typeface="DejaVu Sans Mono"/>
                <a:ea typeface="DejaVu Sans Mono"/>
                <a:cs typeface="DejaVu Sans Mono"/>
              </a:defRPr>
            </a:pPr>
            <a:r>
              <a:rPr sz="1800" b="0">
                <a:solidFill>
                  <a:srgbClr val="102A43"/>
                </a:solidFill>
                <a:latin typeface="DejaVu Sans Mono"/>
                <a:ea typeface="DejaVu Sans Mono"/>
                <a:cs typeface="DejaVu Sans Mono"/>
              </a:rPr>
              <a:t>for file in consent.csv consent-noheader.psv consent.fw \</a:t>
            </a:r>
          </a:p>
          <a:p xmlns:a="http://schemas.openxmlformats.org/drawingml/2006/main">
            <a:pPr algn="l">
              <a:lnSpc>
                <a:spcPct val="115000"/>
              </a:lnSpc>
              <a:buNone/>
              <a:defRPr sz="1800" b="0">
                <a:solidFill>
                  <a:srgbClr val="102A43"/>
                </a:solidFill>
                <a:latin typeface="DejaVu Sans Mono"/>
                <a:ea typeface="DejaVu Sans Mono"/>
                <a:cs typeface="DejaVu Sans Mono"/>
              </a:defRPr>
            </a:pPr>
            <a:r>
              <a:rPr sz="1800" b="0">
                <a:solidFill>
                  <a:srgbClr val="102A43"/>
                </a:solidFill>
                <a:latin typeface="DejaVu Sans Mono"/>
                <a:ea typeface="DejaVu Sans Mono"/>
                <a:cs typeface="DejaVu Sans Mono"/>
              </a:rPr>
              <a:t>            consent.xml consent-array.json consent.jsonl; do</a:t>
            </a:r>
          </a:p>
          <a:p xmlns:a="http://schemas.openxmlformats.org/drawingml/2006/main">
            <a:pPr algn="l">
              <a:lnSpc>
                <a:spcPct val="115000"/>
              </a:lnSpc>
              <a:buNone/>
              <a:defRPr sz="1800" b="0">
                <a:solidFill>
                  <a:srgbClr val="102A43"/>
                </a:solidFill>
                <a:latin typeface="DejaVu Sans Mono"/>
                <a:ea typeface="DejaVu Sans Mono"/>
                <a:cs typeface="DejaVu Sans Mono"/>
              </a:defRPr>
            </a:pPr>
            <a:r>
              <a:rPr sz="1800" b="0">
                <a:solidFill>
                  <a:srgbClr val="102A43"/>
                </a:solidFill>
                <a:latin typeface="DejaVu Sans Mono"/>
                <a:ea typeface="DejaVu Sans Mono"/>
                <a:cs typeface="DejaVu Sans Mono"/>
              </a:rPr>
              <a:t>  java -jar build/libs/fileadapter-0.1.0.jar \</a:t>
            </a:r>
          </a:p>
          <a:p xmlns:a="http://schemas.openxmlformats.org/drawingml/2006/main">
            <a:pPr algn="l">
              <a:lnSpc>
                <a:spcPct val="115000"/>
              </a:lnSpc>
              <a:buNone/>
              <a:defRPr sz="1800" b="0">
                <a:solidFill>
                  <a:srgbClr val="102A43"/>
                </a:solidFill>
                <a:latin typeface="DejaVu Sans Mono"/>
                <a:ea typeface="DejaVu Sans Mono"/>
                <a:cs typeface="DejaVu Sans Mono"/>
              </a:defRPr>
            </a:pPr>
            <a:r>
              <a:rPr sz="1800" b="0">
                <a:solidFill>
                  <a:srgbClr val="102A43"/>
                </a:solidFill>
                <a:latin typeface="DejaVu Sans Mono"/>
                <a:ea typeface="DejaVu Sans Mono"/>
                <a:cs typeface="DejaVu Sans Mono"/>
              </a:rPr>
              <a:t>    --spring.profiles.active=consent-demo \</a:t>
            </a:r>
          </a:p>
          <a:p xmlns:a="http://schemas.openxmlformats.org/drawingml/2006/main">
            <a:pPr algn="l">
              <a:lnSpc>
                <a:spcPct val="115000"/>
              </a:lnSpc>
              <a:buNone/>
              <a:defRPr sz="1800" b="0">
                <a:solidFill>
                  <a:srgbClr val="102A43"/>
                </a:solidFill>
                <a:latin typeface="DejaVu Sans Mono"/>
                <a:ea typeface="DejaVu Sans Mono"/>
                <a:cs typeface="DejaVu Sans Mono"/>
              </a:defRPr>
            </a:pPr>
            <a:r>
              <a:rPr sz="1800" b="0">
                <a:solidFill>
                  <a:srgbClr val="102A43"/>
                </a:solidFill>
                <a:latin typeface="DejaVu Sans Mono"/>
                <a:ea typeface="DejaVu Sans Mono"/>
                <a:cs typeface="DejaVu Sans Mono"/>
              </a:rPr>
              <a:t>    --ingestion.file="examples/consent/$file" || break</a:t>
            </a:r>
          </a:p>
          <a:p xmlns:a="http://schemas.openxmlformats.org/drawingml/2006/main">
            <a:pPr algn="l">
              <a:lnSpc>
                <a:spcPct val="115000"/>
              </a:lnSpc>
              <a:buNone/>
              <a:defRPr sz="1800" b="0">
                <a:solidFill>
                  <a:srgbClr val="102A43"/>
                </a:solidFill>
                <a:latin typeface="DejaVu Sans Mono"/>
                <a:ea typeface="DejaVu Sans Mono"/>
                <a:cs typeface="DejaVu Sans Mono"/>
              </a:defRPr>
            </a:pPr>
            <a:r>
              <a:rPr sz="1800" b="0">
                <a:solidFill>
                  <a:srgbClr val="102A43"/>
                </a:solidFill>
                <a:latin typeface="DejaVu Sans Mono"/>
                <a:ea typeface="DejaVu Sans Mono"/>
                <a:cs typeface="DejaVu Sans Mono"/>
              </a:rPr>
              <a:t>done</a:t>
            </a:r>
          </a:p>
        </p:txBody>
      </p:sp>
      <p:sp>
        <p:nvSpPr>
          <p:cNvPr id="5" name="text-82">
            <a:extLst xmlns:a="http://schemas.openxmlformats.org/drawingml/2006/main">
              <a:ext uri="{FF2B5EF4-FFF2-40B4-BE49-F238E27FC236}">
                <a16:creationId xmlns:a16="http://schemas.microsoft.com/office/drawing/2014/main" id="{C524ED2F-D697-44A8-B2E1-4A1A801AB647}"/>
              </a:ext>
            </a:extLst>
          </p:cNvPr>
          <p:cNvSpPr>
            <a:spLocks xmlns:a="http://schemas.openxmlformats.org/drawingml/2006/main" noGrp="1"/>
          </p:cNvSpPr>
          <p:nvPr/>
        </p:nvSpPr>
        <p:spPr>
          <a:xfrm xmlns:a="http://schemas.openxmlformats.org/drawingml/2006/main">
            <a:off x="609600" y="5905500"/>
            <a:ext cx="10858500" cy="466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725" b="0">
                <a:solidFill>
                  <a:srgbClr val="526778"/>
                </a:solidFill>
                <a:latin typeface="DejaVu Sans"/>
                <a:ea typeface="DejaVu Sans"/>
                <a:cs typeface="DejaVu Sans"/>
              </a:defRPr>
            </a:defPPr>
            <a:lvl1pPr algn="l">
              <a:buNone/>
              <a:defRPr sz="1725" b="0">
                <a:solidFill>
                  <a:srgbClr val="526778"/>
                </a:solidFill>
                <a:latin typeface="DejaVu Sans"/>
                <a:ea typeface="DejaVu Sans"/>
                <a:cs typeface="DejaVu Sans"/>
              </a:defRPr>
            </a:lvl1pPr>
            <a:lvl2pPr algn="l">
              <a:buNone/>
              <a:defRPr sz="1725" b="0">
                <a:solidFill>
                  <a:srgbClr val="526778"/>
                </a:solidFill>
                <a:latin typeface="DejaVu Sans"/>
                <a:ea typeface="DejaVu Sans"/>
                <a:cs typeface="DejaVu Sans"/>
              </a:defRPr>
            </a:lvl2pPr>
            <a:lvl3pPr algn="l">
              <a:buNone/>
              <a:defRPr sz="1725" b="0">
                <a:solidFill>
                  <a:srgbClr val="526778"/>
                </a:solidFill>
                <a:latin typeface="DejaVu Sans"/>
                <a:ea typeface="DejaVu Sans"/>
                <a:cs typeface="DejaVu Sans"/>
              </a:defRPr>
            </a:lvl3pPr>
            <a:lvl4pPr algn="l">
              <a:buNone/>
              <a:defRPr sz="1725" b="0">
                <a:solidFill>
                  <a:srgbClr val="526778"/>
                </a:solidFill>
                <a:latin typeface="DejaVu Sans"/>
                <a:ea typeface="DejaVu Sans"/>
                <a:cs typeface="DejaVu Sans"/>
              </a:defRPr>
            </a:lvl4pPr>
            <a:lvl5pPr algn="l">
              <a:buNone/>
              <a:defRPr sz="1725" b="0">
                <a:solidFill>
                  <a:srgbClr val="526778"/>
                </a:solidFill>
                <a:latin typeface="DejaVu Sans"/>
                <a:ea typeface="DejaVu Sans"/>
                <a:cs typeface="DejaVu Sans"/>
              </a:defRPr>
            </a:lvl5pPr>
            <a:lvl6pPr algn="l">
              <a:buNone/>
              <a:defRPr sz="1725" b="0">
                <a:solidFill>
                  <a:srgbClr val="526778"/>
                </a:solidFill>
                <a:latin typeface="DejaVu Sans"/>
                <a:ea typeface="DejaVu Sans"/>
                <a:cs typeface="DejaVu Sans"/>
              </a:defRPr>
            </a:lvl6pPr>
            <a:lvl7pPr algn="l">
              <a:buNone/>
              <a:defRPr sz="1725" b="0">
                <a:solidFill>
                  <a:srgbClr val="526778"/>
                </a:solidFill>
                <a:latin typeface="DejaVu Sans"/>
                <a:ea typeface="DejaVu Sans"/>
                <a:cs typeface="DejaVu Sans"/>
              </a:defRPr>
            </a:lvl7pPr>
            <a:lvl8pPr algn="l">
              <a:buNone/>
              <a:defRPr sz="1725" b="0">
                <a:solidFill>
                  <a:srgbClr val="526778"/>
                </a:solidFill>
                <a:latin typeface="DejaVu Sans"/>
                <a:ea typeface="DejaVu Sans"/>
                <a:cs typeface="DejaVu Sans"/>
              </a:defRPr>
            </a:lvl8pPr>
            <a:lvl9pPr algn="l">
              <a:buNone/>
              <a:defRPr sz="1725" b="0">
                <a:solidFill>
                  <a:srgbClr val="526778"/>
                </a:solidFill>
                <a:latin typeface="DejaVu Sans"/>
                <a:ea typeface="DejaVu Sans"/>
                <a:cs typeface="DejaVu Sans"/>
              </a:defRPr>
            </a:lvl9pPr>
          </a:lstStyle>
          <a:p xmlns:a="http://schemas.openxmlformats.org/drawingml/2006/main">
            <a:pPr algn="l">
              <a:lnSpc>
                <a:spcPct val="115000"/>
              </a:lnSpc>
              <a:buNone/>
              <a:defRPr sz="1725" b="0">
                <a:solidFill>
                  <a:srgbClr val="526778"/>
                </a:solidFill>
                <a:latin typeface="DejaVu Sans"/>
                <a:ea typeface="DejaVu Sans"/>
                <a:cs typeface="DejaVu Sans"/>
              </a:defRPr>
            </a:pPr>
            <a:r>
              <a:rPr sz="1725" b="0">
                <a:solidFill>
                  <a:srgbClr val="526778"/>
                </a:solidFill>
                <a:latin typeface="DejaVu Sans"/>
                <a:ea typeface="DejaVu Sans"/>
                <a:cs typeface="DejaVu Sans"/>
              </a:rPr>
              <a:t>JSON OBJECT contains one member and produces one array with two entries.</a:t>
            </a:r>
          </a:p>
        </p:txBody>
      </p:sp>
    </p:spTree>
    <p:extLst>
      <p:ext uri="{BB962C8B-B14F-4D97-AF65-F5344CB8AC3E}">
        <p14:creationId xmlns:p14="http://schemas.microsoft.com/office/powerpoint/2010/main" val="1659875270"/>
      </p:ext>
    </p:extLst>
  </p:cSld>
</p:sld>
</file>

<file path=ppt/slides/slide27.xml><?xml version="1.0" encoding="utf-8"?>
<p:sld xmlns:p="http://schemas.openxmlformats.org/presentationml/2006/main">
  <p:cSld>
    <p:bg>
      <p:bgPr>
        <a:solidFill xmlns:a="http://schemas.openxmlformats.org/drawingml/2006/main">
          <a:srgbClr val="F6F8FA"/>
        </a:solidFill>
      </p:bgPr>
    </p:bg>
    <p:spTree>
      <p:nvGrpSpPr>
        <p:cNvPr id="1" name=""/>
        <p:cNvGrpSpPr/>
        <p:nvPr/>
      </p:nvGrpSpPr>
      <p:grpSpPr>
        <a:xfrm xmlns:a="http://schemas.openxmlformats.org/drawingml/2006/main"/>
      </p:grpSpPr>
      <p:sp>
        <p:nvSpPr>
          <p:cNvPr id="5" name="slide-title">
            <a:extLst xmlns:a="http://schemas.openxmlformats.org/drawingml/2006/main">
              <a:ext uri="{FF2B5EF4-FFF2-40B4-BE49-F238E27FC236}">
                <a16:creationId xmlns:a16="http://schemas.microsoft.com/office/drawing/2014/main" id="{06119D7B-8192-4C6C-8D60-E987A8C14C21}"/>
              </a:ext>
            </a:extLst>
          </p:cNvPr>
          <p:cNvSpPr>
            <a:spLocks xmlns:a="http://schemas.openxmlformats.org/drawingml/2006/main" noGrp="1"/>
          </p:cNvSpPr>
          <p:nvPr/>
        </p:nvSpPr>
        <p:spPr>
          <a:xfrm xmlns:a="http://schemas.openxmlformats.org/drawingml/2006/main">
            <a:off x="609600" y="438150"/>
            <a:ext cx="109728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300" b="1">
                <a:solidFill>
                  <a:srgbClr val="102A43"/>
                </a:solidFill>
                <a:latin typeface="DejaVu Sans"/>
                <a:ea typeface="DejaVu Sans"/>
                <a:cs typeface="DejaVu Sans"/>
              </a:defRPr>
            </a:defPPr>
            <a:lvl1pPr algn="l">
              <a:buNone/>
              <a:defRPr sz="3300" b="1">
                <a:solidFill>
                  <a:srgbClr val="102A43"/>
                </a:solidFill>
                <a:latin typeface="DejaVu Sans"/>
                <a:ea typeface="DejaVu Sans"/>
                <a:cs typeface="DejaVu Sans"/>
              </a:defRPr>
            </a:lvl1pPr>
            <a:lvl2pPr algn="l">
              <a:buNone/>
              <a:defRPr sz="3300" b="1">
                <a:solidFill>
                  <a:srgbClr val="102A43"/>
                </a:solidFill>
                <a:latin typeface="DejaVu Sans"/>
                <a:ea typeface="DejaVu Sans"/>
                <a:cs typeface="DejaVu Sans"/>
              </a:defRPr>
            </a:lvl2pPr>
            <a:lvl3pPr algn="l">
              <a:buNone/>
              <a:defRPr sz="3300" b="1">
                <a:solidFill>
                  <a:srgbClr val="102A43"/>
                </a:solidFill>
                <a:latin typeface="DejaVu Sans"/>
                <a:ea typeface="DejaVu Sans"/>
                <a:cs typeface="DejaVu Sans"/>
              </a:defRPr>
            </a:lvl3pPr>
            <a:lvl4pPr algn="l">
              <a:buNone/>
              <a:defRPr sz="3300" b="1">
                <a:solidFill>
                  <a:srgbClr val="102A43"/>
                </a:solidFill>
                <a:latin typeface="DejaVu Sans"/>
                <a:ea typeface="DejaVu Sans"/>
                <a:cs typeface="DejaVu Sans"/>
              </a:defRPr>
            </a:lvl4pPr>
            <a:lvl5pPr algn="l">
              <a:buNone/>
              <a:defRPr sz="3300" b="1">
                <a:solidFill>
                  <a:srgbClr val="102A43"/>
                </a:solidFill>
                <a:latin typeface="DejaVu Sans"/>
                <a:ea typeface="DejaVu Sans"/>
                <a:cs typeface="DejaVu Sans"/>
              </a:defRPr>
            </a:lvl5pPr>
            <a:lvl6pPr algn="l">
              <a:buNone/>
              <a:defRPr sz="3300" b="1">
                <a:solidFill>
                  <a:srgbClr val="102A43"/>
                </a:solidFill>
                <a:latin typeface="DejaVu Sans"/>
                <a:ea typeface="DejaVu Sans"/>
                <a:cs typeface="DejaVu Sans"/>
              </a:defRPr>
            </a:lvl6pPr>
            <a:lvl7pPr algn="l">
              <a:buNone/>
              <a:defRPr sz="3300" b="1">
                <a:solidFill>
                  <a:srgbClr val="102A43"/>
                </a:solidFill>
                <a:latin typeface="DejaVu Sans"/>
                <a:ea typeface="DejaVu Sans"/>
                <a:cs typeface="DejaVu Sans"/>
              </a:defRPr>
            </a:lvl7pPr>
            <a:lvl8pPr algn="l">
              <a:buNone/>
              <a:defRPr sz="3300" b="1">
                <a:solidFill>
                  <a:srgbClr val="102A43"/>
                </a:solidFill>
                <a:latin typeface="DejaVu Sans"/>
                <a:ea typeface="DejaVu Sans"/>
                <a:cs typeface="DejaVu Sans"/>
              </a:defRPr>
            </a:lvl8pPr>
            <a:lvl9pPr algn="l">
              <a:buNone/>
              <a:defRPr sz="3300" b="1">
                <a:solidFill>
                  <a:srgbClr val="102A43"/>
                </a:solidFill>
                <a:latin typeface="DejaVu Sans"/>
                <a:ea typeface="DejaVu Sans"/>
                <a:cs typeface="DejaVu Sans"/>
              </a:defRPr>
            </a:lvl9pPr>
          </a:lstStyle>
          <a:p xmlns:a="http://schemas.openxmlformats.org/drawingml/2006/main">
            <a:pPr algn="l">
              <a:lnSpc>
                <a:spcPct val="115000"/>
              </a:lnSpc>
              <a:buNone/>
              <a:defRPr sz="3300" b="1">
                <a:solidFill>
                  <a:srgbClr val="102A43"/>
                </a:solidFill>
                <a:latin typeface="DejaVu Sans"/>
                <a:ea typeface="DejaVu Sans"/>
                <a:cs typeface="DejaVu Sans"/>
              </a:defRPr>
            </a:pPr>
            <a:r>
              <a:rPr sz="3300" b="1">
                <a:solidFill>
                  <a:srgbClr val="102A43"/>
                </a:solidFill>
                <a:latin typeface="DejaVu Sans"/>
                <a:ea typeface="DejaVu Sans"/>
                <a:cs typeface="DejaVu Sans"/>
              </a:rPr>
              <a:t>Local HTTP lookup and delivery demo</a:t>
            </a:r>
          </a:p>
        </p:txBody>
      </p:sp>
      <p:sp>
        <p:nvSpPr>
          <p:cNvPr id="2" name="text-83">
            <a:extLst xmlns:a="http://schemas.openxmlformats.org/drawingml/2006/main">
              <a:ext uri="{FF2B5EF4-FFF2-40B4-BE49-F238E27FC236}">
                <a16:creationId xmlns:a16="http://schemas.microsoft.com/office/drawing/2014/main" id="{09DEDFE6-A08D-4957-9FA7-15A490EE8B83}"/>
              </a:ext>
            </a:extLst>
          </p:cNvPr>
          <p:cNvSpPr>
            <a:spLocks xmlns:a="http://schemas.openxmlformats.org/drawingml/2006/main" noGrp="1"/>
          </p:cNvSpPr>
          <p:nvPr/>
        </p:nvSpPr>
        <p:spPr>
          <a:xfrm xmlns:a="http://schemas.openxmlformats.org/drawingml/2006/main">
            <a:off x="609600" y="1371600"/>
            <a:ext cx="109728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526778"/>
                </a:solidFill>
                <a:latin typeface="DejaVu Sans"/>
                <a:ea typeface="DejaVu Sans"/>
                <a:cs typeface="DejaVu Sans"/>
              </a:defRPr>
            </a:defPPr>
            <a:lvl1pPr algn="l">
              <a:buNone/>
              <a:defRPr sz="1875" b="0">
                <a:solidFill>
                  <a:srgbClr val="526778"/>
                </a:solidFill>
                <a:latin typeface="DejaVu Sans"/>
                <a:ea typeface="DejaVu Sans"/>
                <a:cs typeface="DejaVu Sans"/>
              </a:defRPr>
            </a:lvl1pPr>
            <a:lvl2pPr algn="l">
              <a:buNone/>
              <a:defRPr sz="1875" b="0">
                <a:solidFill>
                  <a:srgbClr val="526778"/>
                </a:solidFill>
                <a:latin typeface="DejaVu Sans"/>
                <a:ea typeface="DejaVu Sans"/>
                <a:cs typeface="DejaVu Sans"/>
              </a:defRPr>
            </a:lvl2pPr>
            <a:lvl3pPr algn="l">
              <a:buNone/>
              <a:defRPr sz="1875" b="0">
                <a:solidFill>
                  <a:srgbClr val="526778"/>
                </a:solidFill>
                <a:latin typeface="DejaVu Sans"/>
                <a:ea typeface="DejaVu Sans"/>
                <a:cs typeface="DejaVu Sans"/>
              </a:defRPr>
            </a:lvl3pPr>
            <a:lvl4pPr algn="l">
              <a:buNone/>
              <a:defRPr sz="1875" b="0">
                <a:solidFill>
                  <a:srgbClr val="526778"/>
                </a:solidFill>
                <a:latin typeface="DejaVu Sans"/>
                <a:ea typeface="DejaVu Sans"/>
                <a:cs typeface="DejaVu Sans"/>
              </a:defRPr>
            </a:lvl4pPr>
            <a:lvl5pPr algn="l">
              <a:buNone/>
              <a:defRPr sz="1875" b="0">
                <a:solidFill>
                  <a:srgbClr val="526778"/>
                </a:solidFill>
                <a:latin typeface="DejaVu Sans"/>
                <a:ea typeface="DejaVu Sans"/>
                <a:cs typeface="DejaVu Sans"/>
              </a:defRPr>
            </a:lvl5pPr>
            <a:lvl6pPr algn="l">
              <a:buNone/>
              <a:defRPr sz="1875" b="0">
                <a:solidFill>
                  <a:srgbClr val="526778"/>
                </a:solidFill>
                <a:latin typeface="DejaVu Sans"/>
                <a:ea typeface="DejaVu Sans"/>
                <a:cs typeface="DejaVu Sans"/>
              </a:defRPr>
            </a:lvl6pPr>
            <a:lvl7pPr algn="l">
              <a:buNone/>
              <a:defRPr sz="1875" b="0">
                <a:solidFill>
                  <a:srgbClr val="526778"/>
                </a:solidFill>
                <a:latin typeface="DejaVu Sans"/>
                <a:ea typeface="DejaVu Sans"/>
                <a:cs typeface="DejaVu Sans"/>
              </a:defRPr>
            </a:lvl7pPr>
            <a:lvl8pPr algn="l">
              <a:buNone/>
              <a:defRPr sz="1875" b="0">
                <a:solidFill>
                  <a:srgbClr val="526778"/>
                </a:solidFill>
                <a:latin typeface="DejaVu Sans"/>
                <a:ea typeface="DejaVu Sans"/>
                <a:cs typeface="DejaVu Sans"/>
              </a:defRPr>
            </a:lvl8pPr>
            <a:lvl9pPr algn="l">
              <a:buNone/>
              <a:defRPr sz="1875" b="0">
                <a:solidFill>
                  <a:srgbClr val="526778"/>
                </a:solidFill>
                <a:latin typeface="DejaVu Sans"/>
                <a:ea typeface="DejaVu Sans"/>
                <a:cs typeface="DejaVu Sans"/>
              </a:defRPr>
            </a:lvl9pPr>
          </a:lstStyle>
          <a:p xmlns:a="http://schemas.openxmlformats.org/drawingml/2006/main">
            <a:pPr algn="l">
              <a:lnSpc>
                <a:spcPct val="115000"/>
              </a:lnSpc>
              <a:buNone/>
              <a:defRPr sz="1875" b="0">
                <a:solidFill>
                  <a:srgbClr val="526778"/>
                </a:solidFill>
                <a:latin typeface="DejaVu Sans"/>
                <a:ea typeface="DejaVu Sans"/>
                <a:cs typeface="DejaVu Sans"/>
              </a:defRPr>
            </a:pPr>
            <a:r>
              <a:rPr sz="1875" b="0">
                <a:solidFill>
                  <a:srgbClr val="526778"/>
                </a:solidFill>
                <a:latin typeface="DejaVu Sans"/>
                <a:ea typeface="DejaVu Sans"/>
                <a:cs typeface="DejaVu Sans"/>
              </a:rPr>
              <a:t>The mock server exercises both integration boundaries on loopback.</a:t>
            </a:r>
          </a:p>
        </p:txBody>
      </p:sp>
      <p:sp>
        <p:nvSpPr>
          <p:cNvPr id="3" name="slide-number">
            <a:extLst xmlns:a="http://schemas.openxmlformats.org/drawingml/2006/main">
              <a:ext uri="{FF2B5EF4-FFF2-40B4-BE49-F238E27FC236}">
                <a16:creationId xmlns:a16="http://schemas.microsoft.com/office/drawing/2014/main" id="{0258FEF3-063A-453A-86B5-E252A649C6BA}"/>
              </a:ext>
            </a:extLst>
          </p:cNvPr>
          <p:cNvSpPr>
            <a:spLocks xmlns:a="http://schemas.openxmlformats.org/drawingml/2006/main" noGrp="1"/>
          </p:cNvSpPr>
          <p:nvPr/>
        </p:nvSpPr>
        <p:spPr>
          <a:xfrm xmlns:a="http://schemas.openxmlformats.org/drawingml/2006/main">
            <a:off x="11182350" y="6391275"/>
            <a:ext cx="4000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275" b="0">
                <a:solidFill>
                  <a:srgbClr val="526778"/>
                </a:solidFill>
                <a:latin typeface="DejaVu Sans"/>
                <a:ea typeface="DejaVu Sans"/>
                <a:cs typeface="DejaVu Sans"/>
              </a:defRPr>
            </a:defPPr>
            <a:lvl1pPr algn="r">
              <a:buNone/>
              <a:defRPr sz="1275" b="0">
                <a:solidFill>
                  <a:srgbClr val="526778"/>
                </a:solidFill>
                <a:latin typeface="DejaVu Sans"/>
                <a:ea typeface="DejaVu Sans"/>
                <a:cs typeface="DejaVu Sans"/>
              </a:defRPr>
            </a:lvl1pPr>
            <a:lvl2pPr algn="r">
              <a:buNone/>
              <a:defRPr sz="1275" b="0">
                <a:solidFill>
                  <a:srgbClr val="526778"/>
                </a:solidFill>
                <a:latin typeface="DejaVu Sans"/>
                <a:ea typeface="DejaVu Sans"/>
                <a:cs typeface="DejaVu Sans"/>
              </a:defRPr>
            </a:lvl2pPr>
            <a:lvl3pPr algn="r">
              <a:buNone/>
              <a:defRPr sz="1275" b="0">
                <a:solidFill>
                  <a:srgbClr val="526778"/>
                </a:solidFill>
                <a:latin typeface="DejaVu Sans"/>
                <a:ea typeface="DejaVu Sans"/>
                <a:cs typeface="DejaVu Sans"/>
              </a:defRPr>
            </a:lvl3pPr>
            <a:lvl4pPr algn="r">
              <a:buNone/>
              <a:defRPr sz="1275" b="0">
                <a:solidFill>
                  <a:srgbClr val="526778"/>
                </a:solidFill>
                <a:latin typeface="DejaVu Sans"/>
                <a:ea typeface="DejaVu Sans"/>
                <a:cs typeface="DejaVu Sans"/>
              </a:defRPr>
            </a:lvl4pPr>
            <a:lvl5pPr algn="r">
              <a:buNone/>
              <a:defRPr sz="1275" b="0">
                <a:solidFill>
                  <a:srgbClr val="526778"/>
                </a:solidFill>
                <a:latin typeface="DejaVu Sans"/>
                <a:ea typeface="DejaVu Sans"/>
                <a:cs typeface="DejaVu Sans"/>
              </a:defRPr>
            </a:lvl5pPr>
            <a:lvl6pPr algn="r">
              <a:buNone/>
              <a:defRPr sz="1275" b="0">
                <a:solidFill>
                  <a:srgbClr val="526778"/>
                </a:solidFill>
                <a:latin typeface="DejaVu Sans"/>
                <a:ea typeface="DejaVu Sans"/>
                <a:cs typeface="DejaVu Sans"/>
              </a:defRPr>
            </a:lvl6pPr>
            <a:lvl7pPr algn="r">
              <a:buNone/>
              <a:defRPr sz="1275" b="0">
                <a:solidFill>
                  <a:srgbClr val="526778"/>
                </a:solidFill>
                <a:latin typeface="DejaVu Sans"/>
                <a:ea typeface="DejaVu Sans"/>
                <a:cs typeface="DejaVu Sans"/>
              </a:defRPr>
            </a:lvl7pPr>
            <a:lvl8pPr algn="r">
              <a:buNone/>
              <a:defRPr sz="1275" b="0">
                <a:solidFill>
                  <a:srgbClr val="526778"/>
                </a:solidFill>
                <a:latin typeface="DejaVu Sans"/>
                <a:ea typeface="DejaVu Sans"/>
                <a:cs typeface="DejaVu Sans"/>
              </a:defRPr>
            </a:lvl8pPr>
            <a:lvl9pPr algn="r">
              <a:buNone/>
              <a:defRPr sz="1275" b="0">
                <a:solidFill>
                  <a:srgbClr val="526778"/>
                </a:solidFill>
                <a:latin typeface="DejaVu Sans"/>
                <a:ea typeface="DejaVu Sans"/>
                <a:cs typeface="DejaVu Sans"/>
              </a:defRPr>
            </a:lvl9pPr>
          </a:lstStyle>
          <a:p xmlns:a="http://schemas.openxmlformats.org/drawingml/2006/main">
            <a:pPr algn="r">
              <a:lnSpc>
                <a:spcPct val="115000"/>
              </a:lnSpc>
              <a:buNone/>
              <a:defRPr sz="1275" b="0">
                <a:solidFill>
                  <a:srgbClr val="526778"/>
                </a:solidFill>
                <a:latin typeface="DejaVu Sans"/>
                <a:ea typeface="DejaVu Sans"/>
                <a:cs typeface="DejaVu Sans"/>
              </a:defRPr>
            </a:pPr>
            <a:r>
              <a:rPr sz="1275" b="0">
                <a:solidFill>
                  <a:srgbClr val="526778"/>
                </a:solidFill>
                <a:latin typeface="DejaVu Sans"/>
                <a:ea typeface="DejaVu Sans"/>
                <a:cs typeface="DejaVu Sans"/>
              </a:rPr>
              <a:t>27</a:t>
            </a:r>
          </a:p>
        </p:txBody>
      </p:sp>
      <p:sp>
        <p:nvSpPr>
          <p:cNvPr id="4" name="text-84">
            <a:extLst xmlns:a="http://schemas.openxmlformats.org/drawingml/2006/main">
              <a:ext uri="{FF2B5EF4-FFF2-40B4-BE49-F238E27FC236}">
                <a16:creationId xmlns:a16="http://schemas.microsoft.com/office/drawing/2014/main" id="{5471353D-7FC8-405F-9160-CDE28A74C7B4}"/>
              </a:ext>
            </a:extLst>
          </p:cNvPr>
          <p:cNvSpPr>
            <a:spLocks xmlns:a="http://schemas.openxmlformats.org/drawingml/2006/main" noGrp="1"/>
          </p:cNvSpPr>
          <p:nvPr/>
        </p:nvSpPr>
        <p:spPr>
          <a:xfrm xmlns:a="http://schemas.openxmlformats.org/drawingml/2006/main">
            <a:off x="609600" y="2000250"/>
            <a:ext cx="10972800" cy="3714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50" b="0">
                <a:solidFill>
                  <a:srgbClr val="102A43"/>
                </a:solidFill>
                <a:latin typeface="DejaVu Sans Mono"/>
                <a:ea typeface="DejaVu Sans Mono"/>
                <a:cs typeface="DejaVu Sans Mono"/>
              </a:defRPr>
            </a:defPPr>
            <a:lvl1pPr algn="l">
              <a:buNone/>
              <a:defRPr sz="1650" b="0">
                <a:solidFill>
                  <a:srgbClr val="102A43"/>
                </a:solidFill>
                <a:latin typeface="DejaVu Sans Mono"/>
                <a:ea typeface="DejaVu Sans Mono"/>
                <a:cs typeface="DejaVu Sans Mono"/>
              </a:defRPr>
            </a:lvl1pPr>
            <a:lvl2pPr algn="l">
              <a:buNone/>
              <a:defRPr sz="1650" b="0">
                <a:solidFill>
                  <a:srgbClr val="102A43"/>
                </a:solidFill>
                <a:latin typeface="DejaVu Sans Mono"/>
                <a:ea typeface="DejaVu Sans Mono"/>
                <a:cs typeface="DejaVu Sans Mono"/>
              </a:defRPr>
            </a:lvl2pPr>
            <a:lvl3pPr algn="l">
              <a:buNone/>
              <a:defRPr sz="1650" b="0">
                <a:solidFill>
                  <a:srgbClr val="102A43"/>
                </a:solidFill>
                <a:latin typeface="DejaVu Sans Mono"/>
                <a:ea typeface="DejaVu Sans Mono"/>
                <a:cs typeface="DejaVu Sans Mono"/>
              </a:defRPr>
            </a:lvl3pPr>
            <a:lvl4pPr algn="l">
              <a:buNone/>
              <a:defRPr sz="1650" b="0">
                <a:solidFill>
                  <a:srgbClr val="102A43"/>
                </a:solidFill>
                <a:latin typeface="DejaVu Sans Mono"/>
                <a:ea typeface="DejaVu Sans Mono"/>
                <a:cs typeface="DejaVu Sans Mono"/>
              </a:defRPr>
            </a:lvl4pPr>
            <a:lvl5pPr algn="l">
              <a:buNone/>
              <a:defRPr sz="1650" b="0">
                <a:solidFill>
                  <a:srgbClr val="102A43"/>
                </a:solidFill>
                <a:latin typeface="DejaVu Sans Mono"/>
                <a:ea typeface="DejaVu Sans Mono"/>
                <a:cs typeface="DejaVu Sans Mono"/>
              </a:defRPr>
            </a:lvl5pPr>
            <a:lvl6pPr algn="l">
              <a:buNone/>
              <a:defRPr sz="1650" b="0">
                <a:solidFill>
                  <a:srgbClr val="102A43"/>
                </a:solidFill>
                <a:latin typeface="DejaVu Sans Mono"/>
                <a:ea typeface="DejaVu Sans Mono"/>
                <a:cs typeface="DejaVu Sans Mono"/>
              </a:defRPr>
            </a:lvl6pPr>
            <a:lvl7pPr algn="l">
              <a:buNone/>
              <a:defRPr sz="1650" b="0">
                <a:solidFill>
                  <a:srgbClr val="102A43"/>
                </a:solidFill>
                <a:latin typeface="DejaVu Sans Mono"/>
                <a:ea typeface="DejaVu Sans Mono"/>
                <a:cs typeface="DejaVu Sans Mono"/>
              </a:defRPr>
            </a:lvl7pPr>
            <a:lvl8pPr algn="l">
              <a:buNone/>
              <a:defRPr sz="1650" b="0">
                <a:solidFill>
                  <a:srgbClr val="102A43"/>
                </a:solidFill>
                <a:latin typeface="DejaVu Sans Mono"/>
                <a:ea typeface="DejaVu Sans Mono"/>
                <a:cs typeface="DejaVu Sans Mono"/>
              </a:defRPr>
            </a:lvl8pPr>
            <a:lvl9pPr algn="l">
              <a:buNone/>
              <a:defRPr sz="1650" b="0">
                <a:solidFill>
                  <a:srgbClr val="102A43"/>
                </a:solidFill>
                <a:latin typeface="DejaVu Sans Mono"/>
                <a:ea typeface="DejaVu Sans Mono"/>
                <a:cs typeface="DejaVu Sans Mono"/>
              </a:defRPr>
            </a:lvl9pPr>
          </a:lstStyle>
          <a:p xmlns:a="http://schemas.openxmlformats.org/drawingml/2006/main">
            <a:pPr algn="l">
              <a:lnSpc>
                <a:spcPct val="115000"/>
              </a:lnSpc>
              <a:buNone/>
              <a:defRPr sz="1650" b="0">
                <a:solidFill>
                  <a:srgbClr val="102A43"/>
                </a:solidFill>
                <a:latin typeface="DejaVu Sans Mono"/>
                <a:ea typeface="DejaVu Sans Mono"/>
                <a:cs typeface="DejaVu Sans Mono"/>
              </a:defRPr>
            </a:pPr>
            <a:r>
              <a:rPr sz="1650" b="0">
                <a:solidFill>
                  <a:srgbClr val="102A43"/>
                </a:solidFill>
                <a:latin typeface="DejaVu Sans Mono"/>
                <a:ea typeface="DejaVu Sans Mono"/>
                <a:cs typeface="DejaVu Sans Mono"/>
              </a:rPr>
              <a:t># Terminal 1</a:t>
            </a:r>
          </a:p>
          <a:p xmlns:a="http://schemas.openxmlformats.org/drawingml/2006/main">
            <a:pPr algn="l">
              <a:lnSpc>
                <a:spcPct val="115000"/>
              </a:lnSpc>
              <a:buNone/>
              <a:defRPr sz="1650" b="0">
                <a:solidFill>
                  <a:srgbClr val="102A43"/>
                </a:solidFill>
                <a:latin typeface="DejaVu Sans Mono"/>
                <a:ea typeface="DejaVu Sans Mono"/>
                <a:cs typeface="DejaVu Sans Mono"/>
              </a:defRPr>
            </a:pPr>
            <a:r>
              <a:rPr sz="1650" b="0">
                <a:solidFill>
                  <a:srgbClr val="102A43"/>
                </a:solidFill>
                <a:latin typeface="DejaVu Sans Mono"/>
                <a:ea typeface="DejaVu Sans Mono"/>
                <a:cs typeface="DejaVu Sans Mono"/>
              </a:rPr>
              <a:t>python scripts/mock_consent_services.py</a:t>
            </a:r>
          </a:p>
          <a:p xmlns:a="http://schemas.openxmlformats.org/drawingml/2006/main">
            <a:r>
              <a:t/>
            </a:r>
          </a:p>
          <a:p xmlns:a="http://schemas.openxmlformats.org/drawingml/2006/main">
            <a:pPr algn="l">
              <a:lnSpc>
                <a:spcPct val="115000"/>
              </a:lnSpc>
              <a:buNone/>
              <a:defRPr sz="1650" b="0">
                <a:solidFill>
                  <a:srgbClr val="102A43"/>
                </a:solidFill>
                <a:latin typeface="DejaVu Sans Mono"/>
                <a:ea typeface="DejaVu Sans Mono"/>
                <a:cs typeface="DejaVu Sans Mono"/>
              </a:defRPr>
            </a:pPr>
            <a:r>
              <a:rPr sz="1650" b="0">
                <a:solidFill>
                  <a:srgbClr val="102A43"/>
                </a:solidFill>
                <a:latin typeface="DejaVu Sans Mono"/>
                <a:ea typeface="DejaVu Sans Mono"/>
                <a:cs typeface="DejaVu Sans Mono"/>
              </a:rPr>
              <a:t># Terminal 2, without the consent-demo profile</a:t>
            </a:r>
          </a:p>
          <a:p xmlns:a="http://schemas.openxmlformats.org/drawingml/2006/main">
            <a:pPr algn="l">
              <a:lnSpc>
                <a:spcPct val="115000"/>
              </a:lnSpc>
              <a:buNone/>
              <a:defRPr sz="1650" b="0">
                <a:solidFill>
                  <a:srgbClr val="102A43"/>
                </a:solidFill>
                <a:latin typeface="DejaVu Sans Mono"/>
                <a:ea typeface="DejaVu Sans Mono"/>
                <a:cs typeface="DejaVu Sans Mono"/>
              </a:defRPr>
            </a:pPr>
            <a:r>
              <a:rPr sz="1650" b="0">
                <a:solidFill>
                  <a:srgbClr val="102A43"/>
                </a:solidFill>
                <a:latin typeface="DejaVu Sans Mono"/>
                <a:ea typeface="DejaVu Sans Mono"/>
                <a:cs typeface="DejaVu Sans Mono"/>
              </a:rPr>
              <a:t>export CONSENT_LOOKUP_URL=http://127.0.0.1:8082/members/resolve</a:t>
            </a:r>
          </a:p>
          <a:p xmlns:a="http://schemas.openxmlformats.org/drawingml/2006/main">
            <a:pPr algn="l">
              <a:lnSpc>
                <a:spcPct val="115000"/>
              </a:lnSpc>
              <a:buNone/>
              <a:defRPr sz="1650" b="0">
                <a:solidFill>
                  <a:srgbClr val="102A43"/>
                </a:solidFill>
                <a:latin typeface="DejaVu Sans Mono"/>
                <a:ea typeface="DejaVu Sans Mono"/>
                <a:cs typeface="DejaVu Sans Mono"/>
              </a:defRPr>
            </a:pPr>
            <a:r>
              <a:rPr sz="1650" b="0">
                <a:solidFill>
                  <a:srgbClr val="102A43"/>
                </a:solidFill>
                <a:latin typeface="DejaVu Sans Mono"/>
                <a:ea typeface="DejaVu Sans Mono"/>
                <a:cs typeface="DejaVu Sans Mono"/>
              </a:rPr>
              <a:t>export UPSERT_URL=http://127.0.0.1:8082/consents/upsert</a:t>
            </a:r>
          </a:p>
          <a:p xmlns:a="http://schemas.openxmlformats.org/drawingml/2006/main">
            <a:pPr algn="l">
              <a:lnSpc>
                <a:spcPct val="115000"/>
              </a:lnSpc>
              <a:buNone/>
              <a:defRPr sz="1650" b="0">
                <a:solidFill>
                  <a:srgbClr val="102A43"/>
                </a:solidFill>
                <a:latin typeface="DejaVu Sans Mono"/>
                <a:ea typeface="DejaVu Sans Mono"/>
                <a:cs typeface="DejaVu Sans Mono"/>
              </a:defRPr>
            </a:pPr>
            <a:r>
              <a:rPr sz="1650" b="0">
                <a:solidFill>
                  <a:srgbClr val="102A43"/>
                </a:solidFill>
                <a:latin typeface="DejaVu Sans Mono"/>
                <a:ea typeface="DejaVu Sans Mono"/>
                <a:cs typeface="DejaVu Sans Mono"/>
              </a:rPr>
              <a:t>java -jar build/libs/fileadapter-0.1.0.jar \</a:t>
            </a:r>
          </a:p>
          <a:p xmlns:a="http://schemas.openxmlformats.org/drawingml/2006/main">
            <a:pPr algn="l">
              <a:lnSpc>
                <a:spcPct val="115000"/>
              </a:lnSpc>
              <a:buNone/>
              <a:defRPr sz="1650" b="0">
                <a:solidFill>
                  <a:srgbClr val="102A43"/>
                </a:solidFill>
                <a:latin typeface="DejaVu Sans Mono"/>
                <a:ea typeface="DejaVu Sans Mono"/>
                <a:cs typeface="DejaVu Sans Mono"/>
              </a:defRPr>
            </a:pPr>
            <a:r>
              <a:rPr sz="1650" b="0">
                <a:solidFill>
                  <a:srgbClr val="102A43"/>
                </a:solidFill>
                <a:latin typeface="DejaVu Sans Mono"/>
                <a:ea typeface="DejaVu Sans Mono"/>
                <a:cs typeface="DejaVu Sans Mono"/>
              </a:rPr>
              <a:t>  --ingestion.file=examples/consent/consent.csv \</a:t>
            </a:r>
          </a:p>
          <a:p xmlns:a="http://schemas.openxmlformats.org/drawingml/2006/main">
            <a:pPr algn="l">
              <a:lnSpc>
                <a:spcPct val="115000"/>
              </a:lnSpc>
              <a:buNone/>
              <a:defRPr sz="1650" b="0">
                <a:solidFill>
                  <a:srgbClr val="102A43"/>
                </a:solidFill>
                <a:latin typeface="DejaVu Sans Mono"/>
                <a:ea typeface="DejaVu Sans Mono"/>
                <a:cs typeface="DejaVu Sans Mono"/>
              </a:defRPr>
            </a:pPr>
            <a:r>
              <a:rPr sz="1650" b="0">
                <a:solidFill>
                  <a:srgbClr val="102A43"/>
                </a:solidFill>
                <a:latin typeface="DejaVu Sans Mono"/>
                <a:ea typeface="DejaVu Sans Mono"/>
                <a:cs typeface="DejaVu Sans Mono"/>
              </a:rPr>
              <a:t>  --ingestion.mode=LIVE --ingestion.poll-enabled=false \</a:t>
            </a:r>
          </a:p>
          <a:p xmlns:a="http://schemas.openxmlformats.org/drawingml/2006/main">
            <a:pPr algn="l">
              <a:lnSpc>
                <a:spcPct val="115000"/>
              </a:lnSpc>
              <a:buNone/>
              <a:defRPr sz="1650" b="0">
                <a:solidFill>
                  <a:srgbClr val="102A43"/>
                </a:solidFill>
                <a:latin typeface="DejaVu Sans Mono"/>
                <a:ea typeface="DejaVu Sans Mono"/>
                <a:cs typeface="DejaVu Sans Mono"/>
              </a:defRPr>
            </a:pPr>
            <a:r>
              <a:rPr sz="1650" b="0">
                <a:solidFill>
                  <a:srgbClr val="102A43"/>
                </a:solidFill>
                <a:latin typeface="DejaVu Sans Mono"/>
                <a:ea typeface="DejaVu Sans Mono"/>
                <a:cs typeface="DejaVu Sans Mono"/>
              </a:rPr>
              <a:t>  --ingestion.work-directory=./var-consent-live-demo</a:t>
            </a:r>
          </a:p>
        </p:txBody>
      </p:sp>
    </p:spTree>
    <p:extLst>
      <p:ext uri="{BB962C8B-B14F-4D97-AF65-F5344CB8AC3E}">
        <p14:creationId xmlns:p14="http://schemas.microsoft.com/office/powerpoint/2010/main" val="839487398"/>
      </p:ext>
    </p:extLst>
  </p:cSld>
</p:sld>
</file>

<file path=ppt/slides/slide28.xml><?xml version="1.0" encoding="utf-8"?>
<p:sld xmlns:p="http://schemas.openxmlformats.org/presentationml/2006/main">
  <p:cSld>
    <p:bg>
      <p:bgPr>
        <a:solidFill xmlns:a="http://schemas.openxmlformats.org/drawingml/2006/main">
          <a:srgbClr val="F6F8FA"/>
        </a:solidFill>
      </p:bgPr>
    </p:bg>
    <p:spTree>
      <p:nvGrpSpPr>
        <p:cNvPr id="1" name=""/>
        <p:cNvGrpSpPr/>
        <p:nvPr/>
      </p:nvGrpSpPr>
      <p:grpSpPr>
        <a:xfrm xmlns:a="http://schemas.openxmlformats.org/drawingml/2006/main"/>
      </p:grpSpPr>
      <p:sp>
        <p:nvSpPr>
          <p:cNvPr id="6" name="slide-title">
            <a:extLst xmlns:a="http://schemas.openxmlformats.org/drawingml/2006/main">
              <a:ext uri="{FF2B5EF4-FFF2-40B4-BE49-F238E27FC236}">
                <a16:creationId xmlns:a16="http://schemas.microsoft.com/office/drawing/2014/main" id="{CEFA5F9E-5ECB-44F8-B729-98ECC64CF479}"/>
              </a:ext>
            </a:extLst>
          </p:cNvPr>
          <p:cNvSpPr>
            <a:spLocks xmlns:a="http://schemas.openxmlformats.org/drawingml/2006/main" noGrp="1"/>
          </p:cNvSpPr>
          <p:nvPr/>
        </p:nvSpPr>
        <p:spPr>
          <a:xfrm xmlns:a="http://schemas.openxmlformats.org/drawingml/2006/main">
            <a:off x="609600" y="438150"/>
            <a:ext cx="109728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300" b="1">
                <a:solidFill>
                  <a:srgbClr val="102A43"/>
                </a:solidFill>
                <a:latin typeface="DejaVu Sans"/>
                <a:ea typeface="DejaVu Sans"/>
                <a:cs typeface="DejaVu Sans"/>
              </a:defRPr>
            </a:defPPr>
            <a:lvl1pPr algn="l">
              <a:buNone/>
              <a:defRPr sz="3300" b="1">
                <a:solidFill>
                  <a:srgbClr val="102A43"/>
                </a:solidFill>
                <a:latin typeface="DejaVu Sans"/>
                <a:ea typeface="DejaVu Sans"/>
                <a:cs typeface="DejaVu Sans"/>
              </a:defRPr>
            </a:lvl1pPr>
            <a:lvl2pPr algn="l">
              <a:buNone/>
              <a:defRPr sz="3300" b="1">
                <a:solidFill>
                  <a:srgbClr val="102A43"/>
                </a:solidFill>
                <a:latin typeface="DejaVu Sans"/>
                <a:ea typeface="DejaVu Sans"/>
                <a:cs typeface="DejaVu Sans"/>
              </a:defRPr>
            </a:lvl2pPr>
            <a:lvl3pPr algn="l">
              <a:buNone/>
              <a:defRPr sz="3300" b="1">
                <a:solidFill>
                  <a:srgbClr val="102A43"/>
                </a:solidFill>
                <a:latin typeface="DejaVu Sans"/>
                <a:ea typeface="DejaVu Sans"/>
                <a:cs typeface="DejaVu Sans"/>
              </a:defRPr>
            </a:lvl3pPr>
            <a:lvl4pPr algn="l">
              <a:buNone/>
              <a:defRPr sz="3300" b="1">
                <a:solidFill>
                  <a:srgbClr val="102A43"/>
                </a:solidFill>
                <a:latin typeface="DejaVu Sans"/>
                <a:ea typeface="DejaVu Sans"/>
                <a:cs typeface="DejaVu Sans"/>
              </a:defRPr>
            </a:lvl4pPr>
            <a:lvl5pPr algn="l">
              <a:buNone/>
              <a:defRPr sz="3300" b="1">
                <a:solidFill>
                  <a:srgbClr val="102A43"/>
                </a:solidFill>
                <a:latin typeface="DejaVu Sans"/>
                <a:ea typeface="DejaVu Sans"/>
                <a:cs typeface="DejaVu Sans"/>
              </a:defRPr>
            </a:lvl5pPr>
            <a:lvl6pPr algn="l">
              <a:buNone/>
              <a:defRPr sz="3300" b="1">
                <a:solidFill>
                  <a:srgbClr val="102A43"/>
                </a:solidFill>
                <a:latin typeface="DejaVu Sans"/>
                <a:ea typeface="DejaVu Sans"/>
                <a:cs typeface="DejaVu Sans"/>
              </a:defRPr>
            </a:lvl6pPr>
            <a:lvl7pPr algn="l">
              <a:buNone/>
              <a:defRPr sz="3300" b="1">
                <a:solidFill>
                  <a:srgbClr val="102A43"/>
                </a:solidFill>
                <a:latin typeface="DejaVu Sans"/>
                <a:ea typeface="DejaVu Sans"/>
                <a:cs typeface="DejaVu Sans"/>
              </a:defRPr>
            </a:lvl7pPr>
            <a:lvl8pPr algn="l">
              <a:buNone/>
              <a:defRPr sz="3300" b="1">
                <a:solidFill>
                  <a:srgbClr val="102A43"/>
                </a:solidFill>
                <a:latin typeface="DejaVu Sans"/>
                <a:ea typeface="DejaVu Sans"/>
                <a:cs typeface="DejaVu Sans"/>
              </a:defRPr>
            </a:lvl8pPr>
            <a:lvl9pPr algn="l">
              <a:buNone/>
              <a:defRPr sz="3300" b="1">
                <a:solidFill>
                  <a:srgbClr val="102A43"/>
                </a:solidFill>
                <a:latin typeface="DejaVu Sans"/>
                <a:ea typeface="DejaVu Sans"/>
                <a:cs typeface="DejaVu Sans"/>
              </a:defRPr>
            </a:lvl9pPr>
          </a:lstStyle>
          <a:p xmlns:a="http://schemas.openxmlformats.org/drawingml/2006/main">
            <a:pPr algn="l">
              <a:lnSpc>
                <a:spcPct val="115000"/>
              </a:lnSpc>
              <a:buNone/>
              <a:defRPr sz="3300" b="1">
                <a:solidFill>
                  <a:srgbClr val="102A43"/>
                </a:solidFill>
                <a:latin typeface="DejaVu Sans"/>
                <a:ea typeface="DejaVu Sans"/>
                <a:cs typeface="DejaVu Sans"/>
              </a:defRPr>
            </a:pPr>
            <a:r>
              <a:rPr sz="3300" b="1">
                <a:solidFill>
                  <a:srgbClr val="102A43"/>
                </a:solidFill>
                <a:latin typeface="DejaVu Sans"/>
                <a:ea typeface="DejaVu Sans"/>
                <a:cs typeface="DejaVu Sans"/>
              </a:rPr>
              <a:t>Whole-array recovery demo</a:t>
            </a:r>
          </a:p>
        </p:txBody>
      </p:sp>
      <p:sp>
        <p:nvSpPr>
          <p:cNvPr id="2" name="text-85">
            <a:extLst xmlns:a="http://schemas.openxmlformats.org/drawingml/2006/main">
              <a:ext uri="{FF2B5EF4-FFF2-40B4-BE49-F238E27FC236}">
                <a16:creationId xmlns:a16="http://schemas.microsoft.com/office/drawing/2014/main" id="{9E46777A-0535-4618-B8C0-81CFDBE294F1}"/>
              </a:ext>
            </a:extLst>
          </p:cNvPr>
          <p:cNvSpPr>
            <a:spLocks xmlns:a="http://schemas.openxmlformats.org/drawingml/2006/main" noGrp="1"/>
          </p:cNvSpPr>
          <p:nvPr/>
        </p:nvSpPr>
        <p:spPr>
          <a:xfrm xmlns:a="http://schemas.openxmlformats.org/drawingml/2006/main">
            <a:off x="609600" y="1371600"/>
            <a:ext cx="109728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526778"/>
                </a:solidFill>
                <a:latin typeface="DejaVu Sans"/>
                <a:ea typeface="DejaVu Sans"/>
                <a:cs typeface="DejaVu Sans"/>
              </a:defRPr>
            </a:defPPr>
            <a:lvl1pPr algn="l">
              <a:buNone/>
              <a:defRPr sz="1875" b="0">
                <a:solidFill>
                  <a:srgbClr val="526778"/>
                </a:solidFill>
                <a:latin typeface="DejaVu Sans"/>
                <a:ea typeface="DejaVu Sans"/>
                <a:cs typeface="DejaVu Sans"/>
              </a:defRPr>
            </a:lvl1pPr>
            <a:lvl2pPr algn="l">
              <a:buNone/>
              <a:defRPr sz="1875" b="0">
                <a:solidFill>
                  <a:srgbClr val="526778"/>
                </a:solidFill>
                <a:latin typeface="DejaVu Sans"/>
                <a:ea typeface="DejaVu Sans"/>
                <a:cs typeface="DejaVu Sans"/>
              </a:defRPr>
            </a:lvl2pPr>
            <a:lvl3pPr algn="l">
              <a:buNone/>
              <a:defRPr sz="1875" b="0">
                <a:solidFill>
                  <a:srgbClr val="526778"/>
                </a:solidFill>
                <a:latin typeface="DejaVu Sans"/>
                <a:ea typeface="DejaVu Sans"/>
                <a:cs typeface="DejaVu Sans"/>
              </a:defRPr>
            </a:lvl3pPr>
            <a:lvl4pPr algn="l">
              <a:buNone/>
              <a:defRPr sz="1875" b="0">
                <a:solidFill>
                  <a:srgbClr val="526778"/>
                </a:solidFill>
                <a:latin typeface="DejaVu Sans"/>
                <a:ea typeface="DejaVu Sans"/>
                <a:cs typeface="DejaVu Sans"/>
              </a:defRPr>
            </a:lvl4pPr>
            <a:lvl5pPr algn="l">
              <a:buNone/>
              <a:defRPr sz="1875" b="0">
                <a:solidFill>
                  <a:srgbClr val="526778"/>
                </a:solidFill>
                <a:latin typeface="DejaVu Sans"/>
                <a:ea typeface="DejaVu Sans"/>
                <a:cs typeface="DejaVu Sans"/>
              </a:defRPr>
            </a:lvl5pPr>
            <a:lvl6pPr algn="l">
              <a:buNone/>
              <a:defRPr sz="1875" b="0">
                <a:solidFill>
                  <a:srgbClr val="526778"/>
                </a:solidFill>
                <a:latin typeface="DejaVu Sans"/>
                <a:ea typeface="DejaVu Sans"/>
                <a:cs typeface="DejaVu Sans"/>
              </a:defRPr>
            </a:lvl6pPr>
            <a:lvl7pPr algn="l">
              <a:buNone/>
              <a:defRPr sz="1875" b="0">
                <a:solidFill>
                  <a:srgbClr val="526778"/>
                </a:solidFill>
                <a:latin typeface="DejaVu Sans"/>
                <a:ea typeface="DejaVu Sans"/>
                <a:cs typeface="DejaVu Sans"/>
              </a:defRPr>
            </a:lvl7pPr>
            <a:lvl8pPr algn="l">
              <a:buNone/>
              <a:defRPr sz="1875" b="0">
                <a:solidFill>
                  <a:srgbClr val="526778"/>
                </a:solidFill>
                <a:latin typeface="DejaVu Sans"/>
                <a:ea typeface="DejaVu Sans"/>
                <a:cs typeface="DejaVu Sans"/>
              </a:defRPr>
            </a:lvl8pPr>
            <a:lvl9pPr algn="l">
              <a:buNone/>
              <a:defRPr sz="1875" b="0">
                <a:solidFill>
                  <a:srgbClr val="526778"/>
                </a:solidFill>
                <a:latin typeface="DejaVu Sans"/>
                <a:ea typeface="DejaVu Sans"/>
                <a:cs typeface="DejaVu Sans"/>
              </a:defRPr>
            </a:lvl9pPr>
          </a:lstStyle>
          <a:p xmlns:a="http://schemas.openxmlformats.org/drawingml/2006/main">
            <a:pPr algn="l">
              <a:lnSpc>
                <a:spcPct val="115000"/>
              </a:lnSpc>
              <a:buNone/>
              <a:defRPr sz="1875" b="0">
                <a:solidFill>
                  <a:srgbClr val="526778"/>
                </a:solidFill>
                <a:latin typeface="DejaVu Sans"/>
                <a:ea typeface="DejaVu Sans"/>
                <a:cs typeface="DejaVu Sans"/>
              </a:defRPr>
            </a:pPr>
            <a:r>
              <a:rPr sz="1875" b="0">
                <a:solidFill>
                  <a:srgbClr val="526778"/>
                </a:solidFill>
                <a:latin typeface="DejaVu Sans"/>
                <a:ea typeface="DejaVu Sans"/>
                <a:cs typeface="DejaVu Sans"/>
              </a:rPr>
              <a:t>Keep the same mock process alive throughout the exercise.</a:t>
            </a:r>
          </a:p>
        </p:txBody>
      </p:sp>
      <p:sp>
        <p:nvSpPr>
          <p:cNvPr id="3" name="slide-number">
            <a:extLst xmlns:a="http://schemas.openxmlformats.org/drawingml/2006/main">
              <a:ext uri="{FF2B5EF4-FFF2-40B4-BE49-F238E27FC236}">
                <a16:creationId xmlns:a16="http://schemas.microsoft.com/office/drawing/2014/main" id="{88DBB276-DCFA-4EA8-962D-4231995BD5D0}"/>
              </a:ext>
            </a:extLst>
          </p:cNvPr>
          <p:cNvSpPr>
            <a:spLocks xmlns:a="http://schemas.openxmlformats.org/drawingml/2006/main" noGrp="1"/>
          </p:cNvSpPr>
          <p:nvPr/>
        </p:nvSpPr>
        <p:spPr>
          <a:xfrm xmlns:a="http://schemas.openxmlformats.org/drawingml/2006/main">
            <a:off x="11182350" y="6391275"/>
            <a:ext cx="4000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275" b="0">
                <a:solidFill>
                  <a:srgbClr val="526778"/>
                </a:solidFill>
                <a:latin typeface="DejaVu Sans"/>
                <a:ea typeface="DejaVu Sans"/>
                <a:cs typeface="DejaVu Sans"/>
              </a:defRPr>
            </a:defPPr>
            <a:lvl1pPr algn="r">
              <a:buNone/>
              <a:defRPr sz="1275" b="0">
                <a:solidFill>
                  <a:srgbClr val="526778"/>
                </a:solidFill>
                <a:latin typeface="DejaVu Sans"/>
                <a:ea typeface="DejaVu Sans"/>
                <a:cs typeface="DejaVu Sans"/>
              </a:defRPr>
            </a:lvl1pPr>
            <a:lvl2pPr algn="r">
              <a:buNone/>
              <a:defRPr sz="1275" b="0">
                <a:solidFill>
                  <a:srgbClr val="526778"/>
                </a:solidFill>
                <a:latin typeface="DejaVu Sans"/>
                <a:ea typeface="DejaVu Sans"/>
                <a:cs typeface="DejaVu Sans"/>
              </a:defRPr>
            </a:lvl2pPr>
            <a:lvl3pPr algn="r">
              <a:buNone/>
              <a:defRPr sz="1275" b="0">
                <a:solidFill>
                  <a:srgbClr val="526778"/>
                </a:solidFill>
                <a:latin typeface="DejaVu Sans"/>
                <a:ea typeface="DejaVu Sans"/>
                <a:cs typeface="DejaVu Sans"/>
              </a:defRPr>
            </a:lvl3pPr>
            <a:lvl4pPr algn="r">
              <a:buNone/>
              <a:defRPr sz="1275" b="0">
                <a:solidFill>
                  <a:srgbClr val="526778"/>
                </a:solidFill>
                <a:latin typeface="DejaVu Sans"/>
                <a:ea typeface="DejaVu Sans"/>
                <a:cs typeface="DejaVu Sans"/>
              </a:defRPr>
            </a:lvl4pPr>
            <a:lvl5pPr algn="r">
              <a:buNone/>
              <a:defRPr sz="1275" b="0">
                <a:solidFill>
                  <a:srgbClr val="526778"/>
                </a:solidFill>
                <a:latin typeface="DejaVu Sans"/>
                <a:ea typeface="DejaVu Sans"/>
                <a:cs typeface="DejaVu Sans"/>
              </a:defRPr>
            </a:lvl5pPr>
            <a:lvl6pPr algn="r">
              <a:buNone/>
              <a:defRPr sz="1275" b="0">
                <a:solidFill>
                  <a:srgbClr val="526778"/>
                </a:solidFill>
                <a:latin typeface="DejaVu Sans"/>
                <a:ea typeface="DejaVu Sans"/>
                <a:cs typeface="DejaVu Sans"/>
              </a:defRPr>
            </a:lvl6pPr>
            <a:lvl7pPr algn="r">
              <a:buNone/>
              <a:defRPr sz="1275" b="0">
                <a:solidFill>
                  <a:srgbClr val="526778"/>
                </a:solidFill>
                <a:latin typeface="DejaVu Sans"/>
                <a:ea typeface="DejaVu Sans"/>
                <a:cs typeface="DejaVu Sans"/>
              </a:defRPr>
            </a:lvl7pPr>
            <a:lvl8pPr algn="r">
              <a:buNone/>
              <a:defRPr sz="1275" b="0">
                <a:solidFill>
                  <a:srgbClr val="526778"/>
                </a:solidFill>
                <a:latin typeface="DejaVu Sans"/>
                <a:ea typeface="DejaVu Sans"/>
                <a:cs typeface="DejaVu Sans"/>
              </a:defRPr>
            </a:lvl8pPr>
            <a:lvl9pPr algn="r">
              <a:buNone/>
              <a:defRPr sz="1275" b="0">
                <a:solidFill>
                  <a:srgbClr val="526778"/>
                </a:solidFill>
                <a:latin typeface="DejaVu Sans"/>
                <a:ea typeface="DejaVu Sans"/>
                <a:cs typeface="DejaVu Sans"/>
              </a:defRPr>
            </a:lvl9pPr>
          </a:lstStyle>
          <a:p xmlns:a="http://schemas.openxmlformats.org/drawingml/2006/main">
            <a:pPr algn="r">
              <a:lnSpc>
                <a:spcPct val="115000"/>
              </a:lnSpc>
              <a:buNone/>
              <a:defRPr sz="1275" b="0">
                <a:solidFill>
                  <a:srgbClr val="526778"/>
                </a:solidFill>
                <a:latin typeface="DejaVu Sans"/>
                <a:ea typeface="DejaVu Sans"/>
                <a:cs typeface="DejaVu Sans"/>
              </a:defRPr>
            </a:pPr>
            <a:r>
              <a:rPr sz="1275" b="0">
                <a:solidFill>
                  <a:srgbClr val="526778"/>
                </a:solidFill>
                <a:latin typeface="DejaVu Sans"/>
                <a:ea typeface="DejaVu Sans"/>
                <a:cs typeface="DejaVu Sans"/>
              </a:rPr>
              <a:t>28</a:t>
            </a:r>
          </a:p>
        </p:txBody>
      </p:sp>
      <p:sp>
        <p:nvSpPr>
          <p:cNvPr id="4" name="text-86">
            <a:extLst xmlns:a="http://schemas.openxmlformats.org/drawingml/2006/main">
              <a:ext uri="{FF2B5EF4-FFF2-40B4-BE49-F238E27FC236}">
                <a16:creationId xmlns:a16="http://schemas.microsoft.com/office/drawing/2014/main" id="{2DBF46BC-B8BC-4640-BDC0-A9CA0D16CFE0}"/>
              </a:ext>
            </a:extLst>
          </p:cNvPr>
          <p:cNvSpPr>
            <a:spLocks xmlns:a="http://schemas.openxmlformats.org/drawingml/2006/main" noGrp="1"/>
          </p:cNvSpPr>
          <p:nvPr/>
        </p:nvSpPr>
        <p:spPr>
          <a:xfrm xmlns:a="http://schemas.openxmlformats.org/drawingml/2006/main">
            <a:off x="609600" y="2000250"/>
            <a:ext cx="10972800" cy="3714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725" b="0">
                <a:solidFill>
                  <a:srgbClr val="102A43"/>
                </a:solidFill>
                <a:latin typeface="DejaVu Sans Mono"/>
                <a:ea typeface="DejaVu Sans Mono"/>
                <a:cs typeface="DejaVu Sans Mono"/>
              </a:defRPr>
            </a:defPPr>
            <a:lvl1pPr algn="l">
              <a:buNone/>
              <a:defRPr sz="1725" b="0">
                <a:solidFill>
                  <a:srgbClr val="102A43"/>
                </a:solidFill>
                <a:latin typeface="DejaVu Sans Mono"/>
                <a:ea typeface="DejaVu Sans Mono"/>
                <a:cs typeface="DejaVu Sans Mono"/>
              </a:defRPr>
            </a:lvl1pPr>
            <a:lvl2pPr algn="l">
              <a:buNone/>
              <a:defRPr sz="1725" b="0">
                <a:solidFill>
                  <a:srgbClr val="102A43"/>
                </a:solidFill>
                <a:latin typeface="DejaVu Sans Mono"/>
                <a:ea typeface="DejaVu Sans Mono"/>
                <a:cs typeface="DejaVu Sans Mono"/>
              </a:defRPr>
            </a:lvl2pPr>
            <a:lvl3pPr algn="l">
              <a:buNone/>
              <a:defRPr sz="1725" b="0">
                <a:solidFill>
                  <a:srgbClr val="102A43"/>
                </a:solidFill>
                <a:latin typeface="DejaVu Sans Mono"/>
                <a:ea typeface="DejaVu Sans Mono"/>
                <a:cs typeface="DejaVu Sans Mono"/>
              </a:defRPr>
            </a:lvl3pPr>
            <a:lvl4pPr algn="l">
              <a:buNone/>
              <a:defRPr sz="1725" b="0">
                <a:solidFill>
                  <a:srgbClr val="102A43"/>
                </a:solidFill>
                <a:latin typeface="DejaVu Sans Mono"/>
                <a:ea typeface="DejaVu Sans Mono"/>
                <a:cs typeface="DejaVu Sans Mono"/>
              </a:defRPr>
            </a:lvl4pPr>
            <a:lvl5pPr algn="l">
              <a:buNone/>
              <a:defRPr sz="1725" b="0">
                <a:solidFill>
                  <a:srgbClr val="102A43"/>
                </a:solidFill>
                <a:latin typeface="DejaVu Sans Mono"/>
                <a:ea typeface="DejaVu Sans Mono"/>
                <a:cs typeface="DejaVu Sans Mono"/>
              </a:defRPr>
            </a:lvl5pPr>
            <a:lvl6pPr algn="l">
              <a:buNone/>
              <a:defRPr sz="1725" b="0">
                <a:solidFill>
                  <a:srgbClr val="102A43"/>
                </a:solidFill>
                <a:latin typeface="DejaVu Sans Mono"/>
                <a:ea typeface="DejaVu Sans Mono"/>
                <a:cs typeface="DejaVu Sans Mono"/>
              </a:defRPr>
            </a:lvl6pPr>
            <a:lvl7pPr algn="l">
              <a:buNone/>
              <a:defRPr sz="1725" b="0">
                <a:solidFill>
                  <a:srgbClr val="102A43"/>
                </a:solidFill>
                <a:latin typeface="DejaVu Sans Mono"/>
                <a:ea typeface="DejaVu Sans Mono"/>
                <a:cs typeface="DejaVu Sans Mono"/>
              </a:defRPr>
            </a:lvl7pPr>
            <a:lvl8pPr algn="l">
              <a:buNone/>
              <a:defRPr sz="1725" b="0">
                <a:solidFill>
                  <a:srgbClr val="102A43"/>
                </a:solidFill>
                <a:latin typeface="DejaVu Sans Mono"/>
                <a:ea typeface="DejaVu Sans Mono"/>
                <a:cs typeface="DejaVu Sans Mono"/>
              </a:defRPr>
            </a:lvl8pPr>
            <a:lvl9pPr algn="l">
              <a:buNone/>
              <a:defRPr sz="1725" b="0">
                <a:solidFill>
                  <a:srgbClr val="102A43"/>
                </a:solidFill>
                <a:latin typeface="DejaVu Sans Mono"/>
                <a:ea typeface="DejaVu Sans Mono"/>
                <a:cs typeface="DejaVu Sans Mono"/>
              </a:defRPr>
            </a:lvl9pPr>
          </a:lstStyle>
          <a:p xmlns:a="http://schemas.openxmlformats.org/drawingml/2006/main">
            <a:pPr algn="l">
              <a:lnSpc>
                <a:spcPct val="115000"/>
              </a:lnSpc>
              <a:buNone/>
              <a:defRPr sz="1725" b="0">
                <a:solidFill>
                  <a:srgbClr val="102A43"/>
                </a:solidFill>
                <a:latin typeface="DejaVu Sans Mono"/>
                <a:ea typeface="DejaVu Sans Mono"/>
                <a:cs typeface="DejaVu Sans Mono"/>
              </a:defRPr>
            </a:pPr>
            <a:r>
              <a:rPr sz="1725" b="0">
                <a:solidFill>
                  <a:srgbClr val="102A43"/>
                </a:solidFill>
                <a:latin typeface="DejaVu Sans Mono"/>
                <a:ea typeface="DejaVu Sans Mono"/>
                <a:cs typeface="DejaVu Sans Mono"/>
              </a:rPr>
              <a:t>python scripts/mock_consent_services.py \</a:t>
            </a:r>
          </a:p>
          <a:p xmlns:a="http://schemas.openxmlformats.org/drawingml/2006/main">
            <a:pPr algn="l">
              <a:lnSpc>
                <a:spcPct val="115000"/>
              </a:lnSpc>
              <a:buNone/>
              <a:defRPr sz="1725" b="0">
                <a:solidFill>
                  <a:srgbClr val="102A43"/>
                </a:solidFill>
                <a:latin typeface="DejaVu Sans Mono"/>
                <a:ea typeface="DejaVu Sans Mono"/>
                <a:cs typeface="DejaVu Sans Mono"/>
              </a:defRPr>
            </a:pPr>
            <a:r>
              <a:rPr sz="1725" b="0">
                <a:solidFill>
                  <a:srgbClr val="102A43"/>
                </a:solidFill>
                <a:latin typeface="DejaVu Sans Mono"/>
                <a:ea typeface="DejaVu Sans Mono"/>
                <a:cs typeface="DejaVu Sans Mono"/>
              </a:rPr>
              <a:t>  --fail-once-target P2PDS</a:t>
            </a:r>
          </a:p>
          <a:p xmlns:a="http://schemas.openxmlformats.org/drawingml/2006/main">
            <a:r>
              <a:t/>
            </a:r>
          </a:p>
          <a:p xmlns:a="http://schemas.openxmlformats.org/drawingml/2006/main">
            <a:pPr algn="l">
              <a:lnSpc>
                <a:spcPct val="115000"/>
              </a:lnSpc>
              <a:buNone/>
              <a:defRPr sz="1725" b="0">
                <a:solidFill>
                  <a:srgbClr val="102A43"/>
                </a:solidFill>
                <a:latin typeface="DejaVu Sans Mono"/>
                <a:ea typeface="DejaVu Sans Mono"/>
                <a:cs typeface="DejaVu Sans Mono"/>
              </a:defRPr>
            </a:pPr>
            <a:r>
              <a:rPr sz="1725" b="0">
                <a:solidFill>
                  <a:srgbClr val="102A43"/>
                </a:solidFill>
                <a:latin typeface="DejaVu Sans Mono"/>
                <a:ea typeface="DejaVu Sans Mono"/>
                <a:cs typeface="DejaVu Sans Mono"/>
              </a:rPr>
              <a:t># Add these flags to the LIVE command in terminal 2:</a:t>
            </a:r>
          </a:p>
          <a:p xmlns:a="http://schemas.openxmlformats.org/drawingml/2006/main">
            <a:pPr algn="l">
              <a:lnSpc>
                <a:spcPct val="115000"/>
              </a:lnSpc>
              <a:buNone/>
              <a:defRPr sz="1725" b="0">
                <a:solidFill>
                  <a:srgbClr val="102A43"/>
                </a:solidFill>
                <a:latin typeface="DejaVu Sans Mono"/>
                <a:ea typeface="DejaVu Sans Mono"/>
                <a:cs typeface="DejaVu Sans Mono"/>
              </a:defRPr>
            </a:pPr>
            <a:r>
              <a:rPr sz="1725" b="0">
                <a:solidFill>
                  <a:srgbClr val="102A43"/>
                </a:solidFill>
                <a:latin typeface="DejaVu Sans Mono"/>
                <a:ea typeface="DejaVu Sans Mono"/>
                <a:cs typeface="DejaVu Sans Mono"/>
              </a:rPr>
              <a:t>--ingestion.delivery.replay-safe=true \</a:t>
            </a:r>
          </a:p>
          <a:p xmlns:a="http://schemas.openxmlformats.org/drawingml/2006/main">
            <a:pPr algn="l">
              <a:lnSpc>
                <a:spcPct val="115000"/>
              </a:lnSpc>
              <a:buNone/>
              <a:defRPr sz="1725" b="0">
                <a:solidFill>
                  <a:srgbClr val="102A43"/>
                </a:solidFill>
                <a:latin typeface="DejaVu Sans Mono"/>
                <a:ea typeface="DejaVu Sans Mono"/>
                <a:cs typeface="DejaVu Sans Mono"/>
              </a:defRPr>
            </a:pPr>
            <a:r>
              <a:rPr sz="1725" b="0">
                <a:solidFill>
                  <a:srgbClr val="102A43"/>
                </a:solidFill>
                <a:latin typeface="DejaVu Sans Mono"/>
                <a:ea typeface="DejaVu Sans Mono"/>
                <a:cs typeface="DejaVu Sans Mono"/>
              </a:rPr>
              <a:t>--ingestion.delivery.max-attempts=1</a:t>
            </a:r>
          </a:p>
          <a:p xmlns:a="http://schemas.openxmlformats.org/drawingml/2006/main">
            <a:r>
              <a:t/>
            </a:r>
          </a:p>
          <a:p xmlns:a="http://schemas.openxmlformats.org/drawingml/2006/main">
            <a:pPr algn="l">
              <a:lnSpc>
                <a:spcPct val="115000"/>
              </a:lnSpc>
              <a:buNone/>
              <a:defRPr sz="1725" b="0">
                <a:solidFill>
                  <a:srgbClr val="102A43"/>
                </a:solidFill>
                <a:latin typeface="DejaVu Sans Mono"/>
                <a:ea typeface="DejaVu Sans Mono"/>
                <a:cs typeface="DejaVu Sans Mono"/>
              </a:defRPr>
            </a:pPr>
            <a:r>
              <a:rPr sz="1725" b="0">
                <a:solidFill>
                  <a:srgbClr val="102A43"/>
                </a:solidFill>
                <a:latin typeface="DejaVu Sans Mono"/>
                <a:ea typeface="DejaVu Sans Mono"/>
                <a:cs typeface="DejaVu Sans Mono"/>
              </a:rPr>
              <a:t>java -jar build/libs/fileadapter-0.1.0.jar \</a:t>
            </a:r>
          </a:p>
          <a:p xmlns:a="http://schemas.openxmlformats.org/drawingml/2006/main">
            <a:pPr algn="l">
              <a:lnSpc>
                <a:spcPct val="115000"/>
              </a:lnSpc>
              <a:buNone/>
              <a:defRPr sz="1725" b="0">
                <a:solidFill>
                  <a:srgbClr val="102A43"/>
                </a:solidFill>
                <a:latin typeface="DejaVu Sans Mono"/>
                <a:ea typeface="DejaVu Sans Mono"/>
                <a:cs typeface="DejaVu Sans Mono"/>
              </a:defRPr>
            </a:pPr>
            <a:r>
              <a:rPr sz="1725" b="0">
                <a:solidFill>
                  <a:srgbClr val="102A43"/>
                </a:solidFill>
                <a:latin typeface="DejaVu Sans Mono"/>
                <a:ea typeface="DejaVu Sans Mono"/>
                <a:cs typeface="DejaVu Sans Mono"/>
              </a:rPr>
              <a:t>  --ingestion.work-directory=./var-consent-live-demo \</a:t>
            </a:r>
          </a:p>
          <a:p xmlns:a="http://schemas.openxmlformats.org/drawingml/2006/main">
            <a:pPr algn="l">
              <a:lnSpc>
                <a:spcPct val="115000"/>
              </a:lnSpc>
              <a:buNone/>
              <a:defRPr sz="1725" b="0">
                <a:solidFill>
                  <a:srgbClr val="102A43"/>
                </a:solidFill>
                <a:latin typeface="DejaVu Sans Mono"/>
                <a:ea typeface="DejaVu Sans Mono"/>
                <a:cs typeface="DejaVu Sans Mono"/>
              </a:defRPr>
            </a:pPr>
            <a:r>
              <a:rPr sz="1725" b="0">
                <a:solidFill>
                  <a:srgbClr val="102A43"/>
                </a:solidFill>
                <a:latin typeface="DejaVu Sans Mono"/>
                <a:ea typeface="DejaVu Sans Mono"/>
                <a:cs typeface="DejaVu Sans Mono"/>
              </a:rPr>
              <a:t>  --ingestion.resume=RUN_ID --ingestion.poll-enabled=false</a:t>
            </a:r>
          </a:p>
        </p:txBody>
      </p:sp>
      <p:sp>
        <p:nvSpPr>
          <p:cNvPr id="5" name="text-87">
            <a:extLst xmlns:a="http://schemas.openxmlformats.org/drawingml/2006/main">
              <a:ext uri="{FF2B5EF4-FFF2-40B4-BE49-F238E27FC236}">
                <a16:creationId xmlns:a16="http://schemas.microsoft.com/office/drawing/2014/main" id="{FA429CA4-5356-4EA2-97A7-436305023DEA}"/>
              </a:ext>
            </a:extLst>
          </p:cNvPr>
          <p:cNvSpPr>
            <a:spLocks xmlns:a="http://schemas.openxmlformats.org/drawingml/2006/main" noGrp="1"/>
          </p:cNvSpPr>
          <p:nvPr/>
        </p:nvSpPr>
        <p:spPr>
          <a:xfrm xmlns:a="http://schemas.openxmlformats.org/drawingml/2006/main">
            <a:off x="609600" y="5905500"/>
            <a:ext cx="10858500" cy="466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725" b="0">
                <a:solidFill>
                  <a:srgbClr val="526778"/>
                </a:solidFill>
                <a:latin typeface="DejaVu Sans"/>
                <a:ea typeface="DejaVu Sans"/>
                <a:cs typeface="DejaVu Sans"/>
              </a:defRPr>
            </a:defPPr>
            <a:lvl1pPr algn="l">
              <a:buNone/>
              <a:defRPr sz="1725" b="0">
                <a:solidFill>
                  <a:srgbClr val="526778"/>
                </a:solidFill>
                <a:latin typeface="DejaVu Sans"/>
                <a:ea typeface="DejaVu Sans"/>
                <a:cs typeface="DejaVu Sans"/>
              </a:defRPr>
            </a:lvl1pPr>
            <a:lvl2pPr algn="l">
              <a:buNone/>
              <a:defRPr sz="1725" b="0">
                <a:solidFill>
                  <a:srgbClr val="526778"/>
                </a:solidFill>
                <a:latin typeface="DejaVu Sans"/>
                <a:ea typeface="DejaVu Sans"/>
                <a:cs typeface="DejaVu Sans"/>
              </a:defRPr>
            </a:lvl2pPr>
            <a:lvl3pPr algn="l">
              <a:buNone/>
              <a:defRPr sz="1725" b="0">
                <a:solidFill>
                  <a:srgbClr val="526778"/>
                </a:solidFill>
                <a:latin typeface="DejaVu Sans"/>
                <a:ea typeface="DejaVu Sans"/>
                <a:cs typeface="DejaVu Sans"/>
              </a:defRPr>
            </a:lvl3pPr>
            <a:lvl4pPr algn="l">
              <a:buNone/>
              <a:defRPr sz="1725" b="0">
                <a:solidFill>
                  <a:srgbClr val="526778"/>
                </a:solidFill>
                <a:latin typeface="DejaVu Sans"/>
                <a:ea typeface="DejaVu Sans"/>
                <a:cs typeface="DejaVu Sans"/>
              </a:defRPr>
            </a:lvl4pPr>
            <a:lvl5pPr algn="l">
              <a:buNone/>
              <a:defRPr sz="1725" b="0">
                <a:solidFill>
                  <a:srgbClr val="526778"/>
                </a:solidFill>
                <a:latin typeface="DejaVu Sans"/>
                <a:ea typeface="DejaVu Sans"/>
                <a:cs typeface="DejaVu Sans"/>
              </a:defRPr>
            </a:lvl5pPr>
            <a:lvl6pPr algn="l">
              <a:buNone/>
              <a:defRPr sz="1725" b="0">
                <a:solidFill>
                  <a:srgbClr val="526778"/>
                </a:solidFill>
                <a:latin typeface="DejaVu Sans"/>
                <a:ea typeface="DejaVu Sans"/>
                <a:cs typeface="DejaVu Sans"/>
              </a:defRPr>
            </a:lvl6pPr>
            <a:lvl7pPr algn="l">
              <a:buNone/>
              <a:defRPr sz="1725" b="0">
                <a:solidFill>
                  <a:srgbClr val="526778"/>
                </a:solidFill>
                <a:latin typeface="DejaVu Sans"/>
                <a:ea typeface="DejaVu Sans"/>
                <a:cs typeface="DejaVu Sans"/>
              </a:defRPr>
            </a:lvl7pPr>
            <a:lvl8pPr algn="l">
              <a:buNone/>
              <a:defRPr sz="1725" b="0">
                <a:solidFill>
                  <a:srgbClr val="526778"/>
                </a:solidFill>
                <a:latin typeface="DejaVu Sans"/>
                <a:ea typeface="DejaVu Sans"/>
                <a:cs typeface="DejaVu Sans"/>
              </a:defRPr>
            </a:lvl8pPr>
            <a:lvl9pPr algn="l">
              <a:buNone/>
              <a:defRPr sz="1725" b="0">
                <a:solidFill>
                  <a:srgbClr val="526778"/>
                </a:solidFill>
                <a:latin typeface="DejaVu Sans"/>
                <a:ea typeface="DejaVu Sans"/>
                <a:cs typeface="DejaVu Sans"/>
              </a:defRPr>
            </a:lvl9pPr>
          </a:lstStyle>
          <a:p xmlns:a="http://schemas.openxmlformats.org/drawingml/2006/main">
            <a:pPr algn="l">
              <a:lnSpc>
                <a:spcPct val="115000"/>
              </a:lnSpc>
              <a:buNone/>
              <a:defRPr sz="1725" b="0">
                <a:solidFill>
                  <a:srgbClr val="526778"/>
                </a:solidFill>
                <a:latin typeface="DejaVu Sans"/>
                <a:ea typeface="DejaVu Sans"/>
                <a:cs typeface="DejaVu Sans"/>
              </a:defRPr>
            </a:pPr>
            <a:r>
              <a:rPr sz="1725" b="0">
                <a:solidFill>
                  <a:srgbClr val="526778"/>
                </a:solidFill>
                <a:latin typeface="DejaVu Sans"/>
                <a:ea typeface="DejaVu Sans"/>
                <a:cs typeface="DejaVu Sans"/>
              </a:rPr>
              <a:t>The first member array pauses. Resume retries that same complete array.</a:t>
            </a:r>
          </a:p>
        </p:txBody>
      </p:sp>
    </p:spTree>
    <p:extLst>
      <p:ext uri="{BB962C8B-B14F-4D97-AF65-F5344CB8AC3E}">
        <p14:creationId xmlns:p14="http://schemas.microsoft.com/office/powerpoint/2010/main" val="918565835"/>
      </p:ext>
    </p:extLst>
  </p:cSld>
</p:sld>
</file>

<file path=ppt/slides/slide29.xml><?xml version="1.0" encoding="utf-8"?>
<p:sld xmlns:p="http://schemas.openxmlformats.org/presentationml/2006/main">
  <p:cSld>
    <p:bg>
      <p:bgPr>
        <a:solidFill xmlns:a="http://schemas.openxmlformats.org/drawingml/2006/main">
          <a:srgbClr val="F6F8FA"/>
        </a:solidFill>
      </p:bgPr>
    </p:bg>
    <p:spTree>
      <p:nvGrpSpPr>
        <p:cNvPr id="1" name=""/>
        <p:cNvGrpSpPr/>
        <p:nvPr/>
      </p:nvGrpSpPr>
      <p:grpSpPr>
        <a:xfrm xmlns:a="http://schemas.openxmlformats.org/drawingml/2006/main"/>
      </p:grpSpPr>
      <p:sp>
        <p:nvSpPr>
          <p:cNvPr id="5" name="slide-title">
            <a:extLst xmlns:a="http://schemas.openxmlformats.org/drawingml/2006/main">
              <a:ext uri="{FF2B5EF4-FFF2-40B4-BE49-F238E27FC236}">
                <a16:creationId xmlns:a16="http://schemas.microsoft.com/office/drawing/2014/main" id="{5829E942-300B-499F-87CD-2A27C624514D}"/>
              </a:ext>
            </a:extLst>
          </p:cNvPr>
          <p:cNvSpPr>
            <a:spLocks xmlns:a="http://schemas.openxmlformats.org/drawingml/2006/main" noGrp="1"/>
          </p:cNvSpPr>
          <p:nvPr/>
        </p:nvSpPr>
        <p:spPr>
          <a:xfrm xmlns:a="http://schemas.openxmlformats.org/drawingml/2006/main">
            <a:off x="609600" y="438150"/>
            <a:ext cx="109728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300" b="1">
                <a:solidFill>
                  <a:srgbClr val="102A43"/>
                </a:solidFill>
                <a:latin typeface="DejaVu Sans"/>
                <a:ea typeface="DejaVu Sans"/>
                <a:cs typeface="DejaVu Sans"/>
              </a:defRPr>
            </a:defPPr>
            <a:lvl1pPr algn="l">
              <a:buNone/>
              <a:defRPr sz="3300" b="1">
                <a:solidFill>
                  <a:srgbClr val="102A43"/>
                </a:solidFill>
                <a:latin typeface="DejaVu Sans"/>
                <a:ea typeface="DejaVu Sans"/>
                <a:cs typeface="DejaVu Sans"/>
              </a:defRPr>
            </a:lvl1pPr>
            <a:lvl2pPr algn="l">
              <a:buNone/>
              <a:defRPr sz="3300" b="1">
                <a:solidFill>
                  <a:srgbClr val="102A43"/>
                </a:solidFill>
                <a:latin typeface="DejaVu Sans"/>
                <a:ea typeface="DejaVu Sans"/>
                <a:cs typeface="DejaVu Sans"/>
              </a:defRPr>
            </a:lvl2pPr>
            <a:lvl3pPr algn="l">
              <a:buNone/>
              <a:defRPr sz="3300" b="1">
                <a:solidFill>
                  <a:srgbClr val="102A43"/>
                </a:solidFill>
                <a:latin typeface="DejaVu Sans"/>
                <a:ea typeface="DejaVu Sans"/>
                <a:cs typeface="DejaVu Sans"/>
              </a:defRPr>
            </a:lvl3pPr>
            <a:lvl4pPr algn="l">
              <a:buNone/>
              <a:defRPr sz="3300" b="1">
                <a:solidFill>
                  <a:srgbClr val="102A43"/>
                </a:solidFill>
                <a:latin typeface="DejaVu Sans"/>
                <a:ea typeface="DejaVu Sans"/>
                <a:cs typeface="DejaVu Sans"/>
              </a:defRPr>
            </a:lvl4pPr>
            <a:lvl5pPr algn="l">
              <a:buNone/>
              <a:defRPr sz="3300" b="1">
                <a:solidFill>
                  <a:srgbClr val="102A43"/>
                </a:solidFill>
                <a:latin typeface="DejaVu Sans"/>
                <a:ea typeface="DejaVu Sans"/>
                <a:cs typeface="DejaVu Sans"/>
              </a:defRPr>
            </a:lvl5pPr>
            <a:lvl6pPr algn="l">
              <a:buNone/>
              <a:defRPr sz="3300" b="1">
                <a:solidFill>
                  <a:srgbClr val="102A43"/>
                </a:solidFill>
                <a:latin typeface="DejaVu Sans"/>
                <a:ea typeface="DejaVu Sans"/>
                <a:cs typeface="DejaVu Sans"/>
              </a:defRPr>
            </a:lvl6pPr>
            <a:lvl7pPr algn="l">
              <a:buNone/>
              <a:defRPr sz="3300" b="1">
                <a:solidFill>
                  <a:srgbClr val="102A43"/>
                </a:solidFill>
                <a:latin typeface="DejaVu Sans"/>
                <a:ea typeface="DejaVu Sans"/>
                <a:cs typeface="DejaVu Sans"/>
              </a:defRPr>
            </a:lvl7pPr>
            <a:lvl8pPr algn="l">
              <a:buNone/>
              <a:defRPr sz="3300" b="1">
                <a:solidFill>
                  <a:srgbClr val="102A43"/>
                </a:solidFill>
                <a:latin typeface="DejaVu Sans"/>
                <a:ea typeface="DejaVu Sans"/>
                <a:cs typeface="DejaVu Sans"/>
              </a:defRPr>
            </a:lvl8pPr>
            <a:lvl9pPr algn="l">
              <a:buNone/>
              <a:defRPr sz="3300" b="1">
                <a:solidFill>
                  <a:srgbClr val="102A43"/>
                </a:solidFill>
                <a:latin typeface="DejaVu Sans"/>
                <a:ea typeface="DejaVu Sans"/>
                <a:cs typeface="DejaVu Sans"/>
              </a:defRPr>
            </a:lvl9pPr>
          </a:lstStyle>
          <a:p xmlns:a="http://schemas.openxmlformats.org/drawingml/2006/main">
            <a:pPr algn="l">
              <a:lnSpc>
                <a:spcPct val="115000"/>
              </a:lnSpc>
              <a:buNone/>
              <a:defRPr sz="3300" b="1">
                <a:solidFill>
                  <a:srgbClr val="102A43"/>
                </a:solidFill>
                <a:latin typeface="DejaVu Sans"/>
                <a:ea typeface="DejaVu Sans"/>
                <a:cs typeface="DejaVu Sans"/>
              </a:defRPr>
            </a:pPr>
            <a:r>
              <a:rPr sz="3300" b="1">
                <a:solidFill>
                  <a:srgbClr val="102A43"/>
                </a:solidFill>
                <a:latin typeface="DejaVu Sans"/>
                <a:ea typeface="DejaVu Sans"/>
                <a:cs typeface="DejaVu Sans"/>
              </a:rPr>
              <a:t>Validation and operational boundaries</a:t>
            </a:r>
          </a:p>
        </p:txBody>
      </p:sp>
      <p:sp>
        <p:nvSpPr>
          <p:cNvPr id="2" name="text-88">
            <a:extLst xmlns:a="http://schemas.openxmlformats.org/drawingml/2006/main">
              <a:ext uri="{FF2B5EF4-FFF2-40B4-BE49-F238E27FC236}">
                <a16:creationId xmlns:a16="http://schemas.microsoft.com/office/drawing/2014/main" id="{6D1D3C08-E274-491E-B74B-B151ED10E40C}"/>
              </a:ext>
            </a:extLst>
          </p:cNvPr>
          <p:cNvSpPr>
            <a:spLocks xmlns:a="http://schemas.openxmlformats.org/drawingml/2006/main" noGrp="1"/>
          </p:cNvSpPr>
          <p:nvPr/>
        </p:nvSpPr>
        <p:spPr>
          <a:xfrm xmlns:a="http://schemas.openxmlformats.org/drawingml/2006/main">
            <a:off x="609600" y="1371600"/>
            <a:ext cx="109728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526778"/>
                </a:solidFill>
                <a:latin typeface="DejaVu Sans"/>
                <a:ea typeface="DejaVu Sans"/>
                <a:cs typeface="DejaVu Sans"/>
              </a:defRPr>
            </a:defPPr>
            <a:lvl1pPr algn="l">
              <a:buNone/>
              <a:defRPr sz="1875" b="0">
                <a:solidFill>
                  <a:srgbClr val="526778"/>
                </a:solidFill>
                <a:latin typeface="DejaVu Sans"/>
                <a:ea typeface="DejaVu Sans"/>
                <a:cs typeface="DejaVu Sans"/>
              </a:defRPr>
            </a:lvl1pPr>
            <a:lvl2pPr algn="l">
              <a:buNone/>
              <a:defRPr sz="1875" b="0">
                <a:solidFill>
                  <a:srgbClr val="526778"/>
                </a:solidFill>
                <a:latin typeface="DejaVu Sans"/>
                <a:ea typeface="DejaVu Sans"/>
                <a:cs typeface="DejaVu Sans"/>
              </a:defRPr>
            </a:lvl2pPr>
            <a:lvl3pPr algn="l">
              <a:buNone/>
              <a:defRPr sz="1875" b="0">
                <a:solidFill>
                  <a:srgbClr val="526778"/>
                </a:solidFill>
                <a:latin typeface="DejaVu Sans"/>
                <a:ea typeface="DejaVu Sans"/>
                <a:cs typeface="DejaVu Sans"/>
              </a:defRPr>
            </a:lvl3pPr>
            <a:lvl4pPr algn="l">
              <a:buNone/>
              <a:defRPr sz="1875" b="0">
                <a:solidFill>
                  <a:srgbClr val="526778"/>
                </a:solidFill>
                <a:latin typeface="DejaVu Sans"/>
                <a:ea typeface="DejaVu Sans"/>
                <a:cs typeface="DejaVu Sans"/>
              </a:defRPr>
            </a:lvl4pPr>
            <a:lvl5pPr algn="l">
              <a:buNone/>
              <a:defRPr sz="1875" b="0">
                <a:solidFill>
                  <a:srgbClr val="526778"/>
                </a:solidFill>
                <a:latin typeface="DejaVu Sans"/>
                <a:ea typeface="DejaVu Sans"/>
                <a:cs typeface="DejaVu Sans"/>
              </a:defRPr>
            </a:lvl5pPr>
            <a:lvl6pPr algn="l">
              <a:buNone/>
              <a:defRPr sz="1875" b="0">
                <a:solidFill>
                  <a:srgbClr val="526778"/>
                </a:solidFill>
                <a:latin typeface="DejaVu Sans"/>
                <a:ea typeface="DejaVu Sans"/>
                <a:cs typeface="DejaVu Sans"/>
              </a:defRPr>
            </a:lvl6pPr>
            <a:lvl7pPr algn="l">
              <a:buNone/>
              <a:defRPr sz="1875" b="0">
                <a:solidFill>
                  <a:srgbClr val="526778"/>
                </a:solidFill>
                <a:latin typeface="DejaVu Sans"/>
                <a:ea typeface="DejaVu Sans"/>
                <a:cs typeface="DejaVu Sans"/>
              </a:defRPr>
            </a:lvl7pPr>
            <a:lvl8pPr algn="l">
              <a:buNone/>
              <a:defRPr sz="1875" b="0">
                <a:solidFill>
                  <a:srgbClr val="526778"/>
                </a:solidFill>
                <a:latin typeface="DejaVu Sans"/>
                <a:ea typeface="DejaVu Sans"/>
                <a:cs typeface="DejaVu Sans"/>
              </a:defRPr>
            </a:lvl8pPr>
            <a:lvl9pPr algn="l">
              <a:buNone/>
              <a:defRPr sz="1875" b="0">
                <a:solidFill>
                  <a:srgbClr val="526778"/>
                </a:solidFill>
                <a:latin typeface="DejaVu Sans"/>
                <a:ea typeface="DejaVu Sans"/>
                <a:cs typeface="DejaVu Sans"/>
              </a:defRPr>
            </a:lvl9pPr>
          </a:lstStyle>
          <a:p xmlns:a="http://schemas.openxmlformats.org/drawingml/2006/main">
            <a:pPr algn="l">
              <a:lnSpc>
                <a:spcPct val="115000"/>
              </a:lnSpc>
              <a:buNone/>
              <a:defRPr sz="1875" b="0">
                <a:solidFill>
                  <a:srgbClr val="526778"/>
                </a:solidFill>
                <a:latin typeface="DejaVu Sans"/>
                <a:ea typeface="DejaVu Sans"/>
                <a:cs typeface="DejaVu Sans"/>
              </a:defRPr>
            </a:pPr>
            <a:r>
              <a:rPr sz="1875" b="0">
                <a:solidFill>
                  <a:srgbClr val="526778"/>
                </a:solidFill>
                <a:latin typeface="DejaVu Sans"/>
                <a:ea typeface="DejaVu Sans"/>
                <a:cs typeface="DejaVu Sans"/>
              </a:rPr>
              <a:t>103 automated tests pass across the generic and consent paths.</a:t>
            </a:r>
          </a:p>
        </p:txBody>
      </p:sp>
      <p:sp>
        <p:nvSpPr>
          <p:cNvPr id="3" name="slide-number">
            <a:extLst xmlns:a="http://schemas.openxmlformats.org/drawingml/2006/main">
              <a:ext uri="{FF2B5EF4-FFF2-40B4-BE49-F238E27FC236}">
                <a16:creationId xmlns:a16="http://schemas.microsoft.com/office/drawing/2014/main" id="{CE29A585-054C-4D4A-A56F-F1511F1E36B2}"/>
              </a:ext>
            </a:extLst>
          </p:cNvPr>
          <p:cNvSpPr>
            <a:spLocks xmlns:a="http://schemas.openxmlformats.org/drawingml/2006/main" noGrp="1"/>
          </p:cNvSpPr>
          <p:nvPr/>
        </p:nvSpPr>
        <p:spPr>
          <a:xfrm xmlns:a="http://schemas.openxmlformats.org/drawingml/2006/main">
            <a:off x="11182350" y="6391275"/>
            <a:ext cx="4000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275" b="0">
                <a:solidFill>
                  <a:srgbClr val="526778"/>
                </a:solidFill>
                <a:latin typeface="DejaVu Sans"/>
                <a:ea typeface="DejaVu Sans"/>
                <a:cs typeface="DejaVu Sans"/>
              </a:defRPr>
            </a:defPPr>
            <a:lvl1pPr algn="r">
              <a:buNone/>
              <a:defRPr sz="1275" b="0">
                <a:solidFill>
                  <a:srgbClr val="526778"/>
                </a:solidFill>
                <a:latin typeface="DejaVu Sans"/>
                <a:ea typeface="DejaVu Sans"/>
                <a:cs typeface="DejaVu Sans"/>
              </a:defRPr>
            </a:lvl1pPr>
            <a:lvl2pPr algn="r">
              <a:buNone/>
              <a:defRPr sz="1275" b="0">
                <a:solidFill>
                  <a:srgbClr val="526778"/>
                </a:solidFill>
                <a:latin typeface="DejaVu Sans"/>
                <a:ea typeface="DejaVu Sans"/>
                <a:cs typeface="DejaVu Sans"/>
              </a:defRPr>
            </a:lvl2pPr>
            <a:lvl3pPr algn="r">
              <a:buNone/>
              <a:defRPr sz="1275" b="0">
                <a:solidFill>
                  <a:srgbClr val="526778"/>
                </a:solidFill>
                <a:latin typeface="DejaVu Sans"/>
                <a:ea typeface="DejaVu Sans"/>
                <a:cs typeface="DejaVu Sans"/>
              </a:defRPr>
            </a:lvl3pPr>
            <a:lvl4pPr algn="r">
              <a:buNone/>
              <a:defRPr sz="1275" b="0">
                <a:solidFill>
                  <a:srgbClr val="526778"/>
                </a:solidFill>
                <a:latin typeface="DejaVu Sans"/>
                <a:ea typeface="DejaVu Sans"/>
                <a:cs typeface="DejaVu Sans"/>
              </a:defRPr>
            </a:lvl4pPr>
            <a:lvl5pPr algn="r">
              <a:buNone/>
              <a:defRPr sz="1275" b="0">
                <a:solidFill>
                  <a:srgbClr val="526778"/>
                </a:solidFill>
                <a:latin typeface="DejaVu Sans"/>
                <a:ea typeface="DejaVu Sans"/>
                <a:cs typeface="DejaVu Sans"/>
              </a:defRPr>
            </a:lvl5pPr>
            <a:lvl6pPr algn="r">
              <a:buNone/>
              <a:defRPr sz="1275" b="0">
                <a:solidFill>
                  <a:srgbClr val="526778"/>
                </a:solidFill>
                <a:latin typeface="DejaVu Sans"/>
                <a:ea typeface="DejaVu Sans"/>
                <a:cs typeface="DejaVu Sans"/>
              </a:defRPr>
            </a:lvl6pPr>
            <a:lvl7pPr algn="r">
              <a:buNone/>
              <a:defRPr sz="1275" b="0">
                <a:solidFill>
                  <a:srgbClr val="526778"/>
                </a:solidFill>
                <a:latin typeface="DejaVu Sans"/>
                <a:ea typeface="DejaVu Sans"/>
                <a:cs typeface="DejaVu Sans"/>
              </a:defRPr>
            </a:lvl7pPr>
            <a:lvl8pPr algn="r">
              <a:buNone/>
              <a:defRPr sz="1275" b="0">
                <a:solidFill>
                  <a:srgbClr val="526778"/>
                </a:solidFill>
                <a:latin typeface="DejaVu Sans"/>
                <a:ea typeface="DejaVu Sans"/>
                <a:cs typeface="DejaVu Sans"/>
              </a:defRPr>
            </a:lvl8pPr>
            <a:lvl9pPr algn="r">
              <a:buNone/>
              <a:defRPr sz="1275" b="0">
                <a:solidFill>
                  <a:srgbClr val="526778"/>
                </a:solidFill>
                <a:latin typeface="DejaVu Sans"/>
                <a:ea typeface="DejaVu Sans"/>
                <a:cs typeface="DejaVu Sans"/>
              </a:defRPr>
            </a:lvl9pPr>
          </a:lstStyle>
          <a:p xmlns:a="http://schemas.openxmlformats.org/drawingml/2006/main">
            <a:pPr algn="r">
              <a:lnSpc>
                <a:spcPct val="115000"/>
              </a:lnSpc>
              <a:buNone/>
              <a:defRPr sz="1275" b="0">
                <a:solidFill>
                  <a:srgbClr val="526778"/>
                </a:solidFill>
                <a:latin typeface="DejaVu Sans"/>
                <a:ea typeface="DejaVu Sans"/>
                <a:cs typeface="DejaVu Sans"/>
              </a:defRPr>
            </a:pPr>
            <a:r>
              <a:rPr sz="1275" b="0">
                <a:solidFill>
                  <a:srgbClr val="526778"/>
                </a:solidFill>
                <a:latin typeface="DejaVu Sans"/>
                <a:ea typeface="DejaVu Sans"/>
                <a:cs typeface="DejaVu Sans"/>
              </a:rPr>
              <a:t>29</a:t>
            </a:r>
          </a:p>
        </p:txBody>
      </p:sp>
      <p:graphicFrame>
        <p:nvGraphicFramePr>
          <p:cNvPr id="4" name="">
            <a:extLst xmlns:a="http://schemas.openxmlformats.org/drawingml/2006/main">
              <a:ext uri="{FF2B5EF4-FFF2-40B4-BE49-F238E27FC236}">
                <a16:creationId xmlns:a16="http://schemas.microsoft.com/office/drawing/2014/main" id="{3FFB823F-E065-4D84-A10E-F7747AECCB3E}"/>
              </a:ext>
            </a:extLst>
          </p:cNvPr>
          <p:cNvGraphicFramePr/>
          <p:nvPr/>
        </p:nvGraphicFramePr>
        <p:xfrm>
          <a:off xmlns:a="http://schemas.openxmlformats.org/drawingml/2006/main" x="609600" y="2000250"/>
          <a:ext xmlns:a="http://schemas.openxmlformats.org/drawingml/2006/main" cx="10972800" cy="4171950"/>
        </p:xfrm>
        <a:graphic xmlns:a="http://schemas.openxmlformats.org/drawingml/2006/main">
          <a:graphicData uri="http://schemas.openxmlformats.org/drawingml/2006/table">
            <a:tbl>
              <a:tblPr/>
              <a:tblGrid>
                <a:gridCol w="5334000"/>
                <a:gridCol w="5638800"/>
              </a:tblGrid>
              <a:tr h="834390">
                <a:tc>
                  <a:txBody>
                    <a:bodyPr wrap="square" lIns="76200" tIns="76200" rIns="76200" bIns="76200">
                      <a:noAutofit/>
                    </a:bodyPr>
                    <a:lstStyle/>
                    <a:p>
                      <a:r>
                        <a:rPr sz="1800" b="1">
                          <a:solidFill>
                            <a:srgbClr val="FFFFFF"/>
                          </a:solidFill>
                          <a:latin typeface="DejaVu Sans"/>
                          <a:ea typeface="DejaVu Sans"/>
                          <a:cs typeface="DejaVu Sans"/>
                        </a:rPr>
                        <a:t>Verified behavior</a:t>
                      </a:r>
                    </a:p>
                  </a:txBody>
                  <a:tcPr marL="91440" marR="91440" marT="45720" marB="45720" anchor="ctr">
                    <a:lnL w="7620">
                      <a:solidFill>
                        <a:srgbClr val="DAE3E9"/>
                      </a:solidFill>
                      <a:prstDash val="solid"/>
                    </a:lnL>
                    <a:lnR w="7620">
                      <a:solidFill>
                        <a:srgbClr val="DAE3E9"/>
                      </a:solidFill>
                      <a:prstDash val="solid"/>
                    </a:lnR>
                    <a:lnT w="7620">
                      <a:solidFill>
                        <a:srgbClr val="DAE3E9"/>
                      </a:solidFill>
                      <a:prstDash val="solid"/>
                    </a:lnT>
                    <a:lnB w="7620">
                      <a:solidFill>
                        <a:srgbClr val="DAE3E9"/>
                      </a:solidFill>
                      <a:prstDash val="solid"/>
                    </a:lnB>
                    <a:solidFill>
                      <a:srgbClr val="102A43"/>
                    </a:solidFill>
                  </a:tcPr>
                </a:tc>
                <a:tc>
                  <a:txBody>
                    <a:bodyPr wrap="square" lIns="76200" tIns="76200" rIns="76200" bIns="76200">
                      <a:noAutofit/>
                    </a:bodyPr>
                    <a:lstStyle/>
                    <a:p>
                      <a:r>
                        <a:rPr sz="1800" b="1">
                          <a:solidFill>
                            <a:srgbClr val="FFFFFF"/>
                          </a:solidFill>
                          <a:latin typeface="DejaVu Sans"/>
                          <a:ea typeface="DejaVu Sans"/>
                          <a:cs typeface="DejaVu Sans"/>
                        </a:rPr>
                        <a:t>Limit to retain</a:t>
                      </a:r>
                    </a:p>
                  </a:txBody>
                  <a:tcPr marL="91440" marR="91440" marT="45720" marB="45720" anchor="ctr">
                    <a:lnR w="7620">
                      <a:solidFill>
                        <a:srgbClr val="DAE3E9"/>
                      </a:solidFill>
                      <a:prstDash val="solid"/>
                    </a:lnR>
                    <a:lnT w="7620">
                      <a:solidFill>
                        <a:srgbClr val="DAE3E9"/>
                      </a:solidFill>
                      <a:prstDash val="solid"/>
                    </a:lnT>
                    <a:lnB w="7620">
                      <a:solidFill>
                        <a:srgbClr val="DAE3E9"/>
                      </a:solidFill>
                      <a:prstDash val="solid"/>
                    </a:lnB>
                    <a:solidFill>
                      <a:srgbClr val="102A43"/>
                    </a:solidFill>
                  </a:tcPr>
                </a:tc>
              </a:tr>
              <a:tr h="834390">
                <a:tc>
                  <a:txBody>
                    <a:bodyPr wrap="square" lIns="76200" tIns="76200" rIns="76200" bIns="76200">
                      <a:noAutofit/>
                    </a:bodyPr>
                    <a:lstStyle/>
                    <a:p>
                      <a:r>
                        <a:rPr sz="1800" b="0">
                          <a:solidFill>
                            <a:srgbClr val="102A43"/>
                          </a:solidFill>
                          <a:latin typeface="DejaVu Sans"/>
                          <a:ea typeface="DejaVu Sans"/>
                          <a:cs typeface="DejaVu Sans"/>
                        </a:rPr>
                        <a:t>Nine consent layouts produce expected bodies</a:t>
                      </a:r>
                    </a:p>
                  </a:txBody>
                  <a:tcPr marL="91440" marR="91440" marT="45720" marB="45720" anchor="ctr">
                    <a:lnL w="7620">
                      <a:solidFill>
                        <a:srgbClr val="DAE3E9"/>
                      </a:solidFill>
                      <a:prstDash val="solid"/>
                    </a:lnL>
                    <a:lnR w="7620">
                      <a:solidFill>
                        <a:srgbClr val="DAE3E9"/>
                      </a:solidFill>
                      <a:prstDash val="solid"/>
                    </a:lnR>
                    <a:lnB w="7620">
                      <a:solidFill>
                        <a:srgbClr val="DAE3E9"/>
                      </a:solidFill>
                      <a:prstDash val="solid"/>
                    </a:lnB>
                    <a:solidFill>
                      <a:srgbClr val="FFFFFF"/>
                    </a:solidFill>
                  </a:tcPr>
                </a:tc>
                <a:tc>
                  <a:txBody>
                    <a:bodyPr wrap="square" lIns="76200" tIns="76200" rIns="76200" bIns="76200">
                      <a:noAutofit/>
                    </a:bodyPr>
                    <a:lstStyle/>
                    <a:p>
                      <a:r>
                        <a:rPr sz="1800" b="0">
                          <a:solidFill>
                            <a:srgbClr val="102A43"/>
                          </a:solidFill>
                          <a:latin typeface="DejaVu Sans"/>
                          <a:ea typeface="DejaVu Sans"/>
                          <a:cs typeface="DejaVu Sans"/>
                        </a:rPr>
                        <a:t>Real feed widths, source codes and API schemas remain to agree</a:t>
                      </a:r>
                    </a:p>
                  </a:txBody>
                  <a:tcPr marL="91440" marR="91440" marT="45720" marB="45720" anchor="ctr">
                    <a:lnR w="7620">
                      <a:solidFill>
                        <a:srgbClr val="DAE3E9"/>
                      </a:solidFill>
                      <a:prstDash val="solid"/>
                    </a:lnR>
                    <a:lnB w="7620">
                      <a:solidFill>
                        <a:srgbClr val="DAE3E9"/>
                      </a:solidFill>
                      <a:prstDash val="solid"/>
                    </a:lnB>
                    <a:solidFill>
                      <a:srgbClr val="FFFFFF"/>
                    </a:solidFill>
                  </a:tcPr>
                </a:tc>
              </a:tr>
              <a:tr h="834390">
                <a:tc>
                  <a:txBody>
                    <a:bodyPr wrap="square" lIns="76200" tIns="76200" rIns="76200" bIns="76200">
                      <a:noAutofit/>
                    </a:bodyPr>
                    <a:lstStyle/>
                    <a:p>
                      <a:r>
                        <a:rPr sz="1800" b="0">
                          <a:solidFill>
                            <a:srgbClr val="102A43"/>
                          </a:solidFill>
                          <a:latin typeface="DejaVu Sans"/>
                          <a:ea typeface="DejaVu Sans"/>
                          <a:cs typeface="DejaVu Sans"/>
                        </a:rPr>
                        <a:t>HTTP lookup, array POSTs and recovery</a:t>
                      </a:r>
                    </a:p>
                  </a:txBody>
                  <a:tcPr marL="91440" marR="91440" marT="45720" marB="45720" anchor="ctr">
                    <a:lnL w="7620">
                      <a:solidFill>
                        <a:srgbClr val="DAE3E9"/>
                      </a:solidFill>
                      <a:prstDash val="solid"/>
                    </a:lnL>
                    <a:lnR w="7620">
                      <a:solidFill>
                        <a:srgbClr val="DAE3E9"/>
                      </a:solidFill>
                      <a:prstDash val="solid"/>
                    </a:lnR>
                    <a:lnB w="7620">
                      <a:solidFill>
                        <a:srgbClr val="DAE3E9"/>
                      </a:solidFill>
                      <a:prstDash val="solid"/>
                    </a:lnB>
                    <a:solidFill>
                      <a:srgbClr val="EDF2F5"/>
                    </a:solidFill>
                  </a:tcPr>
                </a:tc>
                <a:tc>
                  <a:txBody>
                    <a:bodyPr wrap="square" lIns="76200" tIns="76200" rIns="76200" bIns="76200">
                      <a:noAutofit/>
                    </a:bodyPr>
                    <a:lstStyle/>
                    <a:p>
                      <a:r>
                        <a:rPr sz="1800" b="0">
                          <a:solidFill>
                            <a:srgbClr val="102A43"/>
                          </a:solidFill>
                          <a:latin typeface="DejaVu Sans"/>
                          <a:ea typeface="DejaVu Sans"/>
                          <a:cs typeface="DejaVu Sans"/>
                        </a:rPr>
                        <a:t>Service defines array commit and acknowledgement semantics</a:t>
                      </a:r>
                    </a:p>
                  </a:txBody>
                  <a:tcPr marL="91440" marR="91440" marT="45720" marB="45720" anchor="ctr">
                    <a:lnR w="7620">
                      <a:solidFill>
                        <a:srgbClr val="DAE3E9"/>
                      </a:solidFill>
                      <a:prstDash val="solid"/>
                    </a:lnR>
                    <a:lnB w="7620">
                      <a:solidFill>
                        <a:srgbClr val="DAE3E9"/>
                      </a:solidFill>
                      <a:prstDash val="solid"/>
                    </a:lnB>
                    <a:solidFill>
                      <a:srgbClr val="EDF2F5"/>
                    </a:solidFill>
                  </a:tcPr>
                </a:tc>
              </a:tr>
              <a:tr h="834390">
                <a:tc>
                  <a:txBody>
                    <a:bodyPr wrap="square" lIns="76200" tIns="76200" rIns="76200" bIns="76200">
                      <a:noAutofit/>
                    </a:bodyPr>
                    <a:lstStyle/>
                    <a:p>
                      <a:r>
                        <a:rPr sz="1800" b="0">
                          <a:solidFill>
                            <a:srgbClr val="102A43"/>
                          </a:solidFill>
                          <a:latin typeface="DejaVu Sans"/>
                          <a:ea typeface="DejaVu Sans"/>
                          <a:cs typeface="DejaVu Sans"/>
                        </a:rPr>
                        <a:t>Saved plans preserve resolved values</a:t>
                      </a:r>
                    </a:p>
                  </a:txBody>
                  <a:tcPr marL="91440" marR="91440" marT="45720" marB="45720" anchor="ctr">
                    <a:lnL w="7620">
                      <a:solidFill>
                        <a:srgbClr val="DAE3E9"/>
                      </a:solidFill>
                      <a:prstDash val="solid"/>
                    </a:lnL>
                    <a:lnR w="7620">
                      <a:solidFill>
                        <a:srgbClr val="DAE3E9"/>
                      </a:solidFill>
                      <a:prstDash val="solid"/>
                    </a:lnR>
                    <a:lnB w="7620">
                      <a:solidFill>
                        <a:srgbClr val="DAE3E9"/>
                      </a:solidFill>
                      <a:prstDash val="solid"/>
                    </a:lnB>
                    <a:solidFill>
                      <a:srgbClr val="FFFFFF"/>
                    </a:solidFill>
                  </a:tcPr>
                </a:tc>
                <a:tc>
                  <a:txBody>
                    <a:bodyPr wrap="square" lIns="76200" tIns="76200" rIns="76200" bIns="76200">
                      <a:noAutofit/>
                    </a:bodyPr>
                    <a:lstStyle/>
                    <a:p>
                      <a:r>
                        <a:rPr sz="1800" b="0">
                          <a:solidFill>
                            <a:srgbClr val="102A43"/>
                          </a:solidFill>
                          <a:latin typeface="DejaVu Sans"/>
                          <a:ea typeface="DejaVu Sans"/>
                          <a:cs typeface="DejaVu Sans"/>
                        </a:rPr>
                        <a:t>Remote data can change before delivery</a:t>
                      </a:r>
                    </a:p>
                  </a:txBody>
                  <a:tcPr marL="91440" marR="91440" marT="45720" marB="45720" anchor="ctr">
                    <a:lnR w="7620">
                      <a:solidFill>
                        <a:srgbClr val="DAE3E9"/>
                      </a:solidFill>
                      <a:prstDash val="solid"/>
                    </a:lnR>
                    <a:lnB w="7620">
                      <a:solidFill>
                        <a:srgbClr val="DAE3E9"/>
                      </a:solidFill>
                      <a:prstDash val="solid"/>
                    </a:lnB>
                    <a:solidFill>
                      <a:srgbClr val="FFFFFF"/>
                    </a:solidFill>
                  </a:tcPr>
                </a:tc>
              </a:tr>
              <a:tr h="834390">
                <a:tc>
                  <a:txBody>
                    <a:bodyPr wrap="square" lIns="76200" tIns="76200" rIns="76200" bIns="76200">
                      <a:noAutofit/>
                    </a:bodyPr>
                    <a:lstStyle/>
                    <a:p>
                      <a:r>
                        <a:rPr sz="1800" b="0">
                          <a:solidFill>
                            <a:srgbClr val="102A43"/>
                          </a:solidFill>
                          <a:latin typeface="DejaVu Sans"/>
                          <a:ea typeface="DejaVu Sans"/>
                          <a:cs typeface="DejaVu Sans"/>
                        </a:rPr>
                        <a:t>Value-free reports and separate tokens</a:t>
                      </a:r>
                    </a:p>
                  </a:txBody>
                  <a:tcPr marL="91440" marR="91440" marT="45720" marB="45720" anchor="ctr">
                    <a:lnL w="7620">
                      <a:solidFill>
                        <a:srgbClr val="DAE3E9"/>
                      </a:solidFill>
                      <a:prstDash val="solid"/>
                    </a:lnL>
                    <a:lnR w="7620">
                      <a:solidFill>
                        <a:srgbClr val="DAE3E9"/>
                      </a:solidFill>
                      <a:prstDash val="solid"/>
                    </a:lnR>
                    <a:lnB w="7620">
                      <a:solidFill>
                        <a:srgbClr val="DAE3E9"/>
                      </a:solidFill>
                      <a:prstDash val="solid"/>
                    </a:lnB>
                    <a:solidFill>
                      <a:srgbClr val="EDF2F5"/>
                    </a:solidFill>
                  </a:tcPr>
                </a:tc>
                <a:tc>
                  <a:txBody>
                    <a:bodyPr wrap="square" lIns="76200" tIns="76200" rIns="76200" bIns="76200">
                      <a:noAutofit/>
                    </a:bodyPr>
                    <a:lstStyle/>
                    <a:p>
                      <a:r>
                        <a:rPr sz="1800" b="0">
                          <a:solidFill>
                            <a:srgbClr val="102A43"/>
                          </a:solidFill>
                          <a:latin typeface="DejaVu Sans"/>
                          <a:ea typeface="DejaVu Sans"/>
                          <a:cs typeface="DejaVu Sans"/>
                        </a:rPr>
                        <a:t>Inputs, plans and previews hold member data</a:t>
                      </a:r>
                    </a:p>
                  </a:txBody>
                  <a:tcPr marL="91440" marR="91440" marT="45720" marB="45720" anchor="ctr">
                    <a:lnR w="7620">
                      <a:solidFill>
                        <a:srgbClr val="DAE3E9"/>
                      </a:solidFill>
                      <a:prstDash val="solid"/>
                    </a:lnR>
                    <a:lnB w="7620">
                      <a:solidFill>
                        <a:srgbClr val="DAE3E9"/>
                      </a:solidFill>
                      <a:prstDash val="solid"/>
                    </a:lnB>
                    <a:solidFill>
                      <a:srgbClr val="EDF2F5"/>
                    </a:solidFill>
                  </a:tcPr>
                </a:tc>
              </a:tr>
            </a:tbl>
          </a:graphicData>
        </a:graphic>
      </p:graphicFrame>
    </p:spTree>
    <p:extLst>
      <p:ext uri="{BB962C8B-B14F-4D97-AF65-F5344CB8AC3E}">
        <p14:creationId xmlns:p14="http://schemas.microsoft.com/office/powerpoint/2010/main" val="1414948256"/>
      </p:ext>
    </p:extLst>
  </p:cSld>
</p:sld>
</file>

<file path=ppt/slides/slide30.xml><?xml version="1.0" encoding="utf-8"?>
<p:sld xmlns:p="http://schemas.openxmlformats.org/presentationml/2006/main">
  <p:cSld>
    <p:bg>
      <p:bgPr>
        <a:solidFill xmlns:a="http://schemas.openxmlformats.org/drawingml/2006/main">
          <a:srgbClr val="F6F8FA"/>
        </a:solidFill>
      </p:bgPr>
    </p:bg>
    <p:spTree>
      <p:nvGrpSpPr>
        <p:cNvPr id="1" name=""/>
        <p:cNvGrpSpPr/>
        <p:nvPr/>
      </p:nvGrpSpPr>
      <p:grpSpPr>
        <a:xfrm xmlns:a="http://schemas.openxmlformats.org/drawingml/2006/main"/>
      </p:grpSpPr>
      <p:sp>
        <p:nvSpPr>
          <p:cNvPr id="5" name="slide-title">
            <a:extLst xmlns:a="http://schemas.openxmlformats.org/drawingml/2006/main">
              <a:ext uri="{FF2B5EF4-FFF2-40B4-BE49-F238E27FC236}">
                <a16:creationId xmlns:a16="http://schemas.microsoft.com/office/drawing/2014/main" id="{2FCEE171-7A52-4A8D-A8F3-BC68581CAD64}"/>
              </a:ext>
            </a:extLst>
          </p:cNvPr>
          <p:cNvSpPr>
            <a:spLocks xmlns:a="http://schemas.openxmlformats.org/drawingml/2006/main" noGrp="1"/>
          </p:cNvSpPr>
          <p:nvPr/>
        </p:nvSpPr>
        <p:spPr>
          <a:xfrm xmlns:a="http://schemas.openxmlformats.org/drawingml/2006/main">
            <a:off x="609600" y="438150"/>
            <a:ext cx="109728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300" b="1">
                <a:solidFill>
                  <a:srgbClr val="102A43"/>
                </a:solidFill>
                <a:latin typeface="DejaVu Sans"/>
                <a:ea typeface="DejaVu Sans"/>
                <a:cs typeface="DejaVu Sans"/>
              </a:defRPr>
            </a:defPPr>
            <a:lvl1pPr algn="l">
              <a:buNone/>
              <a:defRPr sz="3300" b="1">
                <a:solidFill>
                  <a:srgbClr val="102A43"/>
                </a:solidFill>
                <a:latin typeface="DejaVu Sans"/>
                <a:ea typeface="DejaVu Sans"/>
                <a:cs typeface="DejaVu Sans"/>
              </a:defRPr>
            </a:lvl1pPr>
            <a:lvl2pPr algn="l">
              <a:buNone/>
              <a:defRPr sz="3300" b="1">
                <a:solidFill>
                  <a:srgbClr val="102A43"/>
                </a:solidFill>
                <a:latin typeface="DejaVu Sans"/>
                <a:ea typeface="DejaVu Sans"/>
                <a:cs typeface="DejaVu Sans"/>
              </a:defRPr>
            </a:lvl2pPr>
            <a:lvl3pPr algn="l">
              <a:buNone/>
              <a:defRPr sz="3300" b="1">
                <a:solidFill>
                  <a:srgbClr val="102A43"/>
                </a:solidFill>
                <a:latin typeface="DejaVu Sans"/>
                <a:ea typeface="DejaVu Sans"/>
                <a:cs typeface="DejaVu Sans"/>
              </a:defRPr>
            </a:lvl3pPr>
            <a:lvl4pPr algn="l">
              <a:buNone/>
              <a:defRPr sz="3300" b="1">
                <a:solidFill>
                  <a:srgbClr val="102A43"/>
                </a:solidFill>
                <a:latin typeface="DejaVu Sans"/>
                <a:ea typeface="DejaVu Sans"/>
                <a:cs typeface="DejaVu Sans"/>
              </a:defRPr>
            </a:lvl4pPr>
            <a:lvl5pPr algn="l">
              <a:buNone/>
              <a:defRPr sz="3300" b="1">
                <a:solidFill>
                  <a:srgbClr val="102A43"/>
                </a:solidFill>
                <a:latin typeface="DejaVu Sans"/>
                <a:ea typeface="DejaVu Sans"/>
                <a:cs typeface="DejaVu Sans"/>
              </a:defRPr>
            </a:lvl5pPr>
            <a:lvl6pPr algn="l">
              <a:buNone/>
              <a:defRPr sz="3300" b="1">
                <a:solidFill>
                  <a:srgbClr val="102A43"/>
                </a:solidFill>
                <a:latin typeface="DejaVu Sans"/>
                <a:ea typeface="DejaVu Sans"/>
                <a:cs typeface="DejaVu Sans"/>
              </a:defRPr>
            </a:lvl6pPr>
            <a:lvl7pPr algn="l">
              <a:buNone/>
              <a:defRPr sz="3300" b="1">
                <a:solidFill>
                  <a:srgbClr val="102A43"/>
                </a:solidFill>
                <a:latin typeface="DejaVu Sans"/>
                <a:ea typeface="DejaVu Sans"/>
                <a:cs typeface="DejaVu Sans"/>
              </a:defRPr>
            </a:lvl7pPr>
            <a:lvl8pPr algn="l">
              <a:buNone/>
              <a:defRPr sz="3300" b="1">
                <a:solidFill>
                  <a:srgbClr val="102A43"/>
                </a:solidFill>
                <a:latin typeface="DejaVu Sans"/>
                <a:ea typeface="DejaVu Sans"/>
                <a:cs typeface="DejaVu Sans"/>
              </a:defRPr>
            </a:lvl8pPr>
            <a:lvl9pPr algn="l">
              <a:buNone/>
              <a:defRPr sz="3300" b="1">
                <a:solidFill>
                  <a:srgbClr val="102A43"/>
                </a:solidFill>
                <a:latin typeface="DejaVu Sans"/>
                <a:ea typeface="DejaVu Sans"/>
                <a:cs typeface="DejaVu Sans"/>
              </a:defRPr>
            </a:lvl9pPr>
          </a:lstStyle>
          <a:p xmlns:a="http://schemas.openxmlformats.org/drawingml/2006/main">
            <a:pPr algn="l">
              <a:lnSpc>
                <a:spcPct val="115000"/>
              </a:lnSpc>
              <a:buNone/>
              <a:defRPr sz="3300" b="1">
                <a:solidFill>
                  <a:srgbClr val="102A43"/>
                </a:solidFill>
                <a:latin typeface="DejaVu Sans"/>
                <a:ea typeface="DejaVu Sans"/>
                <a:cs typeface="DejaVu Sans"/>
              </a:defRPr>
            </a:pPr>
            <a:r>
              <a:rPr sz="3300" b="1">
                <a:solidFill>
                  <a:srgbClr val="102A43"/>
                </a:solidFill>
                <a:latin typeface="DejaVu Sans"/>
                <a:ea typeface="DejaVu Sans"/>
                <a:cs typeface="DejaVu Sans"/>
              </a:rPr>
              <a:t>Contract decisions for the team</a:t>
            </a:r>
          </a:p>
        </p:txBody>
      </p:sp>
      <p:sp>
        <p:nvSpPr>
          <p:cNvPr id="2" name="text-89">
            <a:extLst xmlns:a="http://schemas.openxmlformats.org/drawingml/2006/main">
              <a:ext uri="{FF2B5EF4-FFF2-40B4-BE49-F238E27FC236}">
                <a16:creationId xmlns:a16="http://schemas.microsoft.com/office/drawing/2014/main" id="{7E4AC5B7-1CE6-433F-B069-4CF0CC301AC7}"/>
              </a:ext>
            </a:extLst>
          </p:cNvPr>
          <p:cNvSpPr>
            <a:spLocks xmlns:a="http://schemas.openxmlformats.org/drawingml/2006/main" noGrp="1"/>
          </p:cNvSpPr>
          <p:nvPr/>
        </p:nvSpPr>
        <p:spPr>
          <a:xfrm xmlns:a="http://schemas.openxmlformats.org/drawingml/2006/main">
            <a:off x="609600" y="1371600"/>
            <a:ext cx="109728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526778"/>
                </a:solidFill>
                <a:latin typeface="DejaVu Sans"/>
                <a:ea typeface="DejaVu Sans"/>
                <a:cs typeface="DejaVu Sans"/>
              </a:defRPr>
            </a:defPPr>
            <a:lvl1pPr algn="l">
              <a:buNone/>
              <a:defRPr sz="1875" b="0">
                <a:solidFill>
                  <a:srgbClr val="526778"/>
                </a:solidFill>
                <a:latin typeface="DejaVu Sans"/>
                <a:ea typeface="DejaVu Sans"/>
                <a:cs typeface="DejaVu Sans"/>
              </a:defRPr>
            </a:lvl1pPr>
            <a:lvl2pPr algn="l">
              <a:buNone/>
              <a:defRPr sz="1875" b="0">
                <a:solidFill>
                  <a:srgbClr val="526778"/>
                </a:solidFill>
                <a:latin typeface="DejaVu Sans"/>
                <a:ea typeface="DejaVu Sans"/>
                <a:cs typeface="DejaVu Sans"/>
              </a:defRPr>
            </a:lvl2pPr>
            <a:lvl3pPr algn="l">
              <a:buNone/>
              <a:defRPr sz="1875" b="0">
                <a:solidFill>
                  <a:srgbClr val="526778"/>
                </a:solidFill>
                <a:latin typeface="DejaVu Sans"/>
                <a:ea typeface="DejaVu Sans"/>
                <a:cs typeface="DejaVu Sans"/>
              </a:defRPr>
            </a:lvl3pPr>
            <a:lvl4pPr algn="l">
              <a:buNone/>
              <a:defRPr sz="1875" b="0">
                <a:solidFill>
                  <a:srgbClr val="526778"/>
                </a:solidFill>
                <a:latin typeface="DejaVu Sans"/>
                <a:ea typeface="DejaVu Sans"/>
                <a:cs typeface="DejaVu Sans"/>
              </a:defRPr>
            </a:lvl4pPr>
            <a:lvl5pPr algn="l">
              <a:buNone/>
              <a:defRPr sz="1875" b="0">
                <a:solidFill>
                  <a:srgbClr val="526778"/>
                </a:solidFill>
                <a:latin typeface="DejaVu Sans"/>
                <a:ea typeface="DejaVu Sans"/>
                <a:cs typeface="DejaVu Sans"/>
              </a:defRPr>
            </a:lvl5pPr>
            <a:lvl6pPr algn="l">
              <a:buNone/>
              <a:defRPr sz="1875" b="0">
                <a:solidFill>
                  <a:srgbClr val="526778"/>
                </a:solidFill>
                <a:latin typeface="DejaVu Sans"/>
                <a:ea typeface="DejaVu Sans"/>
                <a:cs typeface="DejaVu Sans"/>
              </a:defRPr>
            </a:lvl6pPr>
            <a:lvl7pPr algn="l">
              <a:buNone/>
              <a:defRPr sz="1875" b="0">
                <a:solidFill>
                  <a:srgbClr val="526778"/>
                </a:solidFill>
                <a:latin typeface="DejaVu Sans"/>
                <a:ea typeface="DejaVu Sans"/>
                <a:cs typeface="DejaVu Sans"/>
              </a:defRPr>
            </a:lvl7pPr>
            <a:lvl8pPr algn="l">
              <a:buNone/>
              <a:defRPr sz="1875" b="0">
                <a:solidFill>
                  <a:srgbClr val="526778"/>
                </a:solidFill>
                <a:latin typeface="DejaVu Sans"/>
                <a:ea typeface="DejaVu Sans"/>
                <a:cs typeface="DejaVu Sans"/>
              </a:defRPr>
            </a:lvl8pPr>
            <a:lvl9pPr algn="l">
              <a:buNone/>
              <a:defRPr sz="1875" b="0">
                <a:solidFill>
                  <a:srgbClr val="526778"/>
                </a:solidFill>
                <a:latin typeface="DejaVu Sans"/>
                <a:ea typeface="DejaVu Sans"/>
                <a:cs typeface="DejaVu Sans"/>
              </a:defRPr>
            </a:lvl9pPr>
          </a:lstStyle>
          <a:p xmlns:a="http://schemas.openxmlformats.org/drawingml/2006/main">
            <a:pPr algn="l">
              <a:lnSpc>
                <a:spcPct val="115000"/>
              </a:lnSpc>
              <a:buNone/>
              <a:defRPr sz="1875" b="0">
                <a:solidFill>
                  <a:srgbClr val="526778"/>
                </a:solidFill>
                <a:latin typeface="DejaVu Sans"/>
                <a:ea typeface="DejaVu Sans"/>
                <a:cs typeface="DejaVu Sans"/>
              </a:defRPr>
            </a:pPr>
            <a:r>
              <a:rPr sz="1875" b="0">
                <a:solidFill>
                  <a:srgbClr val="526778"/>
                </a:solidFill>
                <a:latin typeface="DejaVu Sans"/>
                <a:ea typeface="DejaVu Sans"/>
                <a:cs typeface="DejaVu Sans"/>
              </a:rPr>
              <a:t>The supplied examples leave these business choices open.</a:t>
            </a:r>
          </a:p>
        </p:txBody>
      </p:sp>
      <p:sp>
        <p:nvSpPr>
          <p:cNvPr id="3" name="slide-number">
            <a:extLst xmlns:a="http://schemas.openxmlformats.org/drawingml/2006/main">
              <a:ext uri="{FF2B5EF4-FFF2-40B4-BE49-F238E27FC236}">
                <a16:creationId xmlns:a16="http://schemas.microsoft.com/office/drawing/2014/main" id="{AD2507D9-BF13-4711-A85F-06B5EA82DAAD}"/>
              </a:ext>
            </a:extLst>
          </p:cNvPr>
          <p:cNvSpPr>
            <a:spLocks xmlns:a="http://schemas.openxmlformats.org/drawingml/2006/main" noGrp="1"/>
          </p:cNvSpPr>
          <p:nvPr/>
        </p:nvSpPr>
        <p:spPr>
          <a:xfrm xmlns:a="http://schemas.openxmlformats.org/drawingml/2006/main">
            <a:off x="11182350" y="6391275"/>
            <a:ext cx="4000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275" b="0">
                <a:solidFill>
                  <a:srgbClr val="526778"/>
                </a:solidFill>
                <a:latin typeface="DejaVu Sans"/>
                <a:ea typeface="DejaVu Sans"/>
                <a:cs typeface="DejaVu Sans"/>
              </a:defRPr>
            </a:defPPr>
            <a:lvl1pPr algn="r">
              <a:buNone/>
              <a:defRPr sz="1275" b="0">
                <a:solidFill>
                  <a:srgbClr val="526778"/>
                </a:solidFill>
                <a:latin typeface="DejaVu Sans"/>
                <a:ea typeface="DejaVu Sans"/>
                <a:cs typeface="DejaVu Sans"/>
              </a:defRPr>
            </a:lvl1pPr>
            <a:lvl2pPr algn="r">
              <a:buNone/>
              <a:defRPr sz="1275" b="0">
                <a:solidFill>
                  <a:srgbClr val="526778"/>
                </a:solidFill>
                <a:latin typeface="DejaVu Sans"/>
                <a:ea typeface="DejaVu Sans"/>
                <a:cs typeface="DejaVu Sans"/>
              </a:defRPr>
            </a:lvl2pPr>
            <a:lvl3pPr algn="r">
              <a:buNone/>
              <a:defRPr sz="1275" b="0">
                <a:solidFill>
                  <a:srgbClr val="526778"/>
                </a:solidFill>
                <a:latin typeface="DejaVu Sans"/>
                <a:ea typeface="DejaVu Sans"/>
                <a:cs typeface="DejaVu Sans"/>
              </a:defRPr>
            </a:lvl3pPr>
            <a:lvl4pPr algn="r">
              <a:buNone/>
              <a:defRPr sz="1275" b="0">
                <a:solidFill>
                  <a:srgbClr val="526778"/>
                </a:solidFill>
                <a:latin typeface="DejaVu Sans"/>
                <a:ea typeface="DejaVu Sans"/>
                <a:cs typeface="DejaVu Sans"/>
              </a:defRPr>
            </a:lvl4pPr>
            <a:lvl5pPr algn="r">
              <a:buNone/>
              <a:defRPr sz="1275" b="0">
                <a:solidFill>
                  <a:srgbClr val="526778"/>
                </a:solidFill>
                <a:latin typeface="DejaVu Sans"/>
                <a:ea typeface="DejaVu Sans"/>
                <a:cs typeface="DejaVu Sans"/>
              </a:defRPr>
            </a:lvl5pPr>
            <a:lvl6pPr algn="r">
              <a:buNone/>
              <a:defRPr sz="1275" b="0">
                <a:solidFill>
                  <a:srgbClr val="526778"/>
                </a:solidFill>
                <a:latin typeface="DejaVu Sans"/>
                <a:ea typeface="DejaVu Sans"/>
                <a:cs typeface="DejaVu Sans"/>
              </a:defRPr>
            </a:lvl6pPr>
            <a:lvl7pPr algn="r">
              <a:buNone/>
              <a:defRPr sz="1275" b="0">
                <a:solidFill>
                  <a:srgbClr val="526778"/>
                </a:solidFill>
                <a:latin typeface="DejaVu Sans"/>
                <a:ea typeface="DejaVu Sans"/>
                <a:cs typeface="DejaVu Sans"/>
              </a:defRPr>
            </a:lvl7pPr>
            <a:lvl8pPr algn="r">
              <a:buNone/>
              <a:defRPr sz="1275" b="0">
                <a:solidFill>
                  <a:srgbClr val="526778"/>
                </a:solidFill>
                <a:latin typeface="DejaVu Sans"/>
                <a:ea typeface="DejaVu Sans"/>
                <a:cs typeface="DejaVu Sans"/>
              </a:defRPr>
            </a:lvl8pPr>
            <a:lvl9pPr algn="r">
              <a:buNone/>
              <a:defRPr sz="1275" b="0">
                <a:solidFill>
                  <a:srgbClr val="526778"/>
                </a:solidFill>
                <a:latin typeface="DejaVu Sans"/>
                <a:ea typeface="DejaVu Sans"/>
                <a:cs typeface="DejaVu Sans"/>
              </a:defRPr>
            </a:lvl9pPr>
          </a:lstStyle>
          <a:p xmlns:a="http://schemas.openxmlformats.org/drawingml/2006/main">
            <a:pPr algn="r">
              <a:lnSpc>
                <a:spcPct val="115000"/>
              </a:lnSpc>
              <a:buNone/>
              <a:defRPr sz="1275" b="0">
                <a:solidFill>
                  <a:srgbClr val="526778"/>
                </a:solidFill>
                <a:latin typeface="DejaVu Sans"/>
                <a:ea typeface="DejaVu Sans"/>
                <a:cs typeface="DejaVu Sans"/>
              </a:defRPr>
            </a:pPr>
            <a:r>
              <a:rPr sz="1275" b="0">
                <a:solidFill>
                  <a:srgbClr val="526778"/>
                </a:solidFill>
                <a:latin typeface="DejaVu Sans"/>
                <a:ea typeface="DejaVu Sans"/>
                <a:cs typeface="DejaVu Sans"/>
              </a:rPr>
              <a:t>30</a:t>
            </a:r>
          </a:p>
        </p:txBody>
      </p:sp>
      <p:graphicFrame>
        <p:nvGraphicFramePr>
          <p:cNvPr id="4" name="">
            <a:extLst xmlns:a="http://schemas.openxmlformats.org/drawingml/2006/main">
              <a:ext uri="{FF2B5EF4-FFF2-40B4-BE49-F238E27FC236}">
                <a16:creationId xmlns:a16="http://schemas.microsoft.com/office/drawing/2014/main" id="{9E3EC2C3-1BA5-472C-95BE-5393800A8859}"/>
              </a:ext>
            </a:extLst>
          </p:cNvPr>
          <p:cNvGraphicFramePr/>
          <p:nvPr/>
        </p:nvGraphicFramePr>
        <p:xfrm>
          <a:off xmlns:a="http://schemas.openxmlformats.org/drawingml/2006/main" x="609600" y="2000250"/>
          <a:ext xmlns:a="http://schemas.openxmlformats.org/drawingml/2006/main" cx="10972800" cy="4171950"/>
        </p:xfrm>
        <a:graphic xmlns:a="http://schemas.openxmlformats.org/drawingml/2006/main">
          <a:graphicData uri="http://schemas.openxmlformats.org/drawingml/2006/table">
            <a:tbl>
              <a:tblPr/>
              <a:tblGrid>
                <a:gridCol w="3429000"/>
                <a:gridCol w="7543800"/>
              </a:tblGrid>
              <a:tr h="695325">
                <a:tc>
                  <a:txBody>
                    <a:bodyPr wrap="square" lIns="76200" tIns="76200" rIns="76200" bIns="76200">
                      <a:noAutofit/>
                    </a:bodyPr>
                    <a:lstStyle/>
                    <a:p>
                      <a:r>
                        <a:rPr sz="1800" b="1">
                          <a:solidFill>
                            <a:srgbClr val="FFFFFF"/>
                          </a:solidFill>
                          <a:latin typeface="DejaVu Sans"/>
                          <a:ea typeface="DejaVu Sans"/>
                          <a:cs typeface="DejaVu Sans"/>
                        </a:rPr>
                        <a:t>Area</a:t>
                      </a:r>
                    </a:p>
                  </a:txBody>
                  <a:tcPr marL="91440" marR="91440" marT="45720" marB="45720" anchor="ctr">
                    <a:lnL w="7620">
                      <a:solidFill>
                        <a:srgbClr val="DAE3E9"/>
                      </a:solidFill>
                      <a:prstDash val="solid"/>
                    </a:lnL>
                    <a:lnR w="7620">
                      <a:solidFill>
                        <a:srgbClr val="DAE3E9"/>
                      </a:solidFill>
                      <a:prstDash val="solid"/>
                    </a:lnR>
                    <a:lnT w="7620">
                      <a:solidFill>
                        <a:srgbClr val="DAE3E9"/>
                      </a:solidFill>
                      <a:prstDash val="solid"/>
                    </a:lnT>
                    <a:lnB w="7620">
                      <a:solidFill>
                        <a:srgbClr val="DAE3E9"/>
                      </a:solidFill>
                      <a:prstDash val="solid"/>
                    </a:lnB>
                    <a:solidFill>
                      <a:srgbClr val="102A43"/>
                    </a:solidFill>
                  </a:tcPr>
                </a:tc>
                <a:tc>
                  <a:txBody>
                    <a:bodyPr wrap="square" lIns="76200" tIns="76200" rIns="76200" bIns="76200">
                      <a:noAutofit/>
                    </a:bodyPr>
                    <a:lstStyle/>
                    <a:p>
                      <a:r>
                        <a:rPr sz="1800" b="1">
                          <a:solidFill>
                            <a:srgbClr val="FFFFFF"/>
                          </a:solidFill>
                          <a:latin typeface="DejaVu Sans"/>
                          <a:ea typeface="DejaVu Sans"/>
                          <a:cs typeface="DejaVu Sans"/>
                        </a:rPr>
                        <a:t>Decision to confirm</a:t>
                      </a:r>
                    </a:p>
                  </a:txBody>
                  <a:tcPr marL="91440" marR="91440" marT="45720" marB="45720" anchor="ctr">
                    <a:lnR w="7620">
                      <a:solidFill>
                        <a:srgbClr val="DAE3E9"/>
                      </a:solidFill>
                      <a:prstDash val="solid"/>
                    </a:lnR>
                    <a:lnT w="7620">
                      <a:solidFill>
                        <a:srgbClr val="DAE3E9"/>
                      </a:solidFill>
                      <a:prstDash val="solid"/>
                    </a:lnT>
                    <a:lnB w="7620">
                      <a:solidFill>
                        <a:srgbClr val="DAE3E9"/>
                      </a:solidFill>
                      <a:prstDash val="solid"/>
                    </a:lnB>
                    <a:solidFill>
                      <a:srgbClr val="102A43"/>
                    </a:solidFill>
                  </a:tcPr>
                </a:tc>
              </a:tr>
              <a:tr h="695325">
                <a:tc>
                  <a:txBody>
                    <a:bodyPr wrap="square" lIns="76200" tIns="76200" rIns="76200" bIns="76200">
                      <a:noAutofit/>
                    </a:bodyPr>
                    <a:lstStyle/>
                    <a:p>
                      <a:r>
                        <a:rPr sz="1800" b="0">
                          <a:solidFill>
                            <a:srgbClr val="102A43"/>
                          </a:solidFill>
                          <a:latin typeface="DejaVu Sans"/>
                          <a:ea typeface="DejaVu Sans"/>
                          <a:cs typeface="DejaVu Sans"/>
                        </a:rPr>
                        <a:t>Intent and dates</a:t>
                      </a:r>
                    </a:p>
                  </a:txBody>
                  <a:tcPr marL="91440" marR="91440" marT="45720" marB="45720" anchor="ctr">
                    <a:lnL w="7620">
                      <a:solidFill>
                        <a:srgbClr val="DAE3E9"/>
                      </a:solidFill>
                      <a:prstDash val="solid"/>
                    </a:lnL>
                    <a:lnR w="7620">
                      <a:solidFill>
                        <a:srgbClr val="DAE3E9"/>
                      </a:solidFill>
                      <a:prstDash val="solid"/>
                    </a:lnR>
                    <a:lnB w="7620">
                      <a:solidFill>
                        <a:srgbClr val="DAE3E9"/>
                      </a:solidFill>
                      <a:prstDash val="solid"/>
                    </a:lnB>
                    <a:solidFill>
                      <a:srgbClr val="FFFFFF"/>
                    </a:solidFill>
                  </a:tcPr>
                </a:tc>
                <a:tc>
                  <a:txBody>
                    <a:bodyPr wrap="square" lIns="76200" tIns="76200" rIns="76200" bIns="76200">
                      <a:noAutofit/>
                    </a:bodyPr>
                    <a:lstStyle/>
                    <a:p>
                      <a:r>
                        <a:rPr sz="1800" b="0">
                          <a:solidFill>
                            <a:srgbClr val="102A43"/>
                          </a:solidFill>
                          <a:latin typeface="DejaVu Sans"/>
                          <a:ea typeface="DejaVu Sans"/>
                          <a:cs typeface="DejaVu Sans"/>
                        </a:rPr>
                        <a:t>Source codes, blank semantics, date formats and end-date rules</a:t>
                      </a:r>
                    </a:p>
                  </a:txBody>
                  <a:tcPr marL="91440" marR="91440" marT="45720" marB="45720" anchor="ctr">
                    <a:lnR w="7620">
                      <a:solidFill>
                        <a:srgbClr val="DAE3E9"/>
                      </a:solidFill>
                      <a:prstDash val="solid"/>
                    </a:lnR>
                    <a:lnB w="7620">
                      <a:solidFill>
                        <a:srgbClr val="DAE3E9"/>
                      </a:solidFill>
                      <a:prstDash val="solid"/>
                    </a:lnB>
                    <a:solidFill>
                      <a:srgbClr val="FFFFFF"/>
                    </a:solidFill>
                  </a:tcPr>
                </a:tc>
              </a:tr>
              <a:tr h="695325">
                <a:tc>
                  <a:txBody>
                    <a:bodyPr wrap="square" lIns="76200" tIns="76200" rIns="76200" bIns="76200">
                      <a:noAutofit/>
                    </a:bodyPr>
                    <a:lstStyle/>
                    <a:p>
                      <a:r>
                        <a:rPr sz="1800" b="0">
                          <a:solidFill>
                            <a:srgbClr val="102A43"/>
                          </a:solidFill>
                          <a:latin typeface="DejaVu Sans"/>
                          <a:ea typeface="DejaVu Sans"/>
                          <a:cs typeface="DejaVu Sans"/>
                        </a:rPr>
                        <a:t>Identity and manager</a:t>
                      </a:r>
                    </a:p>
                  </a:txBody>
                  <a:tcPr marL="91440" marR="91440" marT="45720" marB="45720" anchor="ctr">
                    <a:lnL w="7620">
                      <a:solidFill>
                        <a:srgbClr val="DAE3E9"/>
                      </a:solidFill>
                      <a:prstDash val="solid"/>
                    </a:lnL>
                    <a:lnR w="7620">
                      <a:solidFill>
                        <a:srgbClr val="DAE3E9"/>
                      </a:solidFill>
                      <a:prstDash val="solid"/>
                    </a:lnR>
                    <a:lnB w="7620">
                      <a:solidFill>
                        <a:srgbClr val="DAE3E9"/>
                      </a:solidFill>
                      <a:prstDash val="solid"/>
                    </a:lnB>
                    <a:solidFill>
                      <a:srgbClr val="EDF2F5"/>
                    </a:solidFill>
                  </a:tcPr>
                </a:tc>
                <a:tc>
                  <a:txBody>
                    <a:bodyPr wrap="square" lIns="76200" tIns="76200" rIns="76200" bIns="76200">
                      <a:noAutofit/>
                    </a:bodyPr>
                    <a:lstStyle/>
                    <a:p>
                      <a:r>
                        <a:rPr sz="1800" b="0">
                          <a:solidFill>
                            <a:srgbClr val="102A43"/>
                          </a:solidFill>
                          <a:latin typeface="DejaVu Sans"/>
                          <a:ea typeface="DejaVu Sans"/>
                          <a:cs typeface="DejaVu Sans"/>
                        </a:rPr>
                        <a:t>Unique lookup, authorization and existing consent/payer scope</a:t>
                      </a:r>
                    </a:p>
                  </a:txBody>
                  <a:tcPr marL="91440" marR="91440" marT="45720" marB="45720" anchor="ctr">
                    <a:lnR w="7620">
                      <a:solidFill>
                        <a:srgbClr val="DAE3E9"/>
                      </a:solidFill>
                      <a:prstDash val="solid"/>
                    </a:lnR>
                    <a:lnB w="7620">
                      <a:solidFill>
                        <a:srgbClr val="DAE3E9"/>
                      </a:solidFill>
                      <a:prstDash val="solid"/>
                    </a:lnB>
                    <a:solidFill>
                      <a:srgbClr val="EDF2F5"/>
                    </a:solidFill>
                  </a:tcPr>
                </a:tc>
              </a:tr>
              <a:tr h="695325">
                <a:tc>
                  <a:txBody>
                    <a:bodyPr wrap="square" lIns="76200" tIns="76200" rIns="76200" bIns="76200">
                      <a:noAutofit/>
                    </a:bodyPr>
                    <a:lstStyle/>
                    <a:p>
                      <a:r>
                        <a:rPr sz="1800" b="0">
                          <a:solidFill>
                            <a:srgbClr val="102A43"/>
                          </a:solidFill>
                          <a:latin typeface="DejaVu Sans"/>
                          <a:ea typeface="DejaVu Sans"/>
                          <a:cs typeface="DejaVu Sans"/>
                        </a:rPr>
                        <a:t>Payer request shape</a:t>
                      </a:r>
                    </a:p>
                  </a:txBody>
                  <a:tcPr marL="91440" marR="91440" marT="45720" marB="45720" anchor="ctr">
                    <a:lnL w="7620">
                      <a:solidFill>
                        <a:srgbClr val="DAE3E9"/>
                      </a:solidFill>
                      <a:prstDash val="solid"/>
                    </a:lnL>
                    <a:lnR w="7620">
                      <a:solidFill>
                        <a:srgbClr val="DAE3E9"/>
                      </a:solidFill>
                      <a:prstDash val="solid"/>
                    </a:lnR>
                    <a:lnB w="7620">
                      <a:solidFill>
                        <a:srgbClr val="DAE3E9"/>
                      </a:solidFill>
                      <a:prstDash val="solid"/>
                    </a:lnB>
                    <a:solidFill>
                      <a:srgbClr val="FFFFFF"/>
                    </a:solidFill>
                  </a:tcPr>
                </a:tc>
                <a:tc>
                  <a:txBody>
                    <a:bodyPr wrap="square" lIns="76200" tIns="76200" rIns="76200" bIns="76200">
                      <a:noAutofit/>
                    </a:bodyPr>
                    <a:lstStyle/>
                    <a:p>
                      <a:r>
                        <a:rPr sz="1800" b="0">
                          <a:solidFill>
                            <a:srgbClr val="102A43"/>
                          </a:solidFill>
                          <a:latin typeface="DejaVu Sans"/>
                          <a:ea typeface="DejaVu Sans"/>
                          <a:cs typeface="DejaVu Sans"/>
                        </a:rPr>
                        <a:t>Required fields for revocation and transactionDetails location</a:t>
                      </a:r>
                    </a:p>
                  </a:txBody>
                  <a:tcPr marL="91440" marR="91440" marT="45720" marB="45720" anchor="ctr">
                    <a:lnR w="7620">
                      <a:solidFill>
                        <a:srgbClr val="DAE3E9"/>
                      </a:solidFill>
                      <a:prstDash val="solid"/>
                    </a:lnR>
                    <a:lnB w="7620">
                      <a:solidFill>
                        <a:srgbClr val="DAE3E9"/>
                      </a:solidFill>
                      <a:prstDash val="solid"/>
                    </a:lnB>
                    <a:solidFill>
                      <a:srgbClr val="FFFFFF"/>
                    </a:solidFill>
                  </a:tcPr>
                </a:tc>
              </a:tr>
              <a:tr h="695325">
                <a:tc>
                  <a:txBody>
                    <a:bodyPr wrap="square" lIns="76200" tIns="76200" rIns="76200" bIns="76200">
                      <a:noAutofit/>
                    </a:bodyPr>
                    <a:lstStyle/>
                    <a:p>
                      <a:r>
                        <a:rPr sz="1800" b="0">
                          <a:solidFill>
                            <a:srgbClr val="102A43"/>
                          </a:solidFill>
                          <a:latin typeface="DejaVu Sans"/>
                          <a:ea typeface="DejaVu Sans"/>
                          <a:cs typeface="DejaVu Sans"/>
                        </a:rPr>
                        <a:t>Unused source data</a:t>
                      </a:r>
                    </a:p>
                  </a:txBody>
                  <a:tcPr marL="91440" marR="91440" marT="45720" marB="45720" anchor="ctr">
                    <a:lnL w="7620">
                      <a:solidFill>
                        <a:srgbClr val="DAE3E9"/>
                      </a:solidFill>
                      <a:prstDash val="solid"/>
                    </a:lnL>
                    <a:lnR w="7620">
                      <a:solidFill>
                        <a:srgbClr val="DAE3E9"/>
                      </a:solidFill>
                      <a:prstDash val="solid"/>
                    </a:lnR>
                    <a:lnB w="7620">
                      <a:solidFill>
                        <a:srgbClr val="DAE3E9"/>
                      </a:solidFill>
                      <a:prstDash val="solid"/>
                    </a:lnB>
                    <a:solidFill>
                      <a:srgbClr val="EDF2F5"/>
                    </a:solidFill>
                  </a:tcPr>
                </a:tc>
                <a:tc>
                  <a:txBody>
                    <a:bodyPr wrap="square" lIns="76200" tIns="76200" rIns="76200" bIns="76200">
                      <a:noAutofit/>
                    </a:bodyPr>
                    <a:lstStyle/>
                    <a:p>
                      <a:r>
                        <a:rPr sz="1800" b="0">
                          <a:solidFill>
                            <a:srgbClr val="102A43"/>
                          </a:solidFill>
                          <a:latin typeface="DejaVu Sans"/>
                          <a:ea typeface="DejaVu Sans"/>
                          <a:cs typeface="DejaVu Sans"/>
                        </a:rPr>
                        <a:t>Payer address, plan and policy-date target paths</a:t>
                      </a:r>
                    </a:p>
                  </a:txBody>
                  <a:tcPr marL="91440" marR="91440" marT="45720" marB="45720" anchor="ctr">
                    <a:lnR w="7620">
                      <a:solidFill>
                        <a:srgbClr val="DAE3E9"/>
                      </a:solidFill>
                      <a:prstDash val="solid"/>
                    </a:lnR>
                    <a:lnB w="7620">
                      <a:solidFill>
                        <a:srgbClr val="DAE3E9"/>
                      </a:solidFill>
                      <a:prstDash val="solid"/>
                    </a:lnB>
                    <a:solidFill>
                      <a:srgbClr val="EDF2F5"/>
                    </a:solidFill>
                  </a:tcPr>
                </a:tc>
              </a:tr>
              <a:tr h="695325">
                <a:tc>
                  <a:txBody>
                    <a:bodyPr wrap="square" lIns="76200" tIns="76200" rIns="76200" bIns="76200">
                      <a:noAutofit/>
                    </a:bodyPr>
                    <a:lstStyle/>
                    <a:p>
                      <a:r>
                        <a:rPr sz="1800" b="0">
                          <a:solidFill>
                            <a:srgbClr val="102A43"/>
                          </a:solidFill>
                          <a:latin typeface="DejaVu Sans"/>
                          <a:ea typeface="DejaVu Sans"/>
                          <a:cs typeface="DejaVu Sans"/>
                        </a:rPr>
                        <a:t>Delivery contract</a:t>
                      </a:r>
                    </a:p>
                  </a:txBody>
                  <a:tcPr marL="91440" marR="91440" marT="45720" marB="45720" anchor="ctr">
                    <a:lnL w="7620">
                      <a:solidFill>
                        <a:srgbClr val="DAE3E9"/>
                      </a:solidFill>
                      <a:prstDash val="solid"/>
                    </a:lnL>
                    <a:lnR w="7620">
                      <a:solidFill>
                        <a:srgbClr val="DAE3E9"/>
                      </a:solidFill>
                      <a:prstDash val="solid"/>
                    </a:lnR>
                    <a:lnB w="7620">
                      <a:solidFill>
                        <a:srgbClr val="DAE3E9"/>
                      </a:solidFill>
                      <a:prstDash val="solid"/>
                    </a:lnB>
                    <a:solidFill>
                      <a:srgbClr val="FFFFFF"/>
                    </a:solidFill>
                  </a:tcPr>
                </a:tc>
                <a:tc>
                  <a:txBody>
                    <a:bodyPr wrap="square" lIns="76200" tIns="76200" rIns="76200" bIns="76200">
                      <a:noAutofit/>
                    </a:bodyPr>
                    <a:lstStyle/>
                    <a:p>
                      <a:r>
                        <a:rPr sz="1800" b="0">
                          <a:solidFill>
                            <a:srgbClr val="102A43"/>
                          </a:solidFill>
                          <a:latin typeface="DejaVu Sans"/>
                          <a:ea typeface="DejaVu Sans"/>
                          <a:cs typeface="DejaVu Sans"/>
                        </a:rPr>
                        <a:t>Upsert uniqueness, concurrency, idempotency and reconciliation</a:t>
                      </a:r>
                    </a:p>
                  </a:txBody>
                  <a:tcPr marL="91440" marR="91440" marT="45720" marB="45720" anchor="ctr">
                    <a:lnR w="7620">
                      <a:solidFill>
                        <a:srgbClr val="DAE3E9"/>
                      </a:solidFill>
                      <a:prstDash val="solid"/>
                    </a:lnR>
                    <a:lnB w="7620">
                      <a:solidFill>
                        <a:srgbClr val="DAE3E9"/>
                      </a:solidFill>
                      <a:prstDash val="solid"/>
                    </a:lnB>
                    <a:solidFill>
                      <a:srgbClr val="FFFFFF"/>
                    </a:solidFill>
                  </a:tcPr>
                </a:tc>
              </a:tr>
            </a:tbl>
          </a:graphicData>
        </a:graphic>
      </p:graphicFrame>
    </p:spTree>
    <p:extLst>
      <p:ext uri="{BB962C8B-B14F-4D97-AF65-F5344CB8AC3E}">
        <p14:creationId xmlns:p14="http://schemas.microsoft.com/office/powerpoint/2010/main" val="1930561314"/>
      </p:ext>
    </p:extLst>
  </p:cSld>
</p:sld>
</file>

<file path=ppt/slides/slide31.xml><?xml version="1.0" encoding="utf-8"?>
<p:sld xmlns:p="http://schemas.openxmlformats.org/presentationml/2006/main">
  <p:cSld>
    <p:bg>
      <p:bgPr>
        <a:solidFill xmlns:a="http://schemas.openxmlformats.org/drawingml/2006/main">
          <a:srgbClr val="F6F8FA"/>
        </a:solidFill>
      </p:bgPr>
    </p:bg>
    <p:spTree>
      <p:nvGrpSpPr>
        <p:cNvPr id="1" name=""/>
        <p:cNvGrpSpPr/>
        <p:nvPr/>
      </p:nvGrpSpPr>
      <p:grpSpPr>
        <a:xfrm xmlns:a="http://schemas.openxmlformats.org/drawingml/2006/main"/>
      </p:grpSpPr>
      <p:sp>
        <p:nvSpPr>
          <p:cNvPr id="5" name="slide-title">
            <a:extLst xmlns:a="http://schemas.openxmlformats.org/drawingml/2006/main">
              <a:ext uri="{FF2B5EF4-FFF2-40B4-BE49-F238E27FC236}">
                <a16:creationId xmlns:a16="http://schemas.microsoft.com/office/drawing/2014/main" id="{09DCAFCE-E6CB-4CEA-9610-29FBFE0387B6}"/>
              </a:ext>
            </a:extLst>
          </p:cNvPr>
          <p:cNvSpPr>
            <a:spLocks xmlns:a="http://schemas.openxmlformats.org/drawingml/2006/main" noGrp="1"/>
          </p:cNvSpPr>
          <p:nvPr/>
        </p:nvSpPr>
        <p:spPr>
          <a:xfrm xmlns:a="http://schemas.openxmlformats.org/drawingml/2006/main">
            <a:off x="609600" y="438150"/>
            <a:ext cx="109728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300" b="1">
                <a:solidFill>
                  <a:srgbClr val="102A43"/>
                </a:solidFill>
                <a:latin typeface="DejaVu Sans"/>
                <a:ea typeface="DejaVu Sans"/>
                <a:cs typeface="DejaVu Sans"/>
              </a:defRPr>
            </a:defPPr>
            <a:lvl1pPr algn="l">
              <a:buNone/>
              <a:defRPr sz="3300" b="1">
                <a:solidFill>
                  <a:srgbClr val="102A43"/>
                </a:solidFill>
                <a:latin typeface="DejaVu Sans"/>
                <a:ea typeface="DejaVu Sans"/>
                <a:cs typeface="DejaVu Sans"/>
              </a:defRPr>
            </a:lvl1pPr>
            <a:lvl2pPr algn="l">
              <a:buNone/>
              <a:defRPr sz="3300" b="1">
                <a:solidFill>
                  <a:srgbClr val="102A43"/>
                </a:solidFill>
                <a:latin typeface="DejaVu Sans"/>
                <a:ea typeface="DejaVu Sans"/>
                <a:cs typeface="DejaVu Sans"/>
              </a:defRPr>
            </a:lvl2pPr>
            <a:lvl3pPr algn="l">
              <a:buNone/>
              <a:defRPr sz="3300" b="1">
                <a:solidFill>
                  <a:srgbClr val="102A43"/>
                </a:solidFill>
                <a:latin typeface="DejaVu Sans"/>
                <a:ea typeface="DejaVu Sans"/>
                <a:cs typeface="DejaVu Sans"/>
              </a:defRPr>
            </a:lvl3pPr>
            <a:lvl4pPr algn="l">
              <a:buNone/>
              <a:defRPr sz="3300" b="1">
                <a:solidFill>
                  <a:srgbClr val="102A43"/>
                </a:solidFill>
                <a:latin typeface="DejaVu Sans"/>
                <a:ea typeface="DejaVu Sans"/>
                <a:cs typeface="DejaVu Sans"/>
              </a:defRPr>
            </a:lvl4pPr>
            <a:lvl5pPr algn="l">
              <a:buNone/>
              <a:defRPr sz="3300" b="1">
                <a:solidFill>
                  <a:srgbClr val="102A43"/>
                </a:solidFill>
                <a:latin typeface="DejaVu Sans"/>
                <a:ea typeface="DejaVu Sans"/>
                <a:cs typeface="DejaVu Sans"/>
              </a:defRPr>
            </a:lvl5pPr>
            <a:lvl6pPr algn="l">
              <a:buNone/>
              <a:defRPr sz="3300" b="1">
                <a:solidFill>
                  <a:srgbClr val="102A43"/>
                </a:solidFill>
                <a:latin typeface="DejaVu Sans"/>
                <a:ea typeface="DejaVu Sans"/>
                <a:cs typeface="DejaVu Sans"/>
              </a:defRPr>
            </a:lvl6pPr>
            <a:lvl7pPr algn="l">
              <a:buNone/>
              <a:defRPr sz="3300" b="1">
                <a:solidFill>
                  <a:srgbClr val="102A43"/>
                </a:solidFill>
                <a:latin typeface="DejaVu Sans"/>
                <a:ea typeface="DejaVu Sans"/>
                <a:cs typeface="DejaVu Sans"/>
              </a:defRPr>
            </a:lvl7pPr>
            <a:lvl8pPr algn="l">
              <a:buNone/>
              <a:defRPr sz="3300" b="1">
                <a:solidFill>
                  <a:srgbClr val="102A43"/>
                </a:solidFill>
                <a:latin typeface="DejaVu Sans"/>
                <a:ea typeface="DejaVu Sans"/>
                <a:cs typeface="DejaVu Sans"/>
              </a:defRPr>
            </a:lvl8pPr>
            <a:lvl9pPr algn="l">
              <a:buNone/>
              <a:defRPr sz="3300" b="1">
                <a:solidFill>
                  <a:srgbClr val="102A43"/>
                </a:solidFill>
                <a:latin typeface="DejaVu Sans"/>
                <a:ea typeface="DejaVu Sans"/>
                <a:cs typeface="DejaVu Sans"/>
              </a:defRPr>
            </a:lvl9pPr>
          </a:lstStyle>
          <a:p xmlns:a="http://schemas.openxmlformats.org/drawingml/2006/main">
            <a:pPr algn="l">
              <a:lnSpc>
                <a:spcPct val="115000"/>
              </a:lnSpc>
              <a:buNone/>
              <a:defRPr sz="3300" b="1">
                <a:solidFill>
                  <a:srgbClr val="102A43"/>
                </a:solidFill>
                <a:latin typeface="DejaVu Sans"/>
                <a:ea typeface="DejaVu Sans"/>
                <a:cs typeface="DejaVu Sans"/>
              </a:defRPr>
            </a:pPr>
            <a:r>
              <a:rPr sz="3300" b="1">
                <a:solidFill>
                  <a:srgbClr val="102A43"/>
                </a:solidFill>
                <a:latin typeface="DejaVu Sans"/>
                <a:ea typeface="DejaVu Sans"/>
                <a:cs typeface="DejaVu Sans"/>
              </a:rPr>
              <a:t>Code tour and demo references</a:t>
            </a:r>
          </a:p>
        </p:txBody>
      </p:sp>
      <p:sp>
        <p:nvSpPr>
          <p:cNvPr id="2" name="text-90">
            <a:extLst xmlns:a="http://schemas.openxmlformats.org/drawingml/2006/main">
              <a:ext uri="{FF2B5EF4-FFF2-40B4-BE49-F238E27FC236}">
                <a16:creationId xmlns:a16="http://schemas.microsoft.com/office/drawing/2014/main" id="{428073E4-0A37-423A-A840-FF15ABB833B7}"/>
              </a:ext>
            </a:extLst>
          </p:cNvPr>
          <p:cNvSpPr>
            <a:spLocks xmlns:a="http://schemas.openxmlformats.org/drawingml/2006/main" noGrp="1"/>
          </p:cNvSpPr>
          <p:nvPr/>
        </p:nvSpPr>
        <p:spPr>
          <a:xfrm xmlns:a="http://schemas.openxmlformats.org/drawingml/2006/main">
            <a:off x="609600" y="1371600"/>
            <a:ext cx="109728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526778"/>
                </a:solidFill>
                <a:latin typeface="DejaVu Sans"/>
                <a:ea typeface="DejaVu Sans"/>
                <a:cs typeface="DejaVu Sans"/>
              </a:defRPr>
            </a:defPPr>
            <a:lvl1pPr algn="l">
              <a:buNone/>
              <a:defRPr sz="1875" b="0">
                <a:solidFill>
                  <a:srgbClr val="526778"/>
                </a:solidFill>
                <a:latin typeface="DejaVu Sans"/>
                <a:ea typeface="DejaVu Sans"/>
                <a:cs typeface="DejaVu Sans"/>
              </a:defRPr>
            </a:lvl1pPr>
            <a:lvl2pPr algn="l">
              <a:buNone/>
              <a:defRPr sz="1875" b="0">
                <a:solidFill>
                  <a:srgbClr val="526778"/>
                </a:solidFill>
                <a:latin typeface="DejaVu Sans"/>
                <a:ea typeface="DejaVu Sans"/>
                <a:cs typeface="DejaVu Sans"/>
              </a:defRPr>
            </a:lvl2pPr>
            <a:lvl3pPr algn="l">
              <a:buNone/>
              <a:defRPr sz="1875" b="0">
                <a:solidFill>
                  <a:srgbClr val="526778"/>
                </a:solidFill>
                <a:latin typeface="DejaVu Sans"/>
                <a:ea typeface="DejaVu Sans"/>
                <a:cs typeface="DejaVu Sans"/>
              </a:defRPr>
            </a:lvl3pPr>
            <a:lvl4pPr algn="l">
              <a:buNone/>
              <a:defRPr sz="1875" b="0">
                <a:solidFill>
                  <a:srgbClr val="526778"/>
                </a:solidFill>
                <a:latin typeface="DejaVu Sans"/>
                <a:ea typeface="DejaVu Sans"/>
                <a:cs typeface="DejaVu Sans"/>
              </a:defRPr>
            </a:lvl4pPr>
            <a:lvl5pPr algn="l">
              <a:buNone/>
              <a:defRPr sz="1875" b="0">
                <a:solidFill>
                  <a:srgbClr val="526778"/>
                </a:solidFill>
                <a:latin typeface="DejaVu Sans"/>
                <a:ea typeface="DejaVu Sans"/>
                <a:cs typeface="DejaVu Sans"/>
              </a:defRPr>
            </a:lvl5pPr>
            <a:lvl6pPr algn="l">
              <a:buNone/>
              <a:defRPr sz="1875" b="0">
                <a:solidFill>
                  <a:srgbClr val="526778"/>
                </a:solidFill>
                <a:latin typeface="DejaVu Sans"/>
                <a:ea typeface="DejaVu Sans"/>
                <a:cs typeface="DejaVu Sans"/>
              </a:defRPr>
            </a:lvl6pPr>
            <a:lvl7pPr algn="l">
              <a:buNone/>
              <a:defRPr sz="1875" b="0">
                <a:solidFill>
                  <a:srgbClr val="526778"/>
                </a:solidFill>
                <a:latin typeface="DejaVu Sans"/>
                <a:ea typeface="DejaVu Sans"/>
                <a:cs typeface="DejaVu Sans"/>
              </a:defRPr>
            </a:lvl7pPr>
            <a:lvl8pPr algn="l">
              <a:buNone/>
              <a:defRPr sz="1875" b="0">
                <a:solidFill>
                  <a:srgbClr val="526778"/>
                </a:solidFill>
                <a:latin typeface="DejaVu Sans"/>
                <a:ea typeface="DejaVu Sans"/>
                <a:cs typeface="DejaVu Sans"/>
              </a:defRPr>
            </a:lvl8pPr>
            <a:lvl9pPr algn="l">
              <a:buNone/>
              <a:defRPr sz="1875" b="0">
                <a:solidFill>
                  <a:srgbClr val="526778"/>
                </a:solidFill>
                <a:latin typeface="DejaVu Sans"/>
                <a:ea typeface="DejaVu Sans"/>
                <a:cs typeface="DejaVu Sans"/>
              </a:defRPr>
            </a:lvl9pPr>
          </a:lstStyle>
          <a:p xmlns:a="http://schemas.openxmlformats.org/drawingml/2006/main">
            <a:pPr algn="l">
              <a:lnSpc>
                <a:spcPct val="115000"/>
              </a:lnSpc>
              <a:buNone/>
              <a:defRPr sz="1875" b="0">
                <a:solidFill>
                  <a:srgbClr val="526778"/>
                </a:solidFill>
                <a:latin typeface="DejaVu Sans"/>
                <a:ea typeface="DejaVu Sans"/>
                <a:cs typeface="DejaVu Sans"/>
              </a:defRPr>
            </a:pPr>
            <a:r>
              <a:rPr sz="1875" b="0">
                <a:solidFill>
                  <a:srgbClr val="526778"/>
                </a:solidFill>
                <a:latin typeface="DejaVu Sans"/>
                <a:ea typeface="DejaVu Sans"/>
                <a:cs typeface="DejaVu Sans"/>
              </a:rPr>
              <a:t>The consent guide ties field disposition, runnable commands and assumptions together.</a:t>
            </a:r>
          </a:p>
        </p:txBody>
      </p:sp>
      <p:sp>
        <p:nvSpPr>
          <p:cNvPr id="3" name="slide-number">
            <a:extLst xmlns:a="http://schemas.openxmlformats.org/drawingml/2006/main">
              <a:ext uri="{FF2B5EF4-FFF2-40B4-BE49-F238E27FC236}">
                <a16:creationId xmlns:a16="http://schemas.microsoft.com/office/drawing/2014/main" id="{656AE5FE-F6E7-4DAC-8173-BCD2C7550E44}"/>
              </a:ext>
            </a:extLst>
          </p:cNvPr>
          <p:cNvSpPr>
            <a:spLocks xmlns:a="http://schemas.openxmlformats.org/drawingml/2006/main" noGrp="1"/>
          </p:cNvSpPr>
          <p:nvPr/>
        </p:nvSpPr>
        <p:spPr>
          <a:xfrm xmlns:a="http://schemas.openxmlformats.org/drawingml/2006/main">
            <a:off x="11182350" y="6391275"/>
            <a:ext cx="4000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275" b="0">
                <a:solidFill>
                  <a:srgbClr val="526778"/>
                </a:solidFill>
                <a:latin typeface="DejaVu Sans"/>
                <a:ea typeface="DejaVu Sans"/>
                <a:cs typeface="DejaVu Sans"/>
              </a:defRPr>
            </a:defPPr>
            <a:lvl1pPr algn="r">
              <a:buNone/>
              <a:defRPr sz="1275" b="0">
                <a:solidFill>
                  <a:srgbClr val="526778"/>
                </a:solidFill>
                <a:latin typeface="DejaVu Sans"/>
                <a:ea typeface="DejaVu Sans"/>
                <a:cs typeface="DejaVu Sans"/>
              </a:defRPr>
            </a:lvl1pPr>
            <a:lvl2pPr algn="r">
              <a:buNone/>
              <a:defRPr sz="1275" b="0">
                <a:solidFill>
                  <a:srgbClr val="526778"/>
                </a:solidFill>
                <a:latin typeface="DejaVu Sans"/>
                <a:ea typeface="DejaVu Sans"/>
                <a:cs typeface="DejaVu Sans"/>
              </a:defRPr>
            </a:lvl2pPr>
            <a:lvl3pPr algn="r">
              <a:buNone/>
              <a:defRPr sz="1275" b="0">
                <a:solidFill>
                  <a:srgbClr val="526778"/>
                </a:solidFill>
                <a:latin typeface="DejaVu Sans"/>
                <a:ea typeface="DejaVu Sans"/>
                <a:cs typeface="DejaVu Sans"/>
              </a:defRPr>
            </a:lvl3pPr>
            <a:lvl4pPr algn="r">
              <a:buNone/>
              <a:defRPr sz="1275" b="0">
                <a:solidFill>
                  <a:srgbClr val="526778"/>
                </a:solidFill>
                <a:latin typeface="DejaVu Sans"/>
                <a:ea typeface="DejaVu Sans"/>
                <a:cs typeface="DejaVu Sans"/>
              </a:defRPr>
            </a:lvl4pPr>
            <a:lvl5pPr algn="r">
              <a:buNone/>
              <a:defRPr sz="1275" b="0">
                <a:solidFill>
                  <a:srgbClr val="526778"/>
                </a:solidFill>
                <a:latin typeface="DejaVu Sans"/>
                <a:ea typeface="DejaVu Sans"/>
                <a:cs typeface="DejaVu Sans"/>
              </a:defRPr>
            </a:lvl5pPr>
            <a:lvl6pPr algn="r">
              <a:buNone/>
              <a:defRPr sz="1275" b="0">
                <a:solidFill>
                  <a:srgbClr val="526778"/>
                </a:solidFill>
                <a:latin typeface="DejaVu Sans"/>
                <a:ea typeface="DejaVu Sans"/>
                <a:cs typeface="DejaVu Sans"/>
              </a:defRPr>
            </a:lvl6pPr>
            <a:lvl7pPr algn="r">
              <a:buNone/>
              <a:defRPr sz="1275" b="0">
                <a:solidFill>
                  <a:srgbClr val="526778"/>
                </a:solidFill>
                <a:latin typeface="DejaVu Sans"/>
                <a:ea typeface="DejaVu Sans"/>
                <a:cs typeface="DejaVu Sans"/>
              </a:defRPr>
            </a:lvl7pPr>
            <a:lvl8pPr algn="r">
              <a:buNone/>
              <a:defRPr sz="1275" b="0">
                <a:solidFill>
                  <a:srgbClr val="526778"/>
                </a:solidFill>
                <a:latin typeface="DejaVu Sans"/>
                <a:ea typeface="DejaVu Sans"/>
                <a:cs typeface="DejaVu Sans"/>
              </a:defRPr>
            </a:lvl8pPr>
            <a:lvl9pPr algn="r">
              <a:buNone/>
              <a:defRPr sz="1275" b="0">
                <a:solidFill>
                  <a:srgbClr val="526778"/>
                </a:solidFill>
                <a:latin typeface="DejaVu Sans"/>
                <a:ea typeface="DejaVu Sans"/>
                <a:cs typeface="DejaVu Sans"/>
              </a:defRPr>
            </a:lvl9pPr>
          </a:lstStyle>
          <a:p xmlns:a="http://schemas.openxmlformats.org/drawingml/2006/main">
            <a:pPr algn="r">
              <a:lnSpc>
                <a:spcPct val="115000"/>
              </a:lnSpc>
              <a:buNone/>
              <a:defRPr sz="1275" b="0">
                <a:solidFill>
                  <a:srgbClr val="526778"/>
                </a:solidFill>
                <a:latin typeface="DejaVu Sans"/>
                <a:ea typeface="DejaVu Sans"/>
                <a:cs typeface="DejaVu Sans"/>
              </a:defRPr>
            </a:pPr>
            <a:r>
              <a:rPr sz="1275" b="0">
                <a:solidFill>
                  <a:srgbClr val="526778"/>
                </a:solidFill>
                <a:latin typeface="DejaVu Sans"/>
                <a:ea typeface="DejaVu Sans"/>
                <a:cs typeface="DejaVu Sans"/>
              </a:rPr>
              <a:t>31</a:t>
            </a:r>
          </a:p>
        </p:txBody>
      </p:sp>
      <p:graphicFrame>
        <p:nvGraphicFramePr>
          <p:cNvPr id="4" name="">
            <a:extLst xmlns:a="http://schemas.openxmlformats.org/drawingml/2006/main">
              <a:ext uri="{FF2B5EF4-FFF2-40B4-BE49-F238E27FC236}">
                <a16:creationId xmlns:a16="http://schemas.microsoft.com/office/drawing/2014/main" id="{94B64AC2-C8D2-4AD4-947A-D4A5BD199673}"/>
              </a:ext>
            </a:extLst>
          </p:cNvPr>
          <p:cNvGraphicFramePr/>
          <p:nvPr/>
        </p:nvGraphicFramePr>
        <p:xfrm>
          <a:off xmlns:a="http://schemas.openxmlformats.org/drawingml/2006/main" x="609600" y="2000250"/>
          <a:ext xmlns:a="http://schemas.openxmlformats.org/drawingml/2006/main" cx="10972800" cy="4171950"/>
        </p:xfrm>
        <a:graphic xmlns:a="http://schemas.openxmlformats.org/drawingml/2006/main">
          <a:graphicData uri="http://schemas.openxmlformats.org/drawingml/2006/table">
            <a:tbl>
              <a:tblPr/>
              <a:tblGrid>
                <a:gridCol w="6381750"/>
                <a:gridCol w="4591050"/>
              </a:tblGrid>
              <a:tr h="695325">
                <a:tc>
                  <a:txBody>
                    <a:bodyPr wrap="square" lIns="76200" tIns="76200" rIns="76200" bIns="76200">
                      <a:noAutofit/>
                    </a:bodyPr>
                    <a:lstStyle/>
                    <a:p>
                      <a:r>
                        <a:rPr sz="1800" b="1">
                          <a:solidFill>
                            <a:srgbClr val="FFFFFF"/>
                          </a:solidFill>
                          <a:latin typeface="DejaVu Sans"/>
                          <a:ea typeface="DejaVu Sans"/>
                          <a:cs typeface="DejaVu Sans"/>
                        </a:rPr>
                        <a:t>Open in the repository</a:t>
                      </a:r>
                    </a:p>
                  </a:txBody>
                  <a:tcPr marL="91440" marR="91440" marT="45720" marB="45720" anchor="ctr">
                    <a:lnL w="7620">
                      <a:solidFill>
                        <a:srgbClr val="DAE3E9"/>
                      </a:solidFill>
                      <a:prstDash val="solid"/>
                    </a:lnL>
                    <a:lnR w="7620">
                      <a:solidFill>
                        <a:srgbClr val="DAE3E9"/>
                      </a:solidFill>
                      <a:prstDash val="solid"/>
                    </a:lnR>
                    <a:lnT w="7620">
                      <a:solidFill>
                        <a:srgbClr val="DAE3E9"/>
                      </a:solidFill>
                      <a:prstDash val="solid"/>
                    </a:lnT>
                    <a:lnB w="7620">
                      <a:solidFill>
                        <a:srgbClr val="DAE3E9"/>
                      </a:solidFill>
                      <a:prstDash val="solid"/>
                    </a:lnB>
                    <a:solidFill>
                      <a:srgbClr val="102A43"/>
                    </a:solidFill>
                  </a:tcPr>
                </a:tc>
                <a:tc>
                  <a:txBody>
                    <a:bodyPr wrap="square" lIns="76200" tIns="76200" rIns="76200" bIns="76200">
                      <a:noAutofit/>
                    </a:bodyPr>
                    <a:lstStyle/>
                    <a:p>
                      <a:r>
                        <a:rPr sz="1800" b="1">
                          <a:solidFill>
                            <a:srgbClr val="FFFFFF"/>
                          </a:solidFill>
                          <a:latin typeface="DejaVu Sans"/>
                          <a:ea typeface="DejaVu Sans"/>
                          <a:cs typeface="DejaVu Sans"/>
                        </a:rPr>
                        <a:t>What to inspect</a:t>
                      </a:r>
                    </a:p>
                  </a:txBody>
                  <a:tcPr marL="91440" marR="91440" marT="45720" marB="45720" anchor="ctr">
                    <a:lnR w="7620">
                      <a:solidFill>
                        <a:srgbClr val="DAE3E9"/>
                      </a:solidFill>
                      <a:prstDash val="solid"/>
                    </a:lnR>
                    <a:lnT w="7620">
                      <a:solidFill>
                        <a:srgbClr val="DAE3E9"/>
                      </a:solidFill>
                      <a:prstDash val="solid"/>
                    </a:lnT>
                    <a:lnB w="7620">
                      <a:solidFill>
                        <a:srgbClr val="DAE3E9"/>
                      </a:solidFill>
                      <a:prstDash val="solid"/>
                    </a:lnB>
                    <a:solidFill>
                      <a:srgbClr val="102A43"/>
                    </a:solidFill>
                  </a:tcPr>
                </a:tc>
              </a:tr>
              <a:tr h="695325">
                <a:tc>
                  <a:txBody>
                    <a:bodyPr wrap="square" lIns="76200" tIns="76200" rIns="76200" bIns="76200">
                      <a:noAutofit/>
                    </a:bodyPr>
                    <a:lstStyle/>
                    <a:p>
                      <a:r>
                        <a:rPr sz="1800" b="0">
                          <a:solidFill>
                            <a:srgbClr val="102A43"/>
                          </a:solidFill>
                          <a:latin typeface="DejaVu Sans"/>
                          <a:ea typeface="DejaVu Sans"/>
                          <a:cs typeface="DejaVu Sans"/>
                        </a:rPr>
                        <a:t>docs/consent.md</a:t>
                      </a:r>
                    </a:p>
                  </a:txBody>
                  <a:tcPr marL="91440" marR="91440" marT="45720" marB="45720" anchor="ctr">
                    <a:lnL w="7620">
                      <a:solidFill>
                        <a:srgbClr val="DAE3E9"/>
                      </a:solidFill>
                      <a:prstDash val="solid"/>
                    </a:lnL>
                    <a:lnR w="7620">
                      <a:solidFill>
                        <a:srgbClr val="DAE3E9"/>
                      </a:solidFill>
                      <a:prstDash val="solid"/>
                    </a:lnR>
                    <a:lnB w="7620">
                      <a:solidFill>
                        <a:srgbClr val="DAE3E9"/>
                      </a:solidFill>
                      <a:prstDash val="solid"/>
                    </a:lnB>
                    <a:solidFill>
                      <a:srgbClr val="FFFFFF"/>
                    </a:solidFill>
                  </a:tcPr>
                </a:tc>
                <a:tc>
                  <a:txBody>
                    <a:bodyPr wrap="square" lIns="76200" tIns="76200" rIns="76200" bIns="76200">
                      <a:noAutofit/>
                    </a:bodyPr>
                    <a:lstStyle/>
                    <a:p>
                      <a:r>
                        <a:rPr sz="1800" b="0">
                          <a:solidFill>
                            <a:srgbClr val="102A43"/>
                          </a:solidFill>
                          <a:latin typeface="DejaVu Sans"/>
                          <a:ea typeface="DejaVu Sans"/>
                          <a:cs typeface="DejaVu Sans"/>
                        </a:rPr>
                        <a:t>Contract rules, full field table and HTTP facade</a:t>
                      </a:r>
                    </a:p>
                  </a:txBody>
                  <a:tcPr marL="91440" marR="91440" marT="45720" marB="45720" anchor="ctr">
                    <a:lnR w="7620">
                      <a:solidFill>
                        <a:srgbClr val="DAE3E9"/>
                      </a:solidFill>
                      <a:prstDash val="solid"/>
                    </a:lnR>
                    <a:lnB w="7620">
                      <a:solidFill>
                        <a:srgbClr val="DAE3E9"/>
                      </a:solidFill>
                      <a:prstDash val="solid"/>
                    </a:lnB>
                    <a:solidFill>
                      <a:srgbClr val="FFFFFF"/>
                    </a:solidFill>
                  </a:tcPr>
                </a:tc>
              </a:tr>
              <a:tr h="695325">
                <a:tc>
                  <a:txBody>
                    <a:bodyPr wrap="square" lIns="76200" tIns="76200" rIns="76200" bIns="76200">
                      <a:noAutofit/>
                    </a:bodyPr>
                    <a:lstStyle/>
                    <a:p>
                      <a:r>
                        <a:rPr sz="1800" b="0">
                          <a:solidFill>
                            <a:srgbClr val="102A43"/>
                          </a:solidFill>
                          <a:latin typeface="DejaVu Sans"/>
                          <a:ea typeface="DejaVu Sans"/>
                          <a:cs typeface="DejaVu Sans"/>
                        </a:rPr>
                        <a:t>src/main/resources/application.yml</a:t>
                      </a:r>
                    </a:p>
                  </a:txBody>
                  <a:tcPr marL="91440" marR="91440" marT="45720" marB="45720" anchor="ctr">
                    <a:lnL w="7620">
                      <a:solidFill>
                        <a:srgbClr val="DAE3E9"/>
                      </a:solidFill>
                      <a:prstDash val="solid"/>
                    </a:lnL>
                    <a:lnR w="7620">
                      <a:solidFill>
                        <a:srgbClr val="DAE3E9"/>
                      </a:solidFill>
                      <a:prstDash val="solid"/>
                    </a:lnR>
                    <a:lnB w="7620">
                      <a:solidFill>
                        <a:srgbClr val="DAE3E9"/>
                      </a:solidFill>
                      <a:prstDash val="solid"/>
                    </a:lnB>
                    <a:solidFill>
                      <a:srgbClr val="EDF2F5"/>
                    </a:solidFill>
                  </a:tcPr>
                </a:tc>
                <a:tc>
                  <a:txBody>
                    <a:bodyPr wrap="square" lIns="76200" tIns="76200" rIns="76200" bIns="76200">
                      <a:noAutofit/>
                    </a:bodyPr>
                    <a:lstStyle/>
                    <a:p>
                      <a:r>
                        <a:rPr sz="1800" b="0">
                          <a:solidFill>
                            <a:srgbClr val="102A43"/>
                          </a:solidFill>
                          <a:latin typeface="DejaVu Sans"/>
                          <a:ea typeface="DejaVu Sans"/>
                          <a:cs typeface="DejaVu Sans"/>
                        </a:rPr>
                        <a:t>Nine consent layouts and shared rules</a:t>
                      </a:r>
                    </a:p>
                  </a:txBody>
                  <a:tcPr marL="91440" marR="91440" marT="45720" marB="45720" anchor="ctr">
                    <a:lnR w="7620">
                      <a:solidFill>
                        <a:srgbClr val="DAE3E9"/>
                      </a:solidFill>
                      <a:prstDash val="solid"/>
                    </a:lnR>
                    <a:lnB w="7620">
                      <a:solidFill>
                        <a:srgbClr val="DAE3E9"/>
                      </a:solidFill>
                      <a:prstDash val="solid"/>
                    </a:lnB>
                    <a:solidFill>
                      <a:srgbClr val="EDF2F5"/>
                    </a:solidFill>
                  </a:tcPr>
                </a:tc>
              </a:tr>
              <a:tr h="695325">
                <a:tc>
                  <a:txBody>
                    <a:bodyPr wrap="square" lIns="76200" tIns="76200" rIns="76200" bIns="76200">
                      <a:noAutofit/>
                    </a:bodyPr>
                    <a:lstStyle/>
                    <a:p>
                      <a:r>
                        <a:rPr sz="1800" b="0">
                          <a:solidFill>
                            <a:srgbClr val="102A43"/>
                          </a:solidFill>
                          <a:latin typeface="DejaVu Sans"/>
                          <a:ea typeface="DejaVu Sans"/>
                          <a:cs typeface="DejaVu Sans"/>
                        </a:rPr>
                        <a:t>consent/ConsentRequestPlanner.java</a:t>
                      </a:r>
                    </a:p>
                  </a:txBody>
                  <a:tcPr marL="91440" marR="91440" marT="45720" marB="45720" anchor="ctr">
                    <a:lnL w="7620">
                      <a:solidFill>
                        <a:srgbClr val="DAE3E9"/>
                      </a:solidFill>
                      <a:prstDash val="solid"/>
                    </a:lnL>
                    <a:lnR w="7620">
                      <a:solidFill>
                        <a:srgbClr val="DAE3E9"/>
                      </a:solidFill>
                      <a:prstDash val="solid"/>
                    </a:lnR>
                    <a:lnB w="7620">
                      <a:solidFill>
                        <a:srgbClr val="DAE3E9"/>
                      </a:solidFill>
                      <a:prstDash val="solid"/>
                    </a:lnB>
                    <a:solidFill>
                      <a:srgbClr val="FFFFFF"/>
                    </a:solidFill>
                  </a:tcPr>
                </a:tc>
                <a:tc>
                  <a:txBody>
                    <a:bodyPr wrap="square" lIns="76200" tIns="76200" rIns="76200" bIns="76200">
                      <a:noAutofit/>
                    </a:bodyPr>
                    <a:lstStyle/>
                    <a:p>
                      <a:r>
                        <a:rPr sz="1800" b="0">
                          <a:solidFill>
                            <a:srgbClr val="102A43"/>
                          </a:solidFill>
                          <a:latin typeface="DejaVu Sans"/>
                          <a:ea typeface="DejaVu Sans"/>
                          <a:cs typeface="DejaVu Sans"/>
                        </a:rPr>
                        <a:t>Intent, enrichment and two body shapes</a:t>
                      </a:r>
                    </a:p>
                  </a:txBody>
                  <a:tcPr marL="91440" marR="91440" marT="45720" marB="45720" anchor="ctr">
                    <a:lnR w="7620">
                      <a:solidFill>
                        <a:srgbClr val="DAE3E9"/>
                      </a:solidFill>
                      <a:prstDash val="solid"/>
                    </a:lnR>
                    <a:lnB w="7620">
                      <a:solidFill>
                        <a:srgbClr val="DAE3E9"/>
                      </a:solidFill>
                      <a:prstDash val="solid"/>
                    </a:lnB>
                    <a:solidFill>
                      <a:srgbClr val="FFFFFF"/>
                    </a:solidFill>
                  </a:tcPr>
                </a:tc>
              </a:tr>
              <a:tr h="695325">
                <a:tc>
                  <a:txBody>
                    <a:bodyPr wrap="square" lIns="76200" tIns="76200" rIns="76200" bIns="76200">
                      <a:noAutofit/>
                    </a:bodyPr>
                    <a:lstStyle/>
                    <a:p>
                      <a:r>
                        <a:rPr sz="1800" b="0">
                          <a:solidFill>
                            <a:srgbClr val="102A43"/>
                          </a:solidFill>
                          <a:latin typeface="DejaVu Sans"/>
                          <a:ea typeface="DejaVu Sans"/>
                          <a:cs typeface="DejaVu Sans"/>
                        </a:rPr>
                        <a:t>consent/ConsentPlanStore.java</a:t>
                      </a:r>
                    </a:p>
                  </a:txBody>
                  <a:tcPr marL="91440" marR="91440" marT="45720" marB="45720" anchor="ctr">
                    <a:lnL w="7620">
                      <a:solidFill>
                        <a:srgbClr val="DAE3E9"/>
                      </a:solidFill>
                      <a:prstDash val="solid"/>
                    </a:lnL>
                    <a:lnR w="7620">
                      <a:solidFill>
                        <a:srgbClr val="DAE3E9"/>
                      </a:solidFill>
                      <a:prstDash val="solid"/>
                    </a:lnR>
                    <a:lnB w="7620">
                      <a:solidFill>
                        <a:srgbClr val="DAE3E9"/>
                      </a:solidFill>
                      <a:prstDash val="solid"/>
                    </a:lnB>
                    <a:solidFill>
                      <a:srgbClr val="EDF2F5"/>
                    </a:solidFill>
                  </a:tcPr>
                </a:tc>
                <a:tc>
                  <a:txBody>
                    <a:bodyPr wrap="square" lIns="76200" tIns="76200" rIns="76200" bIns="76200">
                      <a:noAutofit/>
                    </a:bodyPr>
                    <a:lstStyle/>
                    <a:p>
                      <a:r>
                        <a:rPr sz="1800" b="0">
                          <a:solidFill>
                            <a:srgbClr val="102A43"/>
                          </a:solidFill>
                          <a:latin typeface="DejaVu Sans"/>
                          <a:ea typeface="DejaVu Sans"/>
                          <a:cs typeface="DejaVu Sans"/>
                        </a:rPr>
                        <a:t>Frozen per-member request plans</a:t>
                      </a:r>
                    </a:p>
                  </a:txBody>
                  <a:tcPr marL="91440" marR="91440" marT="45720" marB="45720" anchor="ctr">
                    <a:lnR w="7620">
                      <a:solidFill>
                        <a:srgbClr val="DAE3E9"/>
                      </a:solidFill>
                      <a:prstDash val="solid"/>
                    </a:lnR>
                    <a:lnB w="7620">
                      <a:solidFill>
                        <a:srgbClr val="DAE3E9"/>
                      </a:solidFill>
                      <a:prstDash val="solid"/>
                    </a:lnB>
                    <a:solidFill>
                      <a:srgbClr val="EDF2F5"/>
                    </a:solidFill>
                  </a:tcPr>
                </a:tc>
              </a:tr>
              <a:tr h="695325">
                <a:tc>
                  <a:txBody>
                    <a:bodyPr wrap="square" lIns="76200" tIns="76200" rIns="76200" bIns="76200">
                      <a:noAutofit/>
                    </a:bodyPr>
                    <a:lstStyle/>
                    <a:p>
                      <a:r>
                        <a:rPr sz="1800" b="0">
                          <a:solidFill>
                            <a:srgbClr val="102A43"/>
                          </a:solidFill>
                          <a:latin typeface="DejaVu Sans"/>
                          <a:ea typeface="DejaVu Sans"/>
                          <a:cs typeface="DejaVu Sans"/>
                        </a:rPr>
                        <a:t>examples/consent and scripts/</a:t>
                      </a:r>
                    </a:p>
                  </a:txBody>
                  <a:tcPr marL="91440" marR="91440" marT="45720" marB="45720" anchor="ctr">
                    <a:lnL w="7620">
                      <a:solidFill>
                        <a:srgbClr val="DAE3E9"/>
                      </a:solidFill>
                      <a:prstDash val="solid"/>
                    </a:lnL>
                    <a:lnR w="7620">
                      <a:solidFill>
                        <a:srgbClr val="DAE3E9"/>
                      </a:solidFill>
                      <a:prstDash val="solid"/>
                    </a:lnR>
                    <a:lnB w="7620">
                      <a:solidFill>
                        <a:srgbClr val="DAE3E9"/>
                      </a:solidFill>
                      <a:prstDash val="solid"/>
                    </a:lnB>
                    <a:solidFill>
                      <a:srgbClr val="FFFFFF"/>
                    </a:solidFill>
                  </a:tcPr>
                </a:tc>
                <a:tc>
                  <a:txBody>
                    <a:bodyPr wrap="square" lIns="76200" tIns="76200" rIns="76200" bIns="76200">
                      <a:noAutofit/>
                    </a:bodyPr>
                    <a:lstStyle/>
                    <a:p>
                      <a:r>
                        <a:rPr sz="1800" b="0">
                          <a:solidFill>
                            <a:srgbClr val="102A43"/>
                          </a:solidFill>
                          <a:latin typeface="DejaVu Sans"/>
                          <a:ea typeface="DejaVu Sans"/>
                          <a:cs typeface="DejaVu Sans"/>
                        </a:rPr>
                        <a:t>Multi-format data, expected output and local mock</a:t>
                      </a:r>
                    </a:p>
                  </a:txBody>
                  <a:tcPr marL="91440" marR="91440" marT="45720" marB="45720" anchor="ctr">
                    <a:lnR w="7620">
                      <a:solidFill>
                        <a:srgbClr val="DAE3E9"/>
                      </a:solidFill>
                      <a:prstDash val="solid"/>
                    </a:lnR>
                    <a:lnB w="7620">
                      <a:solidFill>
                        <a:srgbClr val="DAE3E9"/>
                      </a:solidFill>
                      <a:prstDash val="solid"/>
                    </a:lnB>
                    <a:solidFill>
                      <a:srgbClr val="FFFFFF"/>
                    </a:solidFill>
                  </a:tcPr>
                </a:tc>
              </a:tr>
            </a:tbl>
          </a:graphicData>
        </a:graphic>
      </p:graphicFrame>
    </p:spTree>
    <p:extLst>
      <p:ext uri="{BB962C8B-B14F-4D97-AF65-F5344CB8AC3E}">
        <p14:creationId xmlns:p14="http://schemas.microsoft.com/office/powerpoint/2010/main" val="18834364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2026-10-27T20:03:14.8380000Z</dcterms:created>
  <dcterms:modified xsi:type="dcterms:W3CDTF">2026-10-27T20:03:14.8380000Z</dcterms:modified>
</coreProperties>
</file>